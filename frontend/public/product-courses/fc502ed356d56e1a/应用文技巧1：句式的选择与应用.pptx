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tags" Target="tags/tag65.xml" /><Relationship Id="rId17" Type="http://schemas.openxmlformats.org/officeDocument/2006/relationships/presProps" Target="presProps.xml" /><Relationship Id="rId18" Type="http://schemas.openxmlformats.org/officeDocument/2006/relationships/viewProps" Target="viewProps.xml" /><Relationship Id="rId19" Type="http://schemas.openxmlformats.org/officeDocument/2006/relationships/theme" Target="theme/theme1.xml" /><Relationship Id="rId2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3" Type="http://schemas.openxmlformats.org/officeDocument/2006/relationships/handoutMaster" Target="handoutMasters/handout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ags" Target="../tags/tag57.xml" /><Relationship Id="rId13" Type="http://schemas.openxmlformats.org/officeDocument/2006/relationships/tags" Target="../tags/tag58.xml" /><Relationship Id="rId14" Type="http://schemas.openxmlformats.org/officeDocument/2006/relationships/tags" Target="../tags/tag59.xml" /><Relationship Id="rId15" Type="http://schemas.openxmlformats.org/officeDocument/2006/relationships/tags" Target="../tags/tag60.xml" /><Relationship Id="rId16" Type="http://schemas.openxmlformats.org/officeDocument/2006/relationships/tags" Target="../tags/tag61.xml" /><Relationship Id="rId17" Type="http://schemas.openxmlformats.org/officeDocument/2006/relationships/image" Target="file:///D:\qq&#25991;&#20214;\712321467\Image\C2C\Image2\%7b75232B38-A165-1FB7-499C-2E1C792CACB5%7d.png" TargetMode="External" /><Relationship Id="rId18" Type="http://schemas.openxmlformats.org/officeDocument/2006/relationships/image" Target="../media/image1.png" /><Relationship Id="rId19" Type="http://schemas.openxmlformats.org/officeDocument/2006/relationships/image" Target="../media/image2.jpeg" /><Relationship Id="rId2" Type="http://schemas.openxmlformats.org/officeDocument/2006/relationships/slideLayout" Target="../slideLayouts/slideLayout2.xml" /><Relationship Id="rId20" Type="http://schemas.openxmlformats.org/officeDocument/2006/relationships/tags" Target="../tags/tag62.xml" /><Relationship Id="rId21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18" r:link="rId17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63.xml" /><Relationship Id="rId3" Type="http://schemas.openxmlformats.org/officeDocument/2006/relationships/image" Target="../media/image3.jpeg" /><Relationship Id="rId4" Type="http://schemas.openxmlformats.org/officeDocument/2006/relationships/tags" Target="../tags/tag64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6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8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9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0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副标题 2" title="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80080" y="2372950"/>
            <a:ext cx="9799200" cy="1472400"/>
          </a:xfrm>
        </p:spPr>
        <p:txBody>
          <a:bodyPr/>
          <a:lstStyle/>
          <a:p>
            <a:r>
              <a:rPr lang="zh-CN" altLang="en-US" sz="4000" b="1">
                <a:latin typeface="Times New Roman" panose="02020603050405020304" pitchFamily="18" charset="0"/>
                <a:ea typeface="宋体" panose="02010600030101010101" pitchFamily="2" charset="-122"/>
              </a:rPr>
              <a:t>句式的选择与应用</a:t>
            </a:r>
            <a:endParaRPr lang="zh-CN" altLang="en-US" sz="40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332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1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谓语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21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21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What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happened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over there?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那儿发生了什么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?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21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guests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will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soon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arriving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客人不久将到达。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2405822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你本应该早点起床的。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 ought to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比赛路线从我们学校门口开始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到南山脚下结束。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 racing route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at our school gate and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at the foot of the South Hill.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1702228" y="1929575"/>
            <a:ext cx="429147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have got up earlier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2615866" y="3103727"/>
            <a:ext cx="176668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started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6958554" y="3103727"/>
            <a:ext cx="154450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ended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402321"/>
            <a:ext cx="11276510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系动词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表语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job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looking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after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children.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她的工作是照顾小孩。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weather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becoming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colder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and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colder.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天气变得越来越冷。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她的梦想是成为一名工程师。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在不久的将来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我们的学校将变成更让人喜爱的地方。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in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 near future.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298768" y="4929137"/>
            <a:ext cx="5924238" cy="668020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Her dream is to become an engineer. 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255756" y="6284069"/>
            <a:ext cx="755642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Our school will become a more enjoyable place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414830"/>
            <a:ext cx="11276510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谓语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宾语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Farmers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in my hometown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grow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all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kinds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of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vegetables.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我家乡的农民种植各种各样的蔬菜。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Danny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runs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big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bookstore.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丹尼经营一家大的书店。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学生和老师们都度过了一段愉快的时光。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因此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它的票房收入可能会稍微上升一点。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Therefore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12138" y="4940762"/>
            <a:ext cx="7362284" cy="668020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The students and teachers shared a great time. 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1617573" y="6307319"/>
            <a:ext cx="887838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its box-office income will probably enjoy a slight increase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179300" y="109601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402322"/>
            <a:ext cx="11276510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及物动词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间接宾语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直接宾语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His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wife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Tina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cooked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us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a delicious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dinner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他的妻子蒂娜给我们做了一顿美味的晚餐。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competition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offers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adolescents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good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chance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to show their talents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这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场竞赛给青少年提供了一个很好的展示才华的机会。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我要告诉你我最近的生活和学习情况。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about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my life and study in recent days.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这张画向我们展示了一个令人心动的时刻。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452286" y="5106596"/>
            <a:ext cx="3908289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 will tell you something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345436" y="6280748"/>
            <a:ext cx="656329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The picture shows us a touching moment. 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402321"/>
            <a:ext cx="11276510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及物动词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宾语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宾语补足语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Our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teacher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encouraged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us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enjoying labor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我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们的老师鼓励我们成为热爱劳动的人。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Mom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asked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find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relevant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information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on the Internet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妈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妈要求我在网上找一些相关信息。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我们已把我们的城市变成了一座美丽的花园。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孩子们觉得放鞭炮很有趣。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15302" y="4915851"/>
            <a:ext cx="6867694" cy="668020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We have made our city a beautiful garden. 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222541" y="6270783"/>
            <a:ext cx="859937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Children find setting off firecrackers very interesting. 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586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6.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谓语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不及物动词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状语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副词、名词、介词短语等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lives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countryside.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他住在乡下。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Suddenly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little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rabbit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jumped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out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of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horse.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突然一只小兔子从我马前跳了出来。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(2022 ·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新高考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Ⅱ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卷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布朗一家住在多伦多郊外的一栋公寓楼里。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 Brown family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an apartment building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Toronto.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这两个骑自行车的人出现在马路对面。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2856413" y="4885714"/>
            <a:ext cx="163434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live in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6961874" y="4885714"/>
            <a:ext cx="1886616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outside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-1310002" y="6059866"/>
            <a:ext cx="1003692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The two cyclists turned up across the road. 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415606"/>
            <a:ext cx="11276510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7.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谓语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宾语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状语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Tom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put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his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books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desk.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汤姆把他的书放在书桌上。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treat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us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very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well.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他们对我们很好。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我必须通过阅读关于文化方面的书籍来提高自己。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你能够写一些有关你们当地的美国文化的东西吗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01840" y="4356178"/>
            <a:ext cx="9661433" cy="668020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 have to improve myself by reading some books about culture. 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257417" y="5518705"/>
            <a:ext cx="10889555" cy="668020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Would you please write something about the culture in your part of the 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532903" y="6303998"/>
            <a:ext cx="244502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United States? 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415606"/>
            <a:ext cx="11276510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8.There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be+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其他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There’s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restaurant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around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corner.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拐角处有一家餐馆。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There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stands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hill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middle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of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park.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在公园中央有一座小山。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不远处有一座桥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沿着桥你就能找到那棵树并摘到更多水果。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Not far away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下周我校将举行中国剪纸展。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Next week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exhibition held by our school.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2158977" y="5149774"/>
            <a:ext cx="893485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there is a bridge that can lead you to the tree for more fruit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1970633" y="6312301"/>
            <a:ext cx="563795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there will be a Chinese paper-cutting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【语篇填空】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55600"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根据所给信息补全短文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注意句式结构的使用。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Leslie,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55600"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How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are you? Glad to see you have made some progress in Chinese learning and I’m writing to tell you something about our next lesson.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348761" y="468750"/>
            <a:ext cx="11657238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The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lesson will be given from 3 pm to 5 pm on the afternoon of next Tuesday in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the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classroom 502.In the class,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你将主要学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习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唐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诗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which reflects traditional Chinese culture and is deeply loved by Chinese.You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can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feel the beauty of Chinese by learning Tang poetry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 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你最好课前做好充足的准备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and have a brief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understanding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of the history of Tang Dynasty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 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它会让你轻松地上完这节课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55600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   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如果有什么我能帮你的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please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don’t  hesitate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to tell me.Looking forward to meeting you.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 sincerely,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4334942" y="1065984"/>
            <a:ext cx="5373441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you will mainly learn Tang poetry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7516542" y="2240136"/>
            <a:ext cx="359059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You’d better make full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276752" y="2821399"/>
            <a:ext cx="405010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preparations before class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6244430" y="3414288"/>
            <a:ext cx="5181549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which makes it easy for you to go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Box 6" title=""/>
          <p:cNvSpPr txBox="1"/>
          <p:nvPr/>
        </p:nvSpPr>
        <p:spPr>
          <a:xfrm>
            <a:off x="392865" y="3995551"/>
            <a:ext cx="2841353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through the class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Box 7" title=""/>
          <p:cNvSpPr txBox="1"/>
          <p:nvPr/>
        </p:nvSpPr>
        <p:spPr>
          <a:xfrm>
            <a:off x="776036" y="4588440"/>
            <a:ext cx="598110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If there is anything that I can help you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custom20205081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SHOW_EDIT_AREA_INDICATION" val="1"/>
  <p:tag name="KSO_WM_UNIT_TYPE" val="b"/>
  <p:tag name="KSO_WM_UNIT_VALUE" val="111"/>
</p:tagLst>
</file>

<file path=ppt/tags/tag64.xml><?xml version="1.0" encoding="utf-8"?>
<p:tagLst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5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124</Paragraphs>
  <Slides>12</Slides>
  <Notes>11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20">
      <vt:lpstr>Arial</vt:lpstr>
      <vt:lpstr>微软雅黑</vt:lpstr>
      <vt:lpstr>Wingdings</vt:lpstr>
      <vt:lpstr>Calibri Light</vt:lpstr>
      <vt:lpstr>Calibri</vt:lpstr>
      <vt:lpstr>Times New Roman</vt:lpstr>
      <vt:lpstr>宋体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2024-05-29T16:38:04.873</cp:lastPrinted>
  <dcterms:created xsi:type="dcterms:W3CDTF">2024-05-29T16:38:04Z</dcterms:created>
  <dcterms:modified xsi:type="dcterms:W3CDTF">2024-05-29T08:38:04Z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