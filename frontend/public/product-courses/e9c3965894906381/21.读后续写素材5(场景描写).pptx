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 Id="rId5" Type="http://schemas.openxmlformats.org/officeDocument/2006/relationships/custom-properties" Target="docProps/custom.xml" /></Relationships>
</file>

<file path=ppt/presentation.xml><?xml version="1.0" encoding="utf-8"?>
<!--Generated by Aspose.Slides for Java 23.3-->
<p:presentation xmlns:r="http://schemas.openxmlformats.org/officeDocument/2006/relationships" xmlns:a="http://schemas.openxmlformats.org/drawingml/2006/main" xmlns:p="http://schemas.openxmlformats.org/presentationml/2006/main">
  <p:sldMasterIdLst>
    <p:sldMasterId id="2147483648" r:id="rId1"/>
  </p:sldMasterIdLst>
  <p:notesMasterIdLst>
    <p:notesMasterId r:id="rId2"/>
  </p:notesMasterIdLst>
  <p:handoutMasterIdLst>
    <p:handoutMasterId r:id="rId3"/>
  </p:handoutMasterIdLst>
  <p:sldIdLst>
    <p:sldId id="267" r:id="rId4"/>
    <p:sldId id="257" r:id="rId5"/>
    <p:sldId id="258" r:id="rId6"/>
    <p:sldId id="259" r:id="rId7"/>
    <p:sldId id="260" r:id="rId8"/>
    <p:sldId id="261" r:id="rId9"/>
    <p:sldId id="262" r:id="rId10"/>
    <p:sldId id="263" r:id="rId11"/>
    <p:sldId id="264" r:id="rId12"/>
    <p:sldId id="265" r:id="rId13"/>
    <p:sldId id="266" r:id="rId14"/>
  </p:sldIdLst>
  <p:sldSz cx="12192000"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7.xml" /><Relationship Id="rId11" Type="http://schemas.openxmlformats.org/officeDocument/2006/relationships/slide" Target="slides/slide8.xml" /><Relationship Id="rId12" Type="http://schemas.openxmlformats.org/officeDocument/2006/relationships/slide" Target="slides/slide9.xml" /><Relationship Id="rId13" Type="http://schemas.openxmlformats.org/officeDocument/2006/relationships/slide" Target="slides/slide10.xml" /><Relationship Id="rId14" Type="http://schemas.openxmlformats.org/officeDocument/2006/relationships/slide" Target="slides/slide11.xml" /><Relationship Id="rId15" Type="http://schemas.openxmlformats.org/officeDocument/2006/relationships/tags" Target="tags/tag65.xml" /><Relationship Id="rId16" Type="http://schemas.openxmlformats.org/officeDocument/2006/relationships/presProps" Target="presProps.xml" /><Relationship Id="rId17" Type="http://schemas.openxmlformats.org/officeDocument/2006/relationships/viewProps" Target="viewProps.xml" /><Relationship Id="rId18" Type="http://schemas.openxmlformats.org/officeDocument/2006/relationships/theme" Target="theme/theme1.xml" /><Relationship Id="rId19" Type="http://schemas.openxmlformats.org/officeDocument/2006/relationships/tableStyles" Target="tableStyles.xml" /><Relationship Id="rId2" Type="http://schemas.openxmlformats.org/officeDocument/2006/relationships/notesMaster" Target="notesMasters/notesMaster1.xml" /><Relationship Id="rId3" Type="http://schemas.openxmlformats.org/officeDocument/2006/relationships/handoutMaster" Target="handoutMasters/handoutMaster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slide" Target="slides/slide3.xml" /><Relationship Id="rId7" Type="http://schemas.openxmlformats.org/officeDocument/2006/relationships/slide" Target="slides/slide4.xml" /><Relationship Id="rId8" Type="http://schemas.openxmlformats.org/officeDocument/2006/relationships/slide" Target="slides/slide5.xml" /><Relationship Id="rId9" Type="http://schemas.openxmlformats.org/officeDocument/2006/relationships/slide" Target="slides/slide6.xml" /></Relationships>
</file>

<file path=ppt/handoutMasters/_rels/handoutMaster1.xml.rels>&#65279;<?xml version="1.0" encoding="utf-8" standalone="yes"?><Relationships xmlns="http://schemas.openxmlformats.org/package/2006/relationships"><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bg>
      <p:bgRef idx="1001">
        <a:schemeClr val="bg1"/>
      </p:bgRef>
    </p:bg>
    <p:spTree>
      <p:nvGrpSpPr>
        <p:cNvPr id="1" name=""/>
        <p:cNvGrpSpPr/>
        <p:nvPr/>
      </p:nvGrpSpPr>
      <p:grpSpPr>
        <a:xfrm>
          <a:off x="0" y="0"/>
          <a: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1" name=""/>
        <p:cNvGrpSpPr/>
        <p:nvPr/>
      </p:nvGrpSpPr>
      <p:grpSpPr>
        <a:xfrm>
          <a:off x="0" y="0"/>
          <a: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txBox="1">
            <a:spLocks noGrp="1"/>
          </p:cNvSpPr>
          <p:nvPr>
            <p:ph type="body" idx="3"/>
          </p:nvPr>
        </p:nvSpPr>
        <p:spPr/>
        <p:txBody>
          <a:bodyPr/>
          <a:lstStyle/>
          <a:p>
            <a:endParaRPr lang="zh-CN" altLang="en-US"/>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tags" Target="../tags/tag1.xml" /><Relationship Id="rId2" Type="http://schemas.openxmlformats.org/officeDocument/2006/relationships/tags" Target="../tags/tag2.xml" /><Relationship Id="rId3" Type="http://schemas.openxmlformats.org/officeDocument/2006/relationships/tags" Target="../tags/tag3.xml" /><Relationship Id="rId4" Type="http://schemas.openxmlformats.org/officeDocument/2006/relationships/tags" Target="../tags/tag4.xml" /><Relationship Id="rId5" Type="http://schemas.openxmlformats.org/officeDocument/2006/relationships/tags" Target="../tags/tag5.xml" /><Relationship Id="rId6"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tags" Target="../tags/tag6.xml" /><Relationship Id="rId2" Type="http://schemas.openxmlformats.org/officeDocument/2006/relationships/tags" Target="../tags/tag7.xml" /><Relationship Id="rId3" Type="http://schemas.openxmlformats.org/officeDocument/2006/relationships/tags" Target="../tags/tag8.xml" /><Relationship Id="rId4" Type="http://schemas.openxmlformats.org/officeDocument/2006/relationships/tags" Target="../tags/tag9.xml" /><Relationship Id="rId5" Type="http://schemas.openxmlformats.org/officeDocument/2006/relationships/tags" Target="../tags/tag10.xml" /><Relationship Id="rId6"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tags" Target="../tags/tag11.xml" /><Relationship Id="rId2" Type="http://schemas.openxmlformats.org/officeDocument/2006/relationships/tags" Target="../tags/tag12.xml" /><Relationship Id="rId3" Type="http://schemas.openxmlformats.org/officeDocument/2006/relationships/tags" Target="../tags/tag13.xml" /><Relationship Id="rId4" Type="http://schemas.openxmlformats.org/officeDocument/2006/relationships/tags" Target="../tags/tag14.xml" /><Relationship Id="rId5" Type="http://schemas.openxmlformats.org/officeDocument/2006/relationships/tags" Target="../tags/tag15.xml" /><Relationship Id="rId6"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tags" Target="../tags/tag16.xml" /><Relationship Id="rId2" Type="http://schemas.openxmlformats.org/officeDocument/2006/relationships/tags" Target="../tags/tag17.xml" /><Relationship Id="rId3" Type="http://schemas.openxmlformats.org/officeDocument/2006/relationships/tags" Target="../tags/tag18.xml" /><Relationship Id="rId4" Type="http://schemas.openxmlformats.org/officeDocument/2006/relationships/tags" Target="../tags/tag19.xml" /><Relationship Id="rId5" Type="http://schemas.openxmlformats.org/officeDocument/2006/relationships/tags" Target="../tags/tag20.xml" /><Relationship Id="rId6" Type="http://schemas.openxmlformats.org/officeDocument/2006/relationships/tags" Target="../tags/tag21.xml" /><Relationship Id="rId7"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tags" Target="../tags/tag22.xml" /><Relationship Id="rId2" Type="http://schemas.openxmlformats.org/officeDocument/2006/relationships/tags" Target="../tags/tag23.xml" /><Relationship Id="rId3" Type="http://schemas.openxmlformats.org/officeDocument/2006/relationships/tags" Target="../tags/tag24.xml" /><Relationship Id="rId4" Type="http://schemas.openxmlformats.org/officeDocument/2006/relationships/tags" Target="../tags/tag25.xml" /><Relationship Id="rId5" Type="http://schemas.openxmlformats.org/officeDocument/2006/relationships/tags" Target="../tags/tag26.xml" /><Relationship Id="rId6" Type="http://schemas.openxmlformats.org/officeDocument/2006/relationships/tags" Target="../tags/tag27.xml" /><Relationship Id="rId7" Type="http://schemas.openxmlformats.org/officeDocument/2006/relationships/tags" Target="../tags/tag28.xml" /><Relationship Id="rId8" Type="http://schemas.openxmlformats.org/officeDocument/2006/relationships/tags" Target="../tags/tag29.xml" /><Relationship Id="rId9"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tags" Target="../tags/tag30.xml" /><Relationship Id="rId2" Type="http://schemas.openxmlformats.org/officeDocument/2006/relationships/tags" Target="../tags/tag31.xml" /><Relationship Id="rId3" Type="http://schemas.openxmlformats.org/officeDocument/2006/relationships/tags" Target="../tags/tag32.xml" /><Relationship Id="rId4" Type="http://schemas.openxmlformats.org/officeDocument/2006/relationships/tags" Target="../tags/tag33.xml" /><Relationship Id="rId5"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tags" Target="../tags/tag34.xml" /><Relationship Id="rId2" Type="http://schemas.openxmlformats.org/officeDocument/2006/relationships/tags" Target="../tags/tag35.xml" /><Relationship Id="rId3" Type="http://schemas.openxmlformats.org/officeDocument/2006/relationships/tags" Target="../tags/tag36.xml" /><Relationship Id="rId4"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tags" Target="../tags/tag37.xml" /><Relationship Id="rId2" Type="http://schemas.openxmlformats.org/officeDocument/2006/relationships/tags" Target="../tags/tag38.xml" /><Relationship Id="rId3" Type="http://schemas.openxmlformats.org/officeDocument/2006/relationships/tags" Target="../tags/tag39.xml" /><Relationship Id="rId4" Type="http://schemas.openxmlformats.org/officeDocument/2006/relationships/tags" Target="../tags/tag40.xml" /><Relationship Id="rId5" Type="http://schemas.openxmlformats.org/officeDocument/2006/relationships/tags" Target="../tags/tag41.xml" /><Relationship Id="rId6" Type="http://schemas.openxmlformats.org/officeDocument/2006/relationships/tags" Target="../tags/tag42.xml" /><Relationship Id="rId7"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tags" Target="../tags/tag43.xml" /><Relationship Id="rId2" Type="http://schemas.openxmlformats.org/officeDocument/2006/relationships/tags" Target="../tags/tag44.xml" /><Relationship Id="rId3" Type="http://schemas.openxmlformats.org/officeDocument/2006/relationships/tags" Target="../tags/tag45.xml" /><Relationship Id="rId4" Type="http://schemas.openxmlformats.org/officeDocument/2006/relationships/tags" Target="../tags/tag46.xml" /><Relationship Id="rId5" Type="http://schemas.openxmlformats.org/officeDocument/2006/relationships/tags" Target="../tags/tag47.xml" /><Relationship Id="rId6"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tags" Target="../tags/tag48.xml" /><Relationship Id="rId2" Type="http://schemas.openxmlformats.org/officeDocument/2006/relationships/tags" Target="../tags/tag49.xml" /><Relationship Id="rId3" Type="http://schemas.openxmlformats.org/officeDocument/2006/relationships/tags" Target="../tags/tag50.xml" /><Relationship Id="rId4" Type="http://schemas.openxmlformats.org/officeDocument/2006/relationships/tags" Target="../tags/tag51.xml" /><Relationship Id="rId5"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tags" Target="../tags/tag52.xml" /><Relationship Id="rId2" Type="http://schemas.openxmlformats.org/officeDocument/2006/relationships/tags" Target="../tags/tag53.xml" /><Relationship Id="rId3" Type="http://schemas.openxmlformats.org/officeDocument/2006/relationships/tags" Target="../tags/tag54.xml" /><Relationship Id="rId4" Type="http://schemas.openxmlformats.org/officeDocument/2006/relationships/tags" Target="../tags/tag55.xml" /><Relationship Id="rId5" Type="http://schemas.openxmlformats.org/officeDocument/2006/relationships/tags" Target="../tags/tag56.xml" /><Relationship Id="rId6"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标题幻灯片">
    <p:spTree>
      <p:nvGrpSpPr>
        <p:cNvPr id="1" name=""/>
        <p:cNvGrpSpPr/>
        <p:nvPr/>
      </p:nvGrpSpPr>
      <p:grpSpPr>
        <a:xfrm>
          <a:off x="0" y="0"/>
          <a: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标题和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节标题">
    <p:spTree>
      <p:nvGrpSpPr>
        <p:cNvPr id="1" name=""/>
        <p:cNvGrpSpPr/>
        <p:nvPr/>
      </p:nvGrpSpPr>
      <p:grpSpPr>
        <a:xfrm>
          <a:off x="0" y="0"/>
          <a: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a:t>单击此处编辑标题</a:t>
            </a:r>
            <a:endParaRPr lang="zh-CN" altLang="en-US"/>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单击此处编辑文本</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两栏内容">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比较">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仅标题">
    <p:spTree>
      <p:nvGrpSpPr>
        <p:cNvPr id="1" name=""/>
        <p:cNvGrpSpPr/>
        <p:nvPr/>
      </p:nvGrpSpPr>
      <p:grpSpPr>
        <a:xfrm>
          <a:off x="0" y="0"/>
          <a: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空白">
    <p:spTree>
      <p:nvGrpSpPr>
        <p:cNvPr id="1" name=""/>
        <p:cNvGrpSpPr/>
        <p:nvPr/>
      </p:nvGrpSpPr>
      <p:grpSpPr>
        <a:xfrm>
          <a:off x="0" y="0"/>
          <a: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图片与标题">
    <p:spTree>
      <p:nvGrpSpPr>
        <p:cNvPr id="1" name=""/>
        <p:cNvGrpSpPr/>
        <p:nvPr/>
      </p:nvGrpSpPr>
      <p:grpSpPr>
        <a:xfrm>
          <a:off x="0" y="0"/>
          <a: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
            </a:fld>
            <a:endParaRPr lang="zh-CN" altLang="en-US"/>
          </a:p>
        </p:txBody>
      </p:sp>
      <p:sp>
        <p:nvSpPr>
          <p:cNvPr id="6" name="页脚占位符 5"/>
          <p:cNvSpPr>
            <a:spLocks noGrp="1"/>
          </p:cNvSpPr>
          <p:nvPr>
            <p:ph type="ftr" sz="quarter" idx="11"/>
            <p:custDataLst>
              <p:tags r:id="rId4"/>
            </p:custDataLst>
          </p:nvPr>
        </p:nvSpPr>
        <p:spPr/>
        <p:txBody>
          <a:bodyPr/>
          <a:lstStyle/>
          <a:p>
            <a:endParaRPr lang="zh-CN" altLang="en-US"/>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竖排标题与文本">
    <p:spTree>
      <p:nvGrpSpPr>
        <p:cNvPr id="1" name=""/>
        <p:cNvGrpSpPr/>
        <p:nvPr/>
      </p:nvGrpSpPr>
      <p:grpSpPr>
        <a:xfrm>
          <a:off x="0" y="0"/>
          <a: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
            </a:fld>
            <a:endParaRPr lang="zh-CN" alt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内容">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末尾幻灯片">
    <p:spTree>
      <p:nvGrpSpPr>
        <p:cNvPr id="1" name=""/>
        <p:cNvGrpSpPr/>
        <p:nvPr/>
      </p:nvGrpSpPr>
      <p:grpSpPr>
        <a:xfrm>
          <a:off x="0" y="0"/>
          <a: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a:t>单击此处编辑母版文本样式</a:t>
            </a:r>
            <a:endParaRPr lang="zh-CN" alt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ags" Target="../tags/tag57.xml" /><Relationship Id="rId13" Type="http://schemas.openxmlformats.org/officeDocument/2006/relationships/tags" Target="../tags/tag58.xml" /><Relationship Id="rId14" Type="http://schemas.openxmlformats.org/officeDocument/2006/relationships/tags" Target="../tags/tag59.xml" /><Relationship Id="rId15" Type="http://schemas.openxmlformats.org/officeDocument/2006/relationships/tags" Target="../tags/tag60.xml" /><Relationship Id="rId16" Type="http://schemas.openxmlformats.org/officeDocument/2006/relationships/tags" Target="../tags/tag61.xml" /><Relationship Id="rId17" Type="http://schemas.openxmlformats.org/officeDocument/2006/relationships/image" Target="file:///D:\qq&#25991;&#20214;\712321467\Image\C2C\Image2\%7b75232B38-A165-1FB7-499C-2E1C792CACB5%7d.png" TargetMode="External" /><Relationship Id="rId18" Type="http://schemas.openxmlformats.org/officeDocument/2006/relationships/image" Target="../media/image1.png" /><Relationship Id="rId19" Type="http://schemas.openxmlformats.org/officeDocument/2006/relationships/image" Target="../media/image2.jpeg" /><Relationship Id="rId2" Type="http://schemas.openxmlformats.org/officeDocument/2006/relationships/slideLayout" Target="../slideLayouts/slideLayout2.xml" /><Relationship Id="rId20" Type="http://schemas.openxmlformats.org/officeDocument/2006/relationships/tags" Target="../tags/tag62.xml" /><Relationship Id="rId21" Type="http://schemas.openxmlformats.org/officeDocument/2006/relationships/theme" Target="../theme/theme1.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blipFill rotWithShape="0">
          <a:blip r:embed="rId19"/>
          <a:stretch>
            <a:fillRect/>
          </a:stretch>
        </a:blipFill>
        <a:effectLst/>
      </p:bgPr>
    </p:bg>
    <p:spTree>
      <p:nvGrpSpPr>
        <p:cNvPr id="1" name=""/>
        <p:cNvGrpSpPr/>
        <p:nvPr/>
      </p:nvGrpSpPr>
      <p:grpSpPr>
        <a:xfrm>
          <a:off x="0" y="0"/>
          <a: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a:t>单击此处编辑母版标题样式</a:t>
            </a:r>
            <a:endParaRPr lang="zh-CN" altLang="en-US"/>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0</a:t>
            </a:fld>
            <a:endParaRPr lang="zh-CN" altLang="en-US"/>
          </a:p>
        </p:txBody>
      </p:sp>
      <p:pic>
        <p:nvPicPr>
          <p:cNvPr id="7" name="图片 1073743875" descr="学科网 zxxk.com" title=""/>
          <p:cNvPicPr>
            <a:picLocks noChangeAspect="1"/>
          </p:cNvPicPr>
          <p:nvPr/>
        </p:nvPicPr>
        <p:blipFill>
          <a:blip r:embed="rId18" r:link="rId17"/>
          <a:stretch>
            <a:fillRect/>
          </a:stretch>
        </p:blipFill>
        <p:spPr>
          <a:xfrm>
            <a:off x="838200" y="365125"/>
            <a:ext cx="9525" cy="9525"/>
          </a:xfrm>
          <a:prstGeom prst="rect">
            <a:avLst/>
          </a:prstGeom>
          <a:noFill/>
          <a:ln>
            <a:noFill/>
            <a:miter lim="800000"/>
          </a:ln>
        </p:spPr>
      </p:pic>
    </p:spTree>
    <p:custDataLst>
      <p:tags r:id="rId20"/>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tags" Target="../tags/tag63.xml" /><Relationship Id="rId3" Type="http://schemas.openxmlformats.org/officeDocument/2006/relationships/image" Target="../media/image3.jpeg" /><Relationship Id="rId4" Type="http://schemas.openxmlformats.org/officeDocument/2006/relationships/tags" Target="../tags/tag64.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image4.png"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bg>
      <p:bgPr>
        <a:blipFill rotWithShape="1">
          <a:blip r:embed="rId3"/>
          <a:stretch>
            <a:fillRect/>
          </a:stretch>
        </a:blipFill>
        <a:effectLst/>
      </p:bgPr>
    </p:bg>
    <p:spTree>
      <p:nvGrpSpPr>
        <p:cNvPr id="1" name=""/>
        <p:cNvGrpSpPr/>
        <p:nvPr/>
      </p:nvGrpSpPr>
      <p:grpSpPr>
        <a:xfrm>
          <a:off x="0" y="0"/>
          <a:ext cx="0" cy="0"/>
        </a:xfrm>
      </p:grpSpPr>
      <p:sp>
        <p:nvSpPr>
          <p:cNvPr id="3" name="副标题 2" title=""/>
          <p:cNvSpPr>
            <a:spLocks noGrp="1"/>
          </p:cNvSpPr>
          <p:nvPr>
            <p:ph type="subTitle" idx="1"/>
            <p:custDataLst>
              <p:tags r:id="rId2"/>
            </p:custDataLst>
          </p:nvPr>
        </p:nvSpPr>
        <p:spPr>
          <a:xfrm>
            <a:off x="1554400" y="1956390"/>
            <a:ext cx="9799200" cy="1472400"/>
          </a:xfrm>
        </p:spPr>
        <p:txBody>
          <a:bodyPr/>
          <a:lstStyle/>
          <a:p>
            <a:r>
              <a:rPr lang="zh-CN" altLang="en-US" sz="4800">
                <a:latin typeface="Times New Roman" panose="02020603050405020304" pitchFamily="18" charset="0"/>
                <a:ea typeface="宋体" panose="02010600030101010101" pitchFamily="2" charset="-122"/>
              </a:rPr>
              <a:t>读后续写素材(场景描写)</a:t>
            </a:r>
            <a:endParaRPr lang="zh-CN" altLang="en-US" sz="4800">
              <a:latin typeface="Times New Roman" panose="02020603050405020304" pitchFamily="18" charset="0"/>
              <a:ea typeface="宋体" panose="02010600030101010101" pitchFamily="2" charset="-122"/>
            </a:endParaRPr>
          </a:p>
        </p:txBody>
      </p:sp>
    </p:spTree>
    <p:custDataLst>
      <p:tags r:id="rId4"/>
    </p:custData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297688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1</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The water twisted him, tore at him, span him around like a bird caught in a tornado.He fought with all his might, but the water wouldn’t let him go.It was as though he was in the jaws of fierce monster.</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水扭曲着他</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撕裂着他</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把他甩来甩去</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就像一只被龙卷风困住的鸟。他使出浑身解数</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但水不放他走。他好像被一个凶猛的怪物咬住了。</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28510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2</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Immediately, the class became excited.Some students could hardly wait to tell their deskmates about their holiday trips, with excitement and joy in their bright eyes.Those who hadn’t been anywhere showed great curiosity about the holiday stories, listening carefully and asking questions now and then.Laughter filled every corner of the classroom.</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全班同学立刻兴奋起来。一些学生迫不及待地向同桌讲述他们的假期旅行</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他们明亮的眼睛里闪烁着兴奋和喜悦。那些没有去过任何地方的人对节日故事表现出极大的好奇心</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他们仔细地听着</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不时地问些问题。教室的每个角落都充满了笑声。</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70789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3</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Grandpa smiled and decided to give it a try so as not to make his grandchildren disappointed.He held the cane in his right hand and the arm of his chair in his left hand.He stood up with strength on his legs.Everyone was surprised and excited to see grandpa stand up.At that moment, Jack noticed a tear coming from the corner of his grandfather’s eye.</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爷爷笑了笑</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决定试一试</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以免让孙子们失望。他右手握着手杖</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左手握着椅子的扶手。他两腿有力气地站了起来。看到爷爷站起来</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每个人都感到惊讶和兴奋。就在那一刻</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杰克注意到爷爷的眼角涌出了泪水。</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86232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4</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err="1">
                <a:latin typeface="Times New Roman" panose="02020603050405020304" pitchFamily="18" charset="0"/>
                <a:ea typeface="宋体" panose="02010600030101010101" pitchFamily="2" charset="-122"/>
              </a:rPr>
              <a:t>Dr.Fredrick, the headmaster, gave a speech at the awarding ceremony. He introduced the top student of this term, emphasizing his outstanding math talent as well as/coupled with a golden heart made it clear that he totally deserved the title.Marv was invited to the stage, with all the audience standing up, their cheers echoing in the whole room.Face beaming with happiness, Marv cast a sideways glance at Scruff and Max, who exchanged a smile knowingly.</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校长弗雷德里克博士在颁奖典礼上致辞。他介绍了这个学期的学霸</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强调了他出色的数学天赋和善良的心</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这表明他是当之无愧的。马尔夫被邀请上台</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所有的观众都站了起来</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他们的欢呼声响彻整个房间。马尔夫脸上洋溢着幸福的笑容</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他瞥了斯克拉夫和马克斯一眼</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他们会意地交换了一个微笑。</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70789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5</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A month later, the big day finally came.With our company, Pa went to the museum, dressed in his favorite suit.Seeing the crowds flooding in, Pa smiled like a young boy,his wrinkled face lighting up.The viewers expressed their admiration to Pa, sharing with him how they were inspired to see the world differently.</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一个月后</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重要日子终于来了。在我们的陪同下</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爸爸穿着他最喜欢的西装去了博物馆。看到潮水般涌来的人群</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爸爸像个小男孩一样笑了</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他布满皱纹的脸上露出了笑容。观众们表达了对爸爸的钦佩</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并与他分享了他们是如何受到启发</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以不同的方式看待世界的。</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28510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6</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The exhibition was held at the trendy art gallery, with family, friends and members of the public in attendance.My father was thrilled by the turnout, and seeing his paintings on display.Each piece was accompanied by a description written by him, detailing the inspiration and meaning behind it.His abstract works especially caught the attention of many visitors, who were amazed by his talent and unique perspective.</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展览在时尚的艺术画廊举行</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有家人、朋友和公众人士出席。我父亲看到这么多人出席</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看到自己的画被展出</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感到非常激动。每幅作品都附有他写的描述</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详细描述了作品背后的灵感和意义。他的抽象作品尤其吸引了许多参观者的注意</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他们被他的才华和独特的视角所惊叹。</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28510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7</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err="1">
                <a:latin typeface="Times New Roman" panose="02020603050405020304" pitchFamily="18" charset="0"/>
                <a:ea typeface="宋体" panose="02010600030101010101" pitchFamily="2" charset="-122"/>
              </a:rPr>
              <a:t>Vingo sat there stunned, looking at the oak tree.It was covered with yellow handkerchiefs, twenty of them, thirty of them, maybe hundreds. A tree that stood like a banner of welcome billowing in the wind, turned into a gorgeous yellow blur by the passing bus.As the young people shouted, the old con slowly rose from his seat, holding himself tightly, and made his way to the front of the bus to go home.</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温格呆呆地坐在那里</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望着那棵橡树。树上挂满了黄色的手帕</a:t>
            </a:r>
            <a:r>
              <a:rPr lang="en-US" altLang="zh-CN" sz="2500" kern="100">
                <a:latin typeface="Times New Roman" panose="02020603050405020304" pitchFamily="18" charset="0"/>
                <a:ea typeface="宋体" panose="02010600030101010101" pitchFamily="2" charset="-122"/>
              </a:rPr>
              <a:t>,20</a:t>
            </a:r>
            <a:r>
              <a:rPr lang="zh-CN" altLang="zh-CN" sz="2500" kern="100">
                <a:latin typeface="Times New Roman" panose="02020603050405020304" pitchFamily="18" charset="0"/>
                <a:ea typeface="宋体" panose="02010600030101010101" pitchFamily="2" charset="-122"/>
              </a:rPr>
              <a:t>条</a:t>
            </a:r>
            <a:r>
              <a:rPr lang="en-US" altLang="zh-CN" sz="2500" kern="100">
                <a:latin typeface="Times New Roman" panose="02020603050405020304" pitchFamily="18" charset="0"/>
                <a:ea typeface="宋体" panose="02010600030101010101" pitchFamily="2" charset="-122"/>
              </a:rPr>
              <a:t>,30</a:t>
            </a:r>
            <a:r>
              <a:rPr lang="zh-CN" altLang="zh-CN" sz="2500" kern="100">
                <a:latin typeface="Times New Roman" panose="02020603050405020304" pitchFamily="18" charset="0"/>
                <a:ea typeface="宋体" panose="02010600030101010101" pitchFamily="2" charset="-122"/>
              </a:rPr>
              <a:t>条</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也许有数百条。这棵树就像一面迎宾的旗帜</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在风中飘扬</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在经过的公共汽车面前变成了绚丽的黄色。在年轻人的呼喊中</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老骗子慢慢地从座位上站起来</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紧紧地抱着自己</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向公共汽车的前部走去</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准备回家。</a:t>
            </a:r>
            <a:endParaRPr lang="zh-CN" altLang="zh-CN" sz="2500" kern="100">
              <a:latin typeface="Times New Roman" panose="02020603050405020304" pitchFamily="18" charset="0"/>
              <a:ea typeface="宋体" panose="02010600030101010101" pitchFamily="2" charset="-122"/>
            </a:endParaRPr>
          </a:p>
        </p:txBody>
      </p:sp>
      <p:pic>
        <p:nvPicPr>
          <p:cNvPr id="3" name="Picture 3"/>
          <p:cNvPicPr>
            <a:picLocks noChangeAspect="1"/>
          </p:cNvPicPr>
          <p:nvPr/>
        </p:nvPicPr>
        <p:blipFill>
          <a:blip r:embed="rId3"/>
          <a:stretch>
            <a:fillRect/>
          </a:stretch>
        </p:blipFill>
        <p:spPr>
          <a:xfrm flipH="1">
            <a:off x="12598400" y="12560300"/>
            <a:ext cx="0" cy="0"/>
          </a:xfrm>
          <a:prstGeom prst="rect">
            <a:avLst/>
          </a:prstGeom>
          <a:ln>
            <a:noFill/>
          </a:ln>
        </p:spPr>
      </p:pic>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586232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8</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Jose was a devoted teacher for a local high school in California.Unfortunately, with the money he earned, he couldn’t support his family and extended family in Mexico and rent an apartment in California at the same time.Therefore, having failed to afford the rental of even a shoebox apartment, he had no choice but to live in his old car occasionally to make ends meet until he could find another place to live.</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何塞是加利福尼亚州一所当地高中的忠实教师。不幸的是</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用他挣的钱</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他无法同时养活在墨西哥的家人和大家庭</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并在加利福尼亚州租一套公寓。因此</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由于连一间鞋盒大小的公寓都租不起</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他别无选择</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只能偶尔住在他的旧车里</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以维持生计</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直到他找到另一个住处。</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4130675"/>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9</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It was cool and bright and just right for running.I was in the first few miles of a 10-mile race through some hills.Birds were singing on the trees.The soft wind was brushing my cheeks.I felt rested and springy.Despite the hills, I thought it was going to be a fine run.</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天气凉爽明亮</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正适合跑步。我参加了一场</a:t>
            </a:r>
            <a:r>
              <a:rPr lang="en-US" altLang="zh-CN" sz="2500" kern="100">
                <a:latin typeface="Times New Roman" panose="02020603050405020304" pitchFamily="18" charset="0"/>
                <a:ea typeface="宋体" panose="02010600030101010101" pitchFamily="2" charset="-122"/>
              </a:rPr>
              <a:t>10</a:t>
            </a:r>
            <a:r>
              <a:rPr lang="zh-CN" altLang="zh-CN" sz="2500" kern="100">
                <a:latin typeface="Times New Roman" panose="02020603050405020304" pitchFamily="18" charset="0"/>
                <a:ea typeface="宋体" panose="02010600030101010101" pitchFamily="2" charset="-122"/>
              </a:rPr>
              <a:t>英里的山路赛跑</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正跑在它的前几英里。鸟儿在树上唱歌。柔和的风拂过我的脸颊。我感到休息好了</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有活力了。尽管有小山</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我认为这将是一次很好的跑步。</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TextBox 1" title=""/>
          <p:cNvSpPr txBox="1"/>
          <p:nvPr/>
        </p:nvSpPr>
        <p:spPr>
          <a:xfrm>
            <a:off x="534762" y="721184"/>
            <a:ext cx="11276510" cy="3553460"/>
          </a:xfrm>
          <a:prstGeom prst="rect">
            <a:avLst/>
          </a:prstGeom>
          <a:noFill/>
        </p:spPr>
        <p:txBody>
          <a:bodyPr wrap="square" rtlCol="0">
            <a:spAutoFit/>
          </a:bodyPr>
          <a:lstStyle/>
          <a:p>
            <a:pPr algn="just">
              <a:lnSpc>
                <a:spcPct val="150000"/>
              </a:lnSpc>
              <a:spcAft>
                <a:spcPct val="0"/>
              </a:spcAft>
            </a:pPr>
            <a:r>
              <a:rPr lang="zh-CN" altLang="zh-CN" sz="2500" kern="100">
                <a:solidFill>
                  <a:srgbClr val="0000FF"/>
                </a:solidFill>
                <a:latin typeface="Times New Roman" panose="02020603050405020304" pitchFamily="18" charset="0"/>
                <a:ea typeface="宋体" panose="02010600030101010101" pitchFamily="2" charset="-122"/>
              </a:rPr>
              <a:t>【素材</a:t>
            </a:r>
            <a:r>
              <a:rPr lang="en-US" altLang="zh-CN" sz="2500" b="1" kern="100">
                <a:solidFill>
                  <a:srgbClr val="0000FF"/>
                </a:solidFill>
                <a:latin typeface="Times New Roman" panose="02020603050405020304" pitchFamily="18" charset="0"/>
                <a:ea typeface="宋体" panose="02010600030101010101" pitchFamily="2" charset="-122"/>
              </a:rPr>
              <a:t>10</a:t>
            </a:r>
            <a:r>
              <a:rPr lang="zh-CN" altLang="zh-CN" sz="2500" kern="100">
                <a:solidFill>
                  <a:srgbClr val="0000FF"/>
                </a:solidFill>
                <a:latin typeface="Times New Roman" panose="02020603050405020304" pitchFamily="18" charset="0"/>
                <a:ea typeface="宋体" panose="02010600030101010101" pitchFamily="2" charset="-122"/>
              </a:rPr>
              <a:t>】</a:t>
            </a:r>
            <a:r>
              <a:rPr lang="en-US" altLang="zh-CN" sz="2500" kern="100">
                <a:latin typeface="Times New Roman" panose="02020603050405020304" pitchFamily="18" charset="0"/>
                <a:ea typeface="宋体" panose="02010600030101010101" pitchFamily="2" charset="-122"/>
              </a:rPr>
              <a:t>I slam my palms into his chest.He loses his balance and crashes into an ugly urn filled with fake flowers.The urn tips and shatters into hundreds of tiny pieces.Peeta lands in the shards, and blood immediately flows from his hands.</a:t>
            </a:r>
            <a:endParaRPr lang="zh-CN" altLang="zh-CN" sz="2500" kern="100">
              <a:latin typeface="Times New Roman" panose="02020603050405020304" pitchFamily="18" charset="0"/>
              <a:ea typeface="宋体" panose="02010600030101010101" pitchFamily="2" charset="-122"/>
            </a:endParaRPr>
          </a:p>
          <a:p>
            <a:pPr algn="just">
              <a:lnSpc>
                <a:spcPct val="150000"/>
              </a:lnSpc>
              <a:spcAft>
                <a:spcPct val="0"/>
              </a:spcAft>
            </a:pPr>
            <a:r>
              <a:rPr lang="zh-CN" altLang="zh-CN" sz="2500" kern="100">
                <a:latin typeface="Times New Roman" panose="02020603050405020304" pitchFamily="18" charset="0"/>
                <a:ea typeface="宋体" panose="02010600030101010101" pitchFamily="2" charset="-122"/>
              </a:rPr>
              <a:t>我用手掌猛拍他的胸膛。他失去了平衡</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撞到了一个丑陋的装满假花的骨灰盒里。骨灰盒翻了个底朝天</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碎成了几百个小碎片。皮塔摔在碎片上</a:t>
            </a:r>
            <a:r>
              <a:rPr lang="en-US" altLang="zh-CN" sz="2500" kern="100">
                <a:latin typeface="Times New Roman" panose="02020603050405020304" pitchFamily="18" charset="0"/>
                <a:ea typeface="宋体" panose="02010600030101010101" pitchFamily="2" charset="-122"/>
              </a:rPr>
              <a:t>,</a:t>
            </a:r>
            <a:r>
              <a:rPr lang="zh-CN" altLang="zh-CN" sz="2500" kern="100">
                <a:latin typeface="Times New Roman" panose="02020603050405020304" pitchFamily="18" charset="0"/>
                <a:ea typeface="宋体" panose="02010600030101010101" pitchFamily="2" charset="-122"/>
              </a:rPr>
              <a:t>鲜血立刻从他的手上流了出来。</a:t>
            </a:r>
            <a:endParaRPr lang="zh-CN" altLang="zh-CN" sz="2500" kern="100">
              <a:latin typeface="Times New Roman" panose="02020603050405020304" pitchFamily="18" charset="0"/>
              <a:ea typeface="宋体" panose="02010600030101010101" pitchFamily="2" charset="-122"/>
            </a:endParaRPr>
          </a:p>
        </p:txBody>
      </p:sp>
    </p:spTree>
  </p:cSld>
  <p:clrMapOvr>
    <a:masterClrMapping/>
  </p:clrMapOvr>
  <p:transition/>
  <p:timing/>
</p:sld>
</file>

<file path=ppt/tags/tag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
  <p:tag name="KSO_WM_UNIT_LAYERLEVEL" val="1"/>
</p:tagLst>
</file>

<file path=ppt/tags/tag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2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2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3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3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3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3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4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7.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48.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4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52.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3.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4.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5.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6.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57.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8.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59.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0.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1.xml><?xml version="1.0" encoding="utf-8"?>
<p:tagLst xmlns:p="http://schemas.openxmlformats.org/presentationml/2006/main">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2.xml><?xml version="1.0" encoding="utf-8"?>
<p:tagLst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3.xml><?xml version="1.0" encoding="utf-8"?>
<p:tagLst xmlns:p="http://schemas.openxmlformats.org/presentationml/2006/main">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custom20205081_1*b*1"/>
  <p:tag name="KSO_WM_UNIT_INDEX" val="1"/>
  <p:tag name="KSO_WM_UNIT_ISCONTENTSTITLE" val="0"/>
  <p:tag name="KSO_WM_UNIT_ISNUMDGMTITLE" val="0"/>
  <p:tag name="KSO_WM_UNIT_LAYERLEVEL" val="1"/>
  <p:tag name="KSO_WM_UNIT_NOCLEAR" val="0"/>
  <p:tag name="KSO_WM_UNIT_SHOW_EDIT_AREA_INDICATION" val="1"/>
  <p:tag name="KSO_WM_UNIT_TYPE" val="b"/>
  <p:tag name="KSO_WM_UNIT_VALUE" val="111"/>
</p:tagLst>
</file>

<file path=ppt/tags/tag64.xml><?xml version="1.0" encoding="utf-8"?>
<p:tagLst xmlns:p="http://schemas.openxmlformats.org/presentationml/2006/main">
  <p:tag name="KSO_WM_BEAUTIFY_FLAG" val="#wm#"/>
  <p:tag name="KSO_WM_SLIDE_ID" val="custom20205081_1"/>
  <p:tag name="KSO_WM_SLIDE_INDEX" val="1"/>
  <p:tag name="KSO_WM_SLIDE_ITEM_CNT" val="0"/>
  <p:tag name="KSO_WM_SLIDE_LAYOUT" val="a_b"/>
  <p:tag name="KSO_WM_SLIDE_LAYOUT_CNT" val="1_1"/>
  <p:tag name="KSO_WM_SLIDE_SUBTYPE" val="defaultBlank"/>
  <p:tag name="KSO_WM_SLIDE_TYPE" val="title"/>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5.xml><?xml version="1.0" encoding="utf-8"?>
<p:tagLst xmlns:p="http://schemas.openxmlformats.org/presentationml/2006/main">
  <p:tag name="AS_OS" val="Unix 3.10 unknown"/>
  <p:tag name="AS_RELEASE_DATE" val="2023.03.31"/>
  <p:tag name="AS_TITLE" val="Aspose.Slides for Java"/>
  <p:tag name="AS_VERSION" val="23.3"/>
  <p:tag name="COMMONDATA" val="eyJoZGlkIjoiZjgyZmZhYjFlODliMjVlMjhmZmU1Y2ZlZmViZTBiYWYifQ=="/>
</p:tagLst>
</file>

<file path=ppt/theme/theme1.xml><?xml version="1.0" encoding="utf-8"?>
<a:theme xmlns:r="http://schemas.openxmlformats.org/officeDocument/2006/relationships"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Arial"/>
      </a:majorFont>
      <a:minorFont>
        <a:latin typeface="Arial"/>
        <a:ea typeface="微软雅黑"/>
        <a:cs typeface="Arial"/>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r="http://schemas.openxmlformats.org/officeDocument/2006/relationships"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Calibri Light"/>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vt="http://schemas.openxmlformats.org/officeDocument/2006/docPropsVTypes" xmlns="http://schemas.openxmlformats.org/officeDocument/2006/extended-properties">
  <Company>学科网</Company>
  <Paragraphs>21</Paragraphs>
  <Slides>11</Slides>
  <Notes>10</Notes>
  <TotalTime>0</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11</vt:i4>
      </vt:variant>
    </vt:vector>
  </HeadingPairs>
  <TitlesOfParts>
    <vt:vector baseType="lpstr" size="19">
      <vt:lpstr>Arial</vt:lpstr>
      <vt:lpstr>微软雅黑</vt:lpstr>
      <vt:lpstr>Wingdings</vt:lpstr>
      <vt:lpstr>Calibri Light</vt:lpstr>
      <vt:lpstr>Calibri</vt:lpstr>
      <vt:lpstr>Times New Roman</vt:lpstr>
      <vt:lpstr>宋体</vt:lpstr>
      <vt:lpstr>WPS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Java</Application>
  <AppVersion>23.0300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creator>rbm.xkw.com</dc:creator>
  <cp:revision>1</cp:revision>
  <cp:lastPrinted>2024-05-30T10:35:31.993</cp:lastPrinted>
  <dcterms:created xsi:type="dcterms:W3CDTF">2024-05-30T10:35:31Z</dcterms:created>
  <dcterms:modified xsi:type="dcterms:W3CDTF">2024-05-30T02:35:31Z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