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tags" Target="tags/tag1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file:///D:\qq&#25991;&#20214;\712321467\Image\C2C\Image2\%7b75232B38-A165-1FB7-499C-2E1C792CACB5%7d.png" TargetMode="External" /><Relationship Id="rId3" Type="http://schemas.openxmlformats.org/officeDocument/2006/relationships/image" Target="../media/image1.png" /><Relationship Id="rId4" Type="http://schemas.openxmlformats.org/officeDocument/2006/relationships/image" Target="../media/image2.jpeg" /><Relationship Id="rId5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3" r:link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95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7pPr>
      <a:lvl8pPr marL="13709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8pPr>
      <a:lvl9pPr marL="18281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198000"/>
        </a:spcBef>
        <a:spcAft>
          <a:spcPct val="0"/>
        </a:spcAft>
        <a:buFont typeface="Arial" panose="020b0604020202020204" pitchFamily="34" charset="0"/>
        <a:buChar char="•"/>
        <a:defRPr sz="284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380">
          <a:solidFill>
            <a:schemeClr val="tx1"/>
          </a:solidFill>
          <a:latin typeface="+mn-lt"/>
          <a:ea typeface="+mn-ea"/>
        </a:defRPr>
      </a:lvl2pPr>
      <a:lvl3pPr marL="114427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105">
          <a:solidFill>
            <a:schemeClr val="tx1"/>
          </a:solidFill>
          <a:latin typeface="+mn-lt"/>
          <a:ea typeface="+mn-ea"/>
        </a:defRPr>
      </a:lvl3pPr>
      <a:lvl4pPr marL="1598930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613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26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053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70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366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3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1873419"/>
            <a:ext cx="1170166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4000" kern="100">
                <a:latin typeface="Times New Roman" panose="02020603050405020304" pitchFamily="18" charset="0"/>
                <a:ea typeface="宋体" panose="02010600030101010101" pitchFamily="2" charset="-122"/>
              </a:rPr>
              <a:t>咨询信</a:t>
            </a:r>
            <a:endParaRPr lang="zh-CN" altLang="zh-CN" sz="40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spcAft>
                <a:spcPct val="0"/>
              </a:spcAft>
            </a:pPr>
            <a:endParaRPr lang="zh-CN" altLang="zh-CN" sz="40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【试题探究】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打算今年暑假去美国旅游。请你给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Travel America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国际旅行社写一封电子邮件进行咨询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内容如下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请其推荐合适的旅游路线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请其告知相关的旅游费用。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写作词数应为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个左右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可以适当增加细节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以使行文连贯。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审题布局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1128970" y="1576389"/>
          <a:ext cx="10256520" cy="2794635"/>
        </p:xfrm>
        <a:graphic>
          <a:graphicData uri="http://schemas.openxmlformats.org/drawingml/2006/table">
            <a:tbl>
              <a:tblPr firstRow="1" firstCol="1" bandRow="1"/>
              <a:tblGrid>
                <a:gridCol w="1541145"/>
                <a:gridCol w="8715375"/>
              </a:tblGrid>
              <a:tr h="6756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第一人称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(I),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第二人称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(you)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2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一般现在时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27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要点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写信目的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咨询的内容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旅游路线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旅游费用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176041" y="654756"/>
            <a:ext cx="12777829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巧饰亮点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我打算在美国住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天左右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希望能看一看那些独特的自然风景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品味一下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地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的风俗。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I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and I hope to have a look at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some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unique natural scenery and have a taste of local customs.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句式升级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定语从句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intend to stay in America for about 10 days,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hope to have a look at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some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unique natural scenery and have a taste of local customs.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540436" y="2465997"/>
            <a:ext cx="910618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intend to stay in America for about 10 days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5732920" y="4221413"/>
            <a:ext cx="311557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during which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6" y="654756"/>
            <a:ext cx="12671541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除此之外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我想了解路线的价格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包括所有旅游费用。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In addition, I’d like to know the prices of the routes, and all the traveling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expenses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句式升级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分词短语作定语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addition, I’d like to know the prices of the routes,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6717744" y="2841570"/>
            <a:ext cx="4827809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covering all the traveling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72705" y="3613578"/>
            <a:ext cx="179364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expenses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衔接成篇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Sir/Madam,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I’m planning to travel to the USA in the coming July. Therefore, I’m writing to inquire about travel routes of your agency.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intend to stay in America for about 10 days, during which I hope to have a look at some unique natural scenery and have a taste of local customs. So, could you please recommend some suitable travel routes? In addition, I’d like to know the prices of the routes, covering all the traveling expenses.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 reply at your earliest convenience is highly appreciated.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484100" y="102997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【句式储备】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开篇表明写信目的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Li Hua, a Chinese student, studying in New Zealand. I am writing to inquire about some information regarding/concerning travel.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一名在新西兰学习的中国学生。我写信是想询问一些关于旅行的信息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陈述要咨询的内容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First of all, I’m tempted to know the departure time and traveling route.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首先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我很想知道出发时间和旅行路线。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Secondly, how much do I have to pay for the travel?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其次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我需要支付多少旅费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Thirdly, is there anything I should pay special attention to?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第三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有什么我应该特别注意的吗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结尾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表感谢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盼回复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would be much appreciated if you could furnish me with the above information and you can contact me via 1234456@df. erf.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如果您能提供我上述信息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我将不胜感激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您可以通过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1234456@df. erf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与我联系。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Thank you and your prompt reply will be highly appreciated.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谢谢你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如能及时回复我将不胜感激。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高考过后计划暑假期间到美国去参加中美学生交流活动。请写一封咨询信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询问相关事宜。内容包括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对申请者的相关要求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课程的相关事宜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住宿和吃饭的条件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需要做的相关准备。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词数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左右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b="1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可以适当增加细节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以使行文连贯。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Sir or Madam,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【参考范文】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Sir or Madam,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very interested in the exchange program you offered. I am writing to obtain some more detailed information about it.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Firstly, I just graduated from an ordinary high school and I wonder what qualifications are required for applicants. Secondly, if admitted, what courses am I going to take, and do I need to buy any books ahead of time? In addition, would you be so kind to introduce to me the conditions of board and accommodations? By the way, if I need to make any other preparations, let me know, will you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Thanks again for your time and I’m looking forward to your early reply.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Best wishes!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4_Office 主题​​">
  <a:themeElements>
    <a:clrScheme name="Office 主题​​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​​">
      <a:majorFont>
        <a:latin typeface="等线 Light"/>
        <a:ea typeface="宋体"/>
        <a:cs typeface="Arial"/>
      </a:majorFont>
      <a:minorFont>
        <a:latin typeface="等线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72</Paragraphs>
  <Slides>13</Slides>
  <Notes>13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21">
      <vt:lpstr>Arial</vt:lpstr>
      <vt:lpstr>等线 Light</vt:lpstr>
      <vt:lpstr>宋体</vt:lpstr>
      <vt:lpstr>等线</vt:lpstr>
      <vt:lpstr>Calibri Light</vt:lpstr>
      <vt:lpstr>Calibri</vt:lpstr>
      <vt:lpstr>Times New Roman</vt:lpstr>
      <vt:lpstr>4_Office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2024-05-28T18:06:05.470</cp:lastPrinted>
  <dcterms:created xsi:type="dcterms:W3CDTF">2024-05-28T18:06:05Z</dcterms:created>
  <dcterms:modified xsi:type="dcterms:W3CDTF">2024-05-28T10:06:05Z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