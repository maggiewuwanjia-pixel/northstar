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Default Extension="tiff" ContentType="image/tiff"/>
  <Default Extension="mp4" ContentType="video/mp4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Relationship Id="rId5" Type="http://schemas.openxmlformats.org/officeDocument/2006/relationships/custom-properties" Target="docProps/custom.xml" /></Relationships>
</file>

<file path=ppt/presentation.xml><?xml version="1.0" encoding="utf-8"?>
<!--Generated by Aspose.Slides for Java 23.3-->
<p:presentation xmlns:r="http://schemas.openxmlformats.org/officeDocument/2006/relationships" xmlns:a="http://schemas.openxmlformats.org/drawingml/2006/main" xmlns:p="http://schemas.openxmlformats.org/presentationml/2006/main">
  <p:sldMasterIdLst>
    <p:sldMasterId id="2147483648" r:id="rId2"/>
  </p:sldMasterIdLst>
  <p:notesMasterIdLst>
    <p:notesMasterId r:id="rId3"/>
  </p:notesMasterIdLst>
  <p:handoutMasterIdLst>
    <p:handoutMasterId r:id="rId4"/>
  </p:handoutMasterIdLst>
  <p:sldIdLst>
    <p:sldId id="487" r:id="rId5"/>
    <p:sldId id="463" r:id="rId6"/>
    <p:sldId id="421" r:id="rId7"/>
    <p:sldId id="464" r:id="rId8"/>
    <p:sldId id="466" r:id="rId9"/>
    <p:sldId id="465" r:id="rId10"/>
    <p:sldId id="426" r:id="rId11"/>
    <p:sldId id="467" r:id="rId12"/>
    <p:sldId id="468" r:id="rId13"/>
    <p:sldId id="469" r:id="rId14"/>
    <p:sldId id="470" r:id="rId15"/>
    <p:sldId id="471" r:id="rId16"/>
    <p:sldId id="472" r:id="rId17"/>
    <p:sldId id="473" r:id="rId18"/>
    <p:sldId id="474" r:id="rId19"/>
    <p:sldId id="475" r:id="rId20"/>
    <p:sldId id="452" r:id="rId21"/>
    <p:sldId id="477" r:id="rId22"/>
    <p:sldId id="478" r:id="rId23"/>
    <p:sldId id="479" r:id="rId24"/>
    <p:sldId id="263" r:id="rId25"/>
    <p:sldId id="403" r:id="rId26"/>
    <p:sldId id="480" r:id="rId27"/>
    <p:sldId id="482" r:id="rId28"/>
  </p:sldIdLst>
  <p:sldSz cx="12192000" cy="6858000"/>
  <p:notesSz cx="7103745" cy="10234295"/>
  <p:custDataLst>
    <p:tags r:id="rId29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5" userDrawn="1">
          <p15:clr>
            <a:srgbClr val="A4A3A4"/>
          </p15:clr>
        </p15:guide>
        <p15:guide id="2" pos="41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p="http://schemas.openxmlformats.org/presentationml/2006/main">
  <p:cmAuthor id="1" name="Lilian Zhou" initials="" lastIdx="0" clrIdx="0"/>
</p:cmAuthorLst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66" autoAdjust="0"/>
    <p:restoredTop sz="94660" autoAdjust="0"/>
  </p:normalViewPr>
  <p:slideViewPr>
    <p:cSldViewPr snapToGrid="0" showGuides="1">
      <p:cViewPr varScale="1">
        <p:scale>
          <a:sx n="69" d="100"/>
          <a:sy n="69" d="100"/>
        </p:scale>
        <p:origin x="232" y="224"/>
      </p:cViewPr>
      <p:guideLst>
        <p:guide orient="horz" pos="2595"/>
        <p:guide pos="4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</p:cSldViewPr>
  </p:notesViewPr>
  <p:gridSpacing cx="72005" cy="72005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commentAuthors" Target="commentAuthors.xml" /><Relationship Id="rId10" Type="http://schemas.openxmlformats.org/officeDocument/2006/relationships/slide" Target="slides/slide6.xml" /><Relationship Id="rId11" Type="http://schemas.openxmlformats.org/officeDocument/2006/relationships/slide" Target="slides/slide7.xml" /><Relationship Id="rId12" Type="http://schemas.openxmlformats.org/officeDocument/2006/relationships/slide" Target="slides/slide8.xml" /><Relationship Id="rId13" Type="http://schemas.openxmlformats.org/officeDocument/2006/relationships/slide" Target="slides/slide9.xml" /><Relationship Id="rId14" Type="http://schemas.openxmlformats.org/officeDocument/2006/relationships/slide" Target="slides/slide10.xml" /><Relationship Id="rId15" Type="http://schemas.openxmlformats.org/officeDocument/2006/relationships/slide" Target="slides/slide11.xml" /><Relationship Id="rId16" Type="http://schemas.openxmlformats.org/officeDocument/2006/relationships/slide" Target="slides/slide12.xml" /><Relationship Id="rId17" Type="http://schemas.openxmlformats.org/officeDocument/2006/relationships/slide" Target="slides/slide13.xml" /><Relationship Id="rId18" Type="http://schemas.openxmlformats.org/officeDocument/2006/relationships/slide" Target="slides/slide14.xml" /><Relationship Id="rId19" Type="http://schemas.openxmlformats.org/officeDocument/2006/relationships/slide" Target="slides/slide15.xml" /><Relationship Id="rId2" Type="http://schemas.openxmlformats.org/officeDocument/2006/relationships/slideMaster" Target="slideMasters/slideMaster1.xml" /><Relationship Id="rId20" Type="http://schemas.openxmlformats.org/officeDocument/2006/relationships/slide" Target="slides/slide16.xml" /><Relationship Id="rId21" Type="http://schemas.openxmlformats.org/officeDocument/2006/relationships/slide" Target="slides/slide17.xml" /><Relationship Id="rId22" Type="http://schemas.openxmlformats.org/officeDocument/2006/relationships/slide" Target="slides/slide18.xml" /><Relationship Id="rId23" Type="http://schemas.openxmlformats.org/officeDocument/2006/relationships/slide" Target="slides/slide19.xml" /><Relationship Id="rId24" Type="http://schemas.openxmlformats.org/officeDocument/2006/relationships/slide" Target="slides/slide20.xml" /><Relationship Id="rId25" Type="http://schemas.openxmlformats.org/officeDocument/2006/relationships/slide" Target="slides/slide21.xml" /><Relationship Id="rId26" Type="http://schemas.openxmlformats.org/officeDocument/2006/relationships/slide" Target="slides/slide22.xml" /><Relationship Id="rId27" Type="http://schemas.openxmlformats.org/officeDocument/2006/relationships/slide" Target="slides/slide23.xml" /><Relationship Id="rId28" Type="http://schemas.openxmlformats.org/officeDocument/2006/relationships/slide" Target="slides/slide24.xml" /><Relationship Id="rId29" Type="http://schemas.openxmlformats.org/officeDocument/2006/relationships/tags" Target="tags/tag64.xml" /><Relationship Id="rId3" Type="http://schemas.openxmlformats.org/officeDocument/2006/relationships/notesMaster" Target="notesMasters/notesMaster1.xml" /><Relationship Id="rId30" Type="http://schemas.openxmlformats.org/officeDocument/2006/relationships/presProps" Target="presProps.xml" /><Relationship Id="rId31" Type="http://schemas.openxmlformats.org/officeDocument/2006/relationships/viewProps" Target="viewProps.xml" /><Relationship Id="rId32" Type="http://schemas.openxmlformats.org/officeDocument/2006/relationships/theme" Target="theme/theme1.xml" /><Relationship Id="rId33" Type="http://schemas.openxmlformats.org/officeDocument/2006/relationships/tableStyles" Target="tableStyles.xml" /><Relationship Id="rId4" Type="http://schemas.openxmlformats.org/officeDocument/2006/relationships/handoutMaster" Target="handoutMasters/handoutMaster1.xml" /><Relationship Id="rId5" Type="http://schemas.openxmlformats.org/officeDocument/2006/relationships/slide" Target="slides/slide1.xml" /><Relationship Id="rId6" Type="http://schemas.openxmlformats.org/officeDocument/2006/relationships/slide" Target="slides/slide2.xml" /><Relationship Id="rId7" Type="http://schemas.openxmlformats.org/officeDocument/2006/relationships/slide" Target="slides/slide3.xml" /><Relationship Id="rId8" Type="http://schemas.openxmlformats.org/officeDocument/2006/relationships/slide" Target="slides/slide4.xml" /><Relationship Id="rId9" Type="http://schemas.openxmlformats.org/officeDocument/2006/relationships/slide" Target="slides/slide5.xml" /></Relationships>
</file>

<file path=ppt/handoutMasters/_rels/handout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167998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90"/>
            </a:lvl1pPr>
          </a:lstStyle>
          <a:p>
            <a:fld id="{0F9B84EA-7D68-4D60-9CB1-D50884785D1C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167998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90"/>
            </a:lvl1pPr>
          </a:lstStyle>
          <a:p>
            <a:fld id="{8D4E0FC9-F1F8-4FAE-9988-3BA365CFD46F}" type="slidenum">
              <a:rPr lang="zh-CN" altLang="en-US" smtClean="0"/>
              <a:t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 noProof="1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9884A559-7166-43C5-9278-CCD201B73ABC}" type="datetimeFigureOut">
              <a:rPr lang="zh-CN" altLang="en-US"/>
              <a:t/>
            </a:fld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3076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备注占位符 4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buFont typeface="Arial" panose="020b0604020202020204" pitchFamily="34" charset="0"/>
              <a:buNone/>
              <a:defRPr sz="1200" noProof="1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AB62C77E-07D2-4BEF-992F-841305CF23ED}" type="slidenum">
              <a:rPr lang="zh-CN" altLang="en-US"/>
              <a:t/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404813" y="971550"/>
            <a:ext cx="7670801" cy="4316413"/>
          </a:xfrm>
        </p:spPr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b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zh-CN" altLang="en-US" smtClean="0"/>
              <a:t>第 </a:t>
            </a:r>
            <a:fld id="{CE884005-AAD7-43DA-8323-709AF992FEE5}" type="slidenum">
              <a:rPr lang="zh-CN" altLang="en-US" smtClean="0"/>
              <a:t>1</a:t>
            </a:fld>
            <a:r>
              <a:rPr lang="zh-CN" altLang="en-US" smtClean="0"/>
              <a:t> 页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1266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11267" name="备注占位符 2"/>
          <p:cNvSpPr txBox="1">
            <a:spLocks noGrp="1" noChangeArrowheads="1"/>
          </p:cNvSpPr>
          <p:nvPr>
            <p:ph type="body" idx="6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126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57107EAB-2CB8-486E-89B1-EDEF30BFE2E2}" type="slidenum">
              <a:rPr altLang="en-US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355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23555" name="备注占位符 2"/>
          <p:cNvSpPr txBox="1">
            <a:spLocks noGrp="1" noChangeArrowheads="1"/>
          </p:cNvSpPr>
          <p:nvPr>
            <p:ph type="body" idx="6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3556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B399CB11-2F29-41A6-A423-D669A9EEE02F}" type="slidenum">
              <a:rPr altLang="en-US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174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7" name="备注占位符 2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3174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A896B0BD-B103-4390-B4A2-6594AF552ED2}" type="slidenum">
              <a:rPr altLang="en-US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174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7" name="备注占位符 2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3174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A896B0BD-B103-4390-B4A2-6594AF552ED2}" type="slidenum">
              <a:rPr altLang="en-US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174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7" name="备注占位符 2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3174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A896B0BD-B103-4390-B4A2-6594AF552ED2}" type="slidenum">
              <a:rPr altLang="en-US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174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7" name="备注占位符 2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3174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A896B0BD-B103-4390-B4A2-6594AF552ED2}" type="slidenum">
              <a:rPr altLang="en-US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174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7" name="备注占位符 2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3174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A896B0BD-B103-4390-B4A2-6594AF552ED2}" type="slidenum">
              <a:rPr altLang="en-US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174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7" name="备注占位符 2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3174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A896B0BD-B103-4390-B4A2-6594AF552ED2}" type="slidenum">
              <a:rPr altLang="en-US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174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7" name="备注占位符 2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3174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A896B0BD-B103-4390-B4A2-6594AF552ED2}" type="slidenum">
              <a:rPr altLang="en-US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174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7" name="备注占位符 2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3174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A896B0BD-B103-4390-B4A2-6594AF552ED2}" type="slidenum">
              <a:rPr altLang="en-US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174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7" name="备注占位符 2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3174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A896B0BD-B103-4390-B4A2-6594AF552ED2}" type="slidenum">
              <a:rPr altLang="en-US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584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35843" name="备注占位符 2"/>
          <p:cNvSpPr txBox="1">
            <a:spLocks noGrp="1" noChangeArrowheads="1"/>
          </p:cNvSpPr>
          <p:nvPr>
            <p:ph type="body" idx="6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3584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D4447E02-F250-4DB4-8662-0ED5E6DBCD42}" type="slidenum">
              <a:rPr altLang="en-US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174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7" name="备注占位符 2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3174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A896B0BD-B103-4390-B4A2-6594AF552ED2}" type="slidenum">
              <a:rPr altLang="en-US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174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7" name="备注占位符 2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3174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A896B0BD-B103-4390-B4A2-6594AF552ED2}" type="slidenum">
              <a:rPr altLang="en-US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174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7" name="备注占位符 2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3174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A896B0BD-B103-4390-B4A2-6594AF552ED2}" type="slidenum">
              <a:rPr altLang="en-US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331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315" name="备注占位符 2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3316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011C12FC-2562-431A-9B00-A1979F97F738}" type="slidenum">
              <a:rPr altLang="en-US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.xml" /><Relationship Id="rId2" Type="http://schemas.openxmlformats.org/officeDocument/2006/relationships/tags" Target="../tags/tag2.xml" /><Relationship Id="rId3" Type="http://schemas.openxmlformats.org/officeDocument/2006/relationships/tags" Target="../tags/tag3.xml" /><Relationship Id="rId4" Type="http://schemas.openxmlformats.org/officeDocument/2006/relationships/tags" Target="../tags/tag4.xml" /><Relationship Id="rId5" Type="http://schemas.openxmlformats.org/officeDocument/2006/relationships/tags" Target="../tags/tag5.xml" /><Relationship Id="rId6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6.xml" /><Relationship Id="rId2" Type="http://schemas.openxmlformats.org/officeDocument/2006/relationships/tags" Target="../tags/tag7.xml" /><Relationship Id="rId3" Type="http://schemas.openxmlformats.org/officeDocument/2006/relationships/tags" Target="../tags/tag8.xml" /><Relationship Id="rId4" Type="http://schemas.openxmlformats.org/officeDocument/2006/relationships/tags" Target="../tags/tag9.xml" /><Relationship Id="rId5" Type="http://schemas.openxmlformats.org/officeDocument/2006/relationships/tags" Target="../tags/tag10.xml" /><Relationship Id="rId6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1.xml" /><Relationship Id="rId2" Type="http://schemas.openxmlformats.org/officeDocument/2006/relationships/tags" Target="../tags/tag12.xml" /><Relationship Id="rId3" Type="http://schemas.openxmlformats.org/officeDocument/2006/relationships/tags" Target="../tags/tag13.xml" /><Relationship Id="rId4" Type="http://schemas.openxmlformats.org/officeDocument/2006/relationships/tags" Target="../tags/tag14.xml" /><Relationship Id="rId5" Type="http://schemas.openxmlformats.org/officeDocument/2006/relationships/tags" Target="../tags/tag15.xml" /><Relationship Id="rId6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6.xml" /><Relationship Id="rId2" Type="http://schemas.openxmlformats.org/officeDocument/2006/relationships/tags" Target="../tags/tag17.xml" /><Relationship Id="rId3" Type="http://schemas.openxmlformats.org/officeDocument/2006/relationships/tags" Target="../tags/tag18.xml" /><Relationship Id="rId4" Type="http://schemas.openxmlformats.org/officeDocument/2006/relationships/tags" Target="../tags/tag19.xml" /><Relationship Id="rId5" Type="http://schemas.openxmlformats.org/officeDocument/2006/relationships/tags" Target="../tags/tag20.xml" /><Relationship Id="rId6" Type="http://schemas.openxmlformats.org/officeDocument/2006/relationships/tags" Target="../tags/tag21.xml" /><Relationship Id="rId7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22.xml" /><Relationship Id="rId2" Type="http://schemas.openxmlformats.org/officeDocument/2006/relationships/tags" Target="../tags/tag23.xml" /><Relationship Id="rId3" Type="http://schemas.openxmlformats.org/officeDocument/2006/relationships/tags" Target="../tags/tag24.xml" /><Relationship Id="rId4" Type="http://schemas.openxmlformats.org/officeDocument/2006/relationships/tags" Target="../tags/tag25.xml" /><Relationship Id="rId5" Type="http://schemas.openxmlformats.org/officeDocument/2006/relationships/tags" Target="../tags/tag26.xml" /><Relationship Id="rId6" Type="http://schemas.openxmlformats.org/officeDocument/2006/relationships/tags" Target="../tags/tag27.xml" /><Relationship Id="rId7" Type="http://schemas.openxmlformats.org/officeDocument/2006/relationships/tags" Target="../tags/tag28.xml" /><Relationship Id="rId8" Type="http://schemas.openxmlformats.org/officeDocument/2006/relationships/tags" Target="../tags/tag29.xml" /><Relationship Id="rId9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30.xml" /><Relationship Id="rId2" Type="http://schemas.openxmlformats.org/officeDocument/2006/relationships/tags" Target="../tags/tag31.xml" /><Relationship Id="rId3" Type="http://schemas.openxmlformats.org/officeDocument/2006/relationships/tags" Target="../tags/tag32.xml" /><Relationship Id="rId4" Type="http://schemas.openxmlformats.org/officeDocument/2006/relationships/tags" Target="../tags/tag33.xml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34.xml" /><Relationship Id="rId2" Type="http://schemas.openxmlformats.org/officeDocument/2006/relationships/tags" Target="../tags/tag35.xml" /><Relationship Id="rId3" Type="http://schemas.openxmlformats.org/officeDocument/2006/relationships/tags" Target="../tags/tag36.xml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37.xml" /><Relationship Id="rId2" Type="http://schemas.openxmlformats.org/officeDocument/2006/relationships/tags" Target="../tags/tag38.xml" /><Relationship Id="rId3" Type="http://schemas.openxmlformats.org/officeDocument/2006/relationships/tags" Target="../tags/tag39.xml" /><Relationship Id="rId4" Type="http://schemas.openxmlformats.org/officeDocument/2006/relationships/tags" Target="../tags/tag40.xml" /><Relationship Id="rId5" Type="http://schemas.openxmlformats.org/officeDocument/2006/relationships/tags" Target="../tags/tag41.xml" /><Relationship Id="rId6" Type="http://schemas.openxmlformats.org/officeDocument/2006/relationships/tags" Target="../tags/tag42.xml" /><Relationship Id="rId7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43.xml" /><Relationship Id="rId2" Type="http://schemas.openxmlformats.org/officeDocument/2006/relationships/tags" Target="../tags/tag44.xml" /><Relationship Id="rId3" Type="http://schemas.openxmlformats.org/officeDocument/2006/relationships/tags" Target="../tags/tag45.xml" /><Relationship Id="rId4" Type="http://schemas.openxmlformats.org/officeDocument/2006/relationships/tags" Target="../tags/tag46.xml" /><Relationship Id="rId5" Type="http://schemas.openxmlformats.org/officeDocument/2006/relationships/tags" Target="../tags/tag47.xml" /><Relationship Id="rId6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48.xml" /><Relationship Id="rId2" Type="http://schemas.openxmlformats.org/officeDocument/2006/relationships/tags" Target="../tags/tag49.xml" /><Relationship Id="rId3" Type="http://schemas.openxmlformats.org/officeDocument/2006/relationships/tags" Target="../tags/tag50.xml" /><Relationship Id="rId4" Type="http://schemas.openxmlformats.org/officeDocument/2006/relationships/tags" Target="../tags/tag51.xml" /><Relationship Id="rId5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52.xml" /><Relationship Id="rId2" Type="http://schemas.openxmlformats.org/officeDocument/2006/relationships/tags" Target="../tags/tag53.xml" /><Relationship Id="rId3" Type="http://schemas.openxmlformats.org/officeDocument/2006/relationships/tags" Target="../tags/tag54.xml" /><Relationship Id="rId4" Type="http://schemas.openxmlformats.org/officeDocument/2006/relationships/tags" Target="../tags/tag55.xml" /><Relationship Id="rId5" Type="http://schemas.openxmlformats.org/officeDocument/2006/relationships/tags" Target="../tags/tag56.xml" /><Relationship Id="rId6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tags" Target="../tags/tag57.xml" /><Relationship Id="rId23" Type="http://schemas.openxmlformats.org/officeDocument/2006/relationships/tags" Target="../tags/tag58.xml" /><Relationship Id="rId24" Type="http://schemas.openxmlformats.org/officeDocument/2006/relationships/tags" Target="../tags/tag59.xml" /><Relationship Id="rId25" Type="http://schemas.openxmlformats.org/officeDocument/2006/relationships/tags" Target="../tags/tag60.xml" /><Relationship Id="rId26" Type="http://schemas.openxmlformats.org/officeDocument/2006/relationships/tags" Target="../tags/tag61.xml" /><Relationship Id="rId27" Type="http://schemas.openxmlformats.org/officeDocument/2006/relationships/image" Target="file:///D:\qq&#25991;&#20214;\712321467\Image\C2C\Image2\%7b75232B38-A165-1FB7-499C-2E1C792CACB5%7d.png" TargetMode="External" /><Relationship Id="rId28" Type="http://schemas.openxmlformats.org/officeDocument/2006/relationships/image" Target="../media/image1.png" /><Relationship Id="rId29" Type="http://schemas.openxmlformats.org/officeDocument/2006/relationships/image" Target="../media/image2.jpeg" /><Relationship Id="rId3" Type="http://schemas.openxmlformats.org/officeDocument/2006/relationships/slideLayout" Target="../slideLayouts/slideLayout3.xml" /><Relationship Id="rId30" Type="http://schemas.openxmlformats.org/officeDocument/2006/relationships/tags" Target="../tags/tag62.xml" /><Relationship Id="rId31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blipFill rotWithShape="0">
          <a:blip r:embed="rId29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0</a:t>
            </a:fld>
            <a:endParaRPr lang="zh-CN" altLang="en-US"/>
          </a:p>
        </p:txBody>
      </p:sp>
      <p:pic>
        <p:nvPicPr>
          <p:cNvPr id="7" name="图片 1073743875" descr="学科网 zxxk.com" title=""/>
          <p:cNvPicPr>
            <a:picLocks noChangeAspect="1"/>
          </p:cNvPicPr>
          <p:nvPr/>
        </p:nvPicPr>
        <p:blipFill>
          <a:blip r:embed="rId28" r:link="rId27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  <p:custDataLst>
      <p:tags r:id="rId3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ransition/>
  <p:timing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Override" Target="../theme/themeOverride1.xml" /><Relationship Id="rId3" Type="http://schemas.openxmlformats.org/officeDocument/2006/relationships/notesSlide" Target="../notesSlides/notesSlide1.xml" /><Relationship Id="rId4" Type="http://schemas.openxmlformats.org/officeDocument/2006/relationships/image" Target="../media/image3.jpe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Relationship Id="rId3" Type="http://schemas.openxmlformats.org/officeDocument/2006/relationships/tags" Target="../tags/tag6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tiff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6.tiff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7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8.tiff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tiff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Relationship Id="rId3" Type="http://schemas.openxmlformats.org/officeDocument/2006/relationships/video" Target="../media/media1.mp4" /><Relationship Id="rId4" Type="http://schemas.microsoft.com/office/2007/relationships/media" Target="../media/media1.mp4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副标题 4" title=""/>
          <p:cNvSpPr>
            <a:spLocks noGrp="1"/>
          </p:cNvSpPr>
          <p:nvPr>
            <p:ph type="subTitle" idx="1"/>
          </p:nvPr>
        </p:nvSpPr>
        <p:spPr>
          <a:xfrm>
            <a:off x="1443355" y="2767965"/>
            <a:ext cx="9305290" cy="475615"/>
          </a:xfrm>
        </p:spPr>
        <p:txBody>
          <a:bodyPr>
            <a:noAutofit/>
          </a:bodyPr>
          <a:lstStyle/>
          <a:p>
            <a:pPr algn="ctr"/>
            <a:r>
              <a:rPr sz="4300" b="1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</a:rPr>
              <a:t>心理状态等的刻画方法</a:t>
            </a:r>
            <a:endParaRPr sz="4300" b="1">
              <a:solidFill>
                <a:srgbClr val="FF0000"/>
              </a:solidFill>
              <a:latin typeface="Times New Roman" panose="02020603050405020304" pitchFamily="18" charset="0"/>
              <a:ea typeface="仿宋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6" name="图片 5" title="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4" t="2927" r="4611"/>
          <a:stretch>
            <a:fillRect/>
          </a:stretch>
        </p:blipFill>
        <p:spPr>
          <a:xfrm>
            <a:off x="-118946" y="0"/>
            <a:ext cx="12310946" cy="6858000"/>
          </a:xfrm>
          <a:prstGeom prst="rect">
            <a:avLst/>
          </a:prstGeom>
        </p:spPr>
      </p:pic>
    </p:spTree>
  </p:cSld>
  <p:clrMapOvr>
    <a:masterClrMapping/>
  </p:clrMapOvr>
  <p:transition advClick="0" advTm="2000">
    <p:checker/>
  </p:transition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cxnSp>
        <p:nvCxnSpPr>
          <p:cNvPr id="6" name="直接连接符 5" title=""/>
          <p:cNvCxnSpPr/>
          <p:nvPr/>
        </p:nvCxnSpPr>
        <p:spPr>
          <a:xfrm flipV="1">
            <a:off x="26988" y="4829175"/>
            <a:ext cx="12192000" cy="0"/>
          </a:xfrm>
          <a:prstGeom prst="line">
            <a:avLst/>
          </a:prstGeom>
          <a:ln w="762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 title=""/>
          <p:cNvCxnSpPr/>
          <p:nvPr/>
        </p:nvCxnSpPr>
        <p:spPr>
          <a:xfrm flipV="1">
            <a:off x="0" y="2028825"/>
            <a:ext cx="12192000" cy="0"/>
          </a:xfrm>
          <a:prstGeom prst="line">
            <a:avLst/>
          </a:prstGeom>
          <a:ln w="762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 title="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41650" y="3317875"/>
            <a:ext cx="729107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4000" b="1" i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4000" b="1" i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xamples from literary works…</a:t>
            </a:r>
            <a:endParaRPr lang="en-US" altLang="zh-CN" sz="4000" b="1" i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矩形 9" title=""/>
          <p:cNvSpPr/>
          <p:nvPr/>
        </p:nvSpPr>
        <p:spPr>
          <a:xfrm>
            <a:off x="117594" y="825913"/>
            <a:ext cx="11992632" cy="1476375"/>
          </a:xfrm>
          <a:prstGeom prst="rect">
            <a:avLst/>
          </a:prstGeom>
          <a:solidFill>
            <a:schemeClr val="accent5">
              <a:lumMod val="20000"/>
              <a:lumOff val="80000"/>
              <a:alpha val="37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000" kern="100">
                <a:latin typeface="Times New Roman" panose="02020603050405020304" pitchFamily="18" charset="0"/>
                <a:cs typeface="Times New Roman" panose="02020603050405020304" pitchFamily="18" charset="0"/>
              </a:rPr>
              <a:t>Mary </a:t>
            </a:r>
            <a:r>
              <a:rPr lang="en-US" altLang="zh-CN" sz="3000" b="1" kern="1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felt her spirits sink even lower</a:t>
            </a:r>
            <a:r>
              <a:rPr lang="en-US" altLang="zh-CN" sz="3000" kern="100">
                <a:latin typeface="Times New Roman" panose="02020603050405020304" pitchFamily="18" charset="0"/>
                <a:cs typeface="Times New Roman" panose="02020603050405020304" pitchFamily="18" charset="0"/>
              </a:rPr>
              <a:t>.     </a:t>
            </a:r>
            <a:r>
              <a:rPr lang="zh-CN" altLang="zh-CN" sz="3000" kern="100">
                <a:latin typeface="Times New Roman" panose="02020603050405020304" pitchFamily="18" charset="0"/>
                <a:cs typeface="Times New Roman" panose="02020603050405020304" pitchFamily="18" charset="0"/>
              </a:rPr>
              <a:t>玛丽觉得她的情绪更低落了。</a:t>
            </a:r>
            <a:endParaRPr lang="en-US" altLang="zh-CN" sz="3000" kern="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000">
                <a:latin typeface="Times New Roman" panose="02020603050405020304" pitchFamily="18" charset="0"/>
                <a:cs typeface="Times New Roman" panose="02020603050405020304" pitchFamily="18" charset="0"/>
              </a:rPr>
              <a:t>Mary </a:t>
            </a:r>
            <a:r>
              <a:rPr lang="en-US" altLang="zh-CN" sz="30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felt a wave of anger sweep over her</a:t>
            </a:r>
            <a:r>
              <a:rPr lang="en-US" altLang="zh-CN" sz="3000">
                <a:latin typeface="Times New Roman" panose="02020603050405020304" pitchFamily="18" charset="0"/>
                <a:cs typeface="Times New Roman" panose="02020603050405020304" pitchFamily="18" charset="0"/>
              </a:rPr>
              <a:t>. 		 </a:t>
            </a:r>
            <a:r>
              <a:rPr lang="zh-CN" altLang="zh-CN" sz="3000">
                <a:latin typeface="Times New Roman" panose="02020603050405020304" pitchFamily="18" charset="0"/>
                <a:cs typeface="Times New Roman" panose="02020603050405020304" pitchFamily="18" charset="0"/>
              </a:rPr>
              <a:t>玛丽感到一阵愤怒。 </a:t>
            </a:r>
            <a:endParaRPr lang="en-US" altLang="zh-CN" sz="3000" kern="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 title=""/>
          <p:cNvSpPr txBox="1"/>
          <p:nvPr/>
        </p:nvSpPr>
        <p:spPr>
          <a:xfrm>
            <a:off x="117594" y="241138"/>
            <a:ext cx="28324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>
                <a:solidFill>
                  <a:srgbClr val="FF0000"/>
                </a:solidFill>
              </a:rPr>
              <a:t>心理活动描写</a:t>
            </a:r>
            <a:endParaRPr kumimoji="1" lang="zh-CN" altLang="en-US" sz="3200" b="1">
              <a:solidFill>
                <a:srgbClr val="FF0000"/>
              </a:solidFill>
            </a:endParaRPr>
          </a:p>
        </p:txBody>
      </p:sp>
      <p:sp>
        <p:nvSpPr>
          <p:cNvPr id="12" name="矩形 11" title=""/>
          <p:cNvSpPr/>
          <p:nvPr/>
        </p:nvSpPr>
        <p:spPr>
          <a:xfrm>
            <a:off x="117594" y="3238683"/>
            <a:ext cx="11992632" cy="3553460"/>
          </a:xfrm>
          <a:prstGeom prst="rect">
            <a:avLst/>
          </a:prstGeom>
          <a:solidFill>
            <a:schemeClr val="accent5">
              <a:lumMod val="20000"/>
              <a:lumOff val="80000"/>
              <a:alpha val="37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000">
                <a:latin typeface="Times New Roman" panose="02020603050405020304" pitchFamily="18" charset="0"/>
                <a:cs typeface="Times New Roman" panose="02020603050405020304" pitchFamily="18" charset="0"/>
              </a:rPr>
              <a:t>Mary</a:t>
            </a:r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zh-CN" sz="30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felt her cheeks flush</a:t>
            </a:r>
            <a:r>
              <a:rPr lang="en-US" altLang="zh-CN" sz="3000">
                <a:latin typeface="Times New Roman" panose="02020603050405020304" pitchFamily="18" charset="0"/>
                <a:cs typeface="Times New Roman" panose="02020603050405020304" pitchFamily="18" charset="0"/>
              </a:rPr>
              <a:t>. 				 </a:t>
            </a:r>
            <a:r>
              <a:rPr lang="zh-CN" altLang="zh-CN" sz="3000">
                <a:latin typeface="Times New Roman" panose="02020603050405020304" pitchFamily="18" charset="0"/>
                <a:cs typeface="Times New Roman" panose="02020603050405020304" pitchFamily="18" charset="0"/>
              </a:rPr>
              <a:t>玛丽感到面颊发红。</a:t>
            </a:r>
            <a:endParaRPr lang="en-US" altLang="zh-CN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000">
                <a:latin typeface="Times New Roman" panose="02020603050405020304" pitchFamily="18" charset="0"/>
                <a:cs typeface="Times New Roman" panose="02020603050405020304" pitchFamily="18" charset="0"/>
              </a:rPr>
              <a:t>When he saw the light from Mary’s candle, </a:t>
            </a:r>
            <a:r>
              <a:rPr lang="en-US" altLang="zh-CN" sz="30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 eyes widened even further</a:t>
            </a:r>
            <a:r>
              <a:rPr lang="en-US" altLang="zh-CN" sz="3000">
                <a:latin typeface="Times New Roman" panose="02020603050405020304" pitchFamily="18" charset="0"/>
                <a:cs typeface="Times New Roman" panose="02020603050405020304" pitchFamily="18" charset="0"/>
              </a:rPr>
              <a:t>, but the crying stopped. </a:t>
            </a:r>
            <a:endParaRPr lang="en-US" altLang="zh-CN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zh-CN" sz="3000">
                <a:latin typeface="Times New Roman" panose="02020603050405020304" pitchFamily="18" charset="0"/>
                <a:cs typeface="Times New Roman" panose="02020603050405020304" pitchFamily="18" charset="0"/>
              </a:rPr>
              <a:t>     当他看到玛丽的蜡烛发出的光时，他的眼睛睁得更大了，但是哭声停止了。</a:t>
            </a:r>
            <a:endParaRPr lang="en-US" altLang="zh-CN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 title=""/>
          <p:cNvSpPr txBox="1"/>
          <p:nvPr/>
        </p:nvSpPr>
        <p:spPr>
          <a:xfrm>
            <a:off x="117594" y="2661381"/>
            <a:ext cx="28324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>
                <a:solidFill>
                  <a:srgbClr val="FF0000"/>
                </a:solidFill>
              </a:rPr>
              <a:t>神态描写</a:t>
            </a:r>
            <a:endParaRPr kumimoji="1" lang="zh-CN" altLang="en-US" sz="32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advClick="0" advTm="2000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 animBg="1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矩形 2" title=""/>
          <p:cNvSpPr/>
          <p:nvPr/>
        </p:nvSpPr>
        <p:spPr>
          <a:xfrm>
            <a:off x="89208" y="908078"/>
            <a:ext cx="12102791" cy="5631180"/>
          </a:xfrm>
          <a:prstGeom prst="rect">
            <a:avLst/>
          </a:prstGeom>
          <a:solidFill>
            <a:schemeClr val="accent5">
              <a:lumMod val="20000"/>
              <a:lumOff val="80000"/>
              <a:alpha val="37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000">
                <a:latin typeface="Times New Roman" panose="02020603050405020304" pitchFamily="18" charset="0"/>
                <a:cs typeface="Times New Roman" panose="02020603050405020304" pitchFamily="18" charset="0"/>
              </a:rPr>
              <a:t>He </a:t>
            </a:r>
            <a:r>
              <a:rPr lang="en-US" altLang="zh-CN" sz="30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scowled</a:t>
            </a:r>
            <a:r>
              <a:rPr lang="zh-CN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0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怒视</a:t>
            </a:r>
            <a:r>
              <a:rPr lang="en-US" altLang="zh-CN" sz="3000">
                <a:latin typeface="Times New Roman" panose="02020603050405020304" pitchFamily="18" charset="0"/>
                <a:cs typeface="Times New Roman" panose="02020603050405020304" pitchFamily="18" charset="0"/>
              </a:rPr>
              <a:t>),  </a:t>
            </a:r>
            <a:r>
              <a:rPr lang="en-US" altLang="zh-CN" sz="30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slamming the door </a:t>
            </a:r>
            <a:r>
              <a:rPr lang="en-US" altLang="zh-CN" sz="3000">
                <a:latin typeface="Times New Roman" panose="02020603050405020304" pitchFamily="18" charset="0"/>
                <a:cs typeface="Times New Roman" panose="02020603050405020304" pitchFamily="18" charset="0"/>
              </a:rPr>
              <a:t>behind him. </a:t>
            </a:r>
            <a:endParaRPr lang="en-US" altLang="zh-CN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zh-CN" sz="3000">
                <a:latin typeface="Times New Roman" panose="02020603050405020304" pitchFamily="18" charset="0"/>
                <a:cs typeface="Times New Roman" panose="02020603050405020304" pitchFamily="18" charset="0"/>
              </a:rPr>
              <a:t>    他怒气冲冲，摔门而去。</a:t>
            </a:r>
            <a:endParaRPr lang="en-US" altLang="zh-CN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000">
                <a:latin typeface="Times New Roman" panose="02020603050405020304" pitchFamily="18" charset="0"/>
                <a:cs typeface="Times New Roman" panose="02020603050405020304" pitchFamily="18" charset="0"/>
              </a:rPr>
              <a:t>She </a:t>
            </a:r>
            <a:r>
              <a:rPr lang="en-US" altLang="zh-CN" sz="30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fumbled</a:t>
            </a:r>
            <a:r>
              <a:rPr lang="en-US" altLang="zh-CN" sz="30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zh-CN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摸索</a:t>
            </a:r>
            <a:r>
              <a:rPr lang="en-US" altLang="zh-CN" sz="3000">
                <a:latin typeface="Times New Roman" panose="02020603050405020304" pitchFamily="18" charset="0"/>
                <a:cs typeface="Times New Roman" panose="02020603050405020304" pitchFamily="18" charset="0"/>
              </a:rPr>
              <a:t>) for the key, [</a:t>
            </a:r>
            <a:r>
              <a:rPr lang="en-US" altLang="zh-CN" sz="30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 heart beating faster than a galloping horse]</a:t>
            </a:r>
            <a:r>
              <a:rPr lang="en-US" altLang="zh-CN" sz="3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3000">
                <a:latin typeface="Times New Roman" panose="02020603050405020304" pitchFamily="18" charset="0"/>
                <a:cs typeface="Times New Roman" panose="02020603050405020304" pitchFamily="18" charset="0"/>
              </a:rPr>
              <a:t>她摸索着找钥匙，心跳得比一匹疾驰的马还快。</a:t>
            </a:r>
            <a:endParaRPr lang="en-US" altLang="zh-CN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0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Taking a deep breath</a:t>
            </a:r>
            <a:r>
              <a:rPr lang="en-US" altLang="zh-CN" sz="3000">
                <a:latin typeface="Times New Roman" panose="02020603050405020304" pitchFamily="18" charset="0"/>
                <a:cs typeface="Times New Roman" panose="02020603050405020304" pitchFamily="18" charset="0"/>
              </a:rPr>
              <a:t>, Mary pushed open the door and stepped inside.</a:t>
            </a:r>
            <a:endParaRPr lang="en-US" altLang="zh-CN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zh-CN" sz="3000">
                <a:latin typeface="Times New Roman" panose="02020603050405020304" pitchFamily="18" charset="0"/>
                <a:cs typeface="Times New Roman" panose="02020603050405020304" pitchFamily="18" charset="0"/>
              </a:rPr>
              <a:t>    玛丽深吸了一口气，推开门走了进去。</a:t>
            </a:r>
            <a:endParaRPr lang="en-US" altLang="zh-CN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000">
                <a:latin typeface="Times New Roman" panose="02020603050405020304" pitchFamily="18" charset="0"/>
                <a:cs typeface="Times New Roman" panose="02020603050405020304" pitchFamily="18" charset="0"/>
              </a:rPr>
              <a:t>She </a:t>
            </a:r>
            <a:r>
              <a:rPr lang="en-US" altLang="zh-CN" sz="30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swallowed hard</a:t>
            </a:r>
            <a:r>
              <a:rPr lang="en-US" altLang="zh-CN" sz="3000">
                <a:latin typeface="Times New Roman" panose="02020603050405020304" pitchFamily="18" charset="0"/>
                <a:cs typeface="Times New Roman" panose="02020603050405020304" pitchFamily="18" charset="0"/>
              </a:rPr>
              <a:t> and stepped into a huge room.</a:t>
            </a:r>
            <a:endParaRPr lang="en-US" altLang="zh-CN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zh-CN" sz="3000">
                <a:latin typeface="Times New Roman" panose="02020603050405020304" pitchFamily="18" charset="0"/>
                <a:cs typeface="Times New Roman" panose="02020603050405020304" pitchFamily="18" charset="0"/>
              </a:rPr>
              <a:t>    她使劲咽了一下口水，走进一个大房间。</a:t>
            </a:r>
            <a:endParaRPr lang="en-US" altLang="zh-CN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 title=""/>
          <p:cNvSpPr txBox="1"/>
          <p:nvPr/>
        </p:nvSpPr>
        <p:spPr>
          <a:xfrm>
            <a:off x="117594" y="241138"/>
            <a:ext cx="28324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>
                <a:solidFill>
                  <a:srgbClr val="FF0000"/>
                </a:solidFill>
              </a:rPr>
              <a:t>动作描写</a:t>
            </a:r>
            <a:endParaRPr kumimoji="1" lang="zh-CN" altLang="en-US" sz="32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advClick="0" advTm="2000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矩形 9" title=""/>
          <p:cNvSpPr/>
          <p:nvPr/>
        </p:nvSpPr>
        <p:spPr>
          <a:xfrm>
            <a:off x="123190" y="732790"/>
            <a:ext cx="11945620" cy="3451225"/>
          </a:xfrm>
          <a:prstGeom prst="rect">
            <a:avLst/>
          </a:prstGeom>
          <a:solidFill>
            <a:schemeClr val="accent5">
              <a:lumMod val="20000"/>
              <a:lumOff val="80000"/>
              <a:alpha val="37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</a:pPr>
            <a:r>
              <a:rPr lang="en-US" altLang="zh-CN" sz="3000" b="1" kern="1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rain began again that night. It beat </a:t>
            </a:r>
            <a:r>
              <a:rPr lang="en-US" altLang="zh-CN" sz="3000" b="1" u="sng" kern="1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against</a:t>
            </a:r>
            <a:r>
              <a:rPr lang="en-US" altLang="zh-CN" sz="3000" b="1" kern="1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window</a:t>
            </a:r>
            <a:r>
              <a:rPr lang="en-US" altLang="zh-CN" sz="3000" kern="100">
                <a:latin typeface="Times New Roman" panose="02020603050405020304" pitchFamily="18" charset="0"/>
                <a:cs typeface="Times New Roman" panose="02020603050405020304" pitchFamily="18" charset="0"/>
              </a:rPr>
              <a:t>, [waking Mary up]. She listened as </a:t>
            </a:r>
            <a:r>
              <a:rPr lang="en-US" altLang="zh-CN" sz="3000" b="1" kern="1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wind howled</a:t>
            </a:r>
            <a:r>
              <a:rPr lang="en-US" altLang="zh-CN" sz="3000" kern="100">
                <a:latin typeface="Times New Roman" panose="02020603050405020304" pitchFamily="18" charset="0"/>
                <a:cs typeface="Times New Roman" panose="02020603050405020304" pitchFamily="18" charset="0"/>
              </a:rPr>
              <a:t> around the house and down the chimney. She tried but could not get back to sleep. </a:t>
            </a:r>
            <a:r>
              <a:rPr lang="en-US" altLang="zh-CN" sz="3000" b="1" kern="1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“Stupid wind!” she thought. </a:t>
            </a:r>
            <a:endParaRPr lang="en-US" altLang="zh-CN" sz="3000" b="1" kern="10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1000"/>
              </a:spcAft>
            </a:pPr>
            <a:r>
              <a:rPr lang="zh-CN" altLang="zh-CN" sz="3000" kern="100">
                <a:cs typeface="宋体" panose="02010600030101010101" pitchFamily="2" charset="-122"/>
              </a:rPr>
              <a:t>那天晚上又开始下雨了。雨拍打着窗户，把玛丽吵醒了。她听着风在房子周围呼啸，从烟囱里呼啸而下。她想睡，但还是睡不着。</a:t>
            </a:r>
            <a:r>
              <a:rPr lang="zh-CN" altLang="en-US" sz="3000" kern="100">
                <a:cs typeface="宋体" panose="02010600030101010101" pitchFamily="2" charset="-122"/>
              </a:rPr>
              <a:t>“</a:t>
            </a:r>
            <a:r>
              <a:rPr lang="zh-CN" altLang="zh-CN" sz="3000" kern="100">
                <a:cs typeface="宋体" panose="02010600030101010101" pitchFamily="2" charset="-122"/>
              </a:rPr>
              <a:t>愚蠢的风</a:t>
            </a:r>
            <a:r>
              <a:rPr lang="zh-CN" altLang="en-US" sz="3000" kern="100">
                <a:cs typeface="宋体" panose="02010600030101010101" pitchFamily="2" charset="-122"/>
              </a:rPr>
              <a:t>！”</a:t>
            </a:r>
            <a:r>
              <a:rPr lang="zh-CN" altLang="zh-CN" sz="3000" kern="100">
                <a:cs typeface="宋体" panose="02010600030101010101" pitchFamily="2" charset="-122"/>
              </a:rPr>
              <a:t>她想。</a:t>
            </a:r>
            <a:r>
              <a:rPr lang="zh-CN" altLang="zh-CN" sz="3000"/>
              <a:t> </a:t>
            </a:r>
            <a:endParaRPr lang="zh-CN" altLang="en-US" sz="3000"/>
          </a:p>
        </p:txBody>
      </p:sp>
      <p:sp>
        <p:nvSpPr>
          <p:cNvPr id="11" name="文本框 10" title=""/>
          <p:cNvSpPr txBox="1"/>
          <p:nvPr/>
        </p:nvSpPr>
        <p:spPr>
          <a:xfrm>
            <a:off x="122876" y="72697"/>
            <a:ext cx="39414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>
                <a:solidFill>
                  <a:srgbClr val="FF0000"/>
                </a:solidFill>
              </a:rPr>
              <a:t>环境</a:t>
            </a:r>
            <a:r>
              <a:rPr kumimoji="1" lang="en-US" altLang="zh-CN" sz="3200" b="1">
                <a:solidFill>
                  <a:srgbClr val="FF0000"/>
                </a:solidFill>
              </a:rPr>
              <a:t>+</a:t>
            </a:r>
            <a:r>
              <a:rPr kumimoji="1" lang="zh-CN" altLang="en-US" sz="3200" b="1">
                <a:solidFill>
                  <a:srgbClr val="FF0000"/>
                </a:solidFill>
              </a:rPr>
              <a:t>心理活动描写</a:t>
            </a:r>
            <a:endParaRPr kumimoji="1" lang="zh-CN" altLang="en-US" sz="3200" b="1">
              <a:solidFill>
                <a:srgbClr val="FF0000"/>
              </a:solidFill>
            </a:endParaRPr>
          </a:p>
        </p:txBody>
      </p:sp>
      <p:pic>
        <p:nvPicPr>
          <p:cNvPr id="2" name="图片 1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155" y="3785235"/>
            <a:ext cx="3077845" cy="3072765"/>
          </a:xfrm>
          <a:prstGeom prst="rect">
            <a:avLst/>
          </a:prstGeom>
        </p:spPr>
      </p:pic>
    </p:spTree>
  </p:cSld>
  <p:clrMapOvr>
    <a:masterClrMapping/>
  </p:clrMapOvr>
  <p:transition advClick="0" advTm="2000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cxnSp>
        <p:nvCxnSpPr>
          <p:cNvPr id="6" name="直接连接符 5" title=""/>
          <p:cNvCxnSpPr/>
          <p:nvPr/>
        </p:nvCxnSpPr>
        <p:spPr>
          <a:xfrm flipV="1">
            <a:off x="26988" y="4829175"/>
            <a:ext cx="12192000" cy="0"/>
          </a:xfrm>
          <a:prstGeom prst="line">
            <a:avLst/>
          </a:prstGeom>
          <a:ln w="762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 title=""/>
          <p:cNvCxnSpPr/>
          <p:nvPr/>
        </p:nvCxnSpPr>
        <p:spPr>
          <a:xfrm flipV="1">
            <a:off x="0" y="2028825"/>
            <a:ext cx="12192000" cy="0"/>
          </a:xfrm>
          <a:prstGeom prst="line">
            <a:avLst/>
          </a:prstGeom>
          <a:ln w="762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 title=""/>
          <p:cNvSpPr>
            <a:spLocks noChangeArrowheads="1"/>
          </p:cNvSpPr>
          <p:nvPr/>
        </p:nvSpPr>
        <p:spPr bwMode="auto">
          <a:xfrm>
            <a:off x="4856719" y="2813843"/>
            <a:ext cx="4673600" cy="144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400" b="1">
                <a:solidFill>
                  <a:srgbClr val="6E9C60"/>
                </a:solidFill>
                <a:latin typeface="仿宋" panose="02010609060101010101" charset="-122"/>
                <a:ea typeface="仿宋" panose="02010609060101010101" charset="-122"/>
              </a:rPr>
              <a:t>主观心理感受描写</a:t>
            </a:r>
            <a:endParaRPr lang="en-US" altLang="zh-CN" sz="4400" b="1">
              <a:solidFill>
                <a:srgbClr val="6E9C6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algn="ctr" eaLnBrk="1" hangingPunct="1"/>
            <a:endParaRPr lang="zh-CN" altLang="en-US" sz="4400" b="1">
              <a:solidFill>
                <a:srgbClr val="8DC5AA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2" name="图片 1" titl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58" y="2178863"/>
            <a:ext cx="3077199" cy="2498686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0734" name="文本框 14" title=""/>
          <p:cNvSpPr txBox="1">
            <a:spLocks noChangeArrowheads="1"/>
          </p:cNvSpPr>
          <p:nvPr/>
        </p:nvSpPr>
        <p:spPr bwMode="auto">
          <a:xfrm>
            <a:off x="4175125" y="289775"/>
            <a:ext cx="3860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600" b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No.1  </a:t>
            </a:r>
            <a:r>
              <a:rPr lang="zh-CN" altLang="en-US" sz="3600" b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开心</a:t>
            </a:r>
            <a:endParaRPr lang="zh-CN" altLang="en-US" sz="3600" b="1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" name="矩形 2" title=""/>
          <p:cNvSpPr/>
          <p:nvPr/>
        </p:nvSpPr>
        <p:spPr>
          <a:xfrm>
            <a:off x="56134" y="431068"/>
            <a:ext cx="12022977" cy="6323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0"/>
              </a:spcAft>
            </a:pPr>
            <a:r>
              <a:rPr lang="zh-CN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普通版：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He was happy.</a:t>
            </a:r>
            <a:endParaRPr lang="zh-CN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ct val="0"/>
              </a:spcAft>
            </a:pPr>
            <a:r>
              <a:rPr lang="zh-CN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进阶版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ct val="0"/>
              </a:spcAft>
            </a:pPr>
            <a:r>
              <a:rPr lang="zh-CN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动作描写：</a:t>
            </a:r>
            <a:endParaRPr lang="zh-CN" altLang="zh-CN" sz="2700" b="1" kern="100">
              <a:solidFill>
                <a:srgbClr val="FF0000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Tears of happiness ________ _______ Susan’s ________. (</a:t>
            </a:r>
            <a:r>
              <a:rPr lang="zh-CN" altLang="en-US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沿着脸颊奔流而下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 </a:t>
            </a:r>
            <a:endParaRPr lang="zh-CN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700" b="1" kern="0">
                <a:latin typeface="Times New Roman" panose="02020603050405020304" pitchFamily="18" charset="0"/>
                <a:cs typeface="Times New Roman" panose="02020603050405020304" pitchFamily="18" charset="0"/>
              </a:rPr>
              <a:t>She ________ _______ ______ ________.</a:t>
            </a:r>
            <a:r>
              <a:rPr lang="zh-CN" altLang="en-US" sz="2700" b="1" ker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zh-CN" altLang="en-US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落下开心的泪水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 </a:t>
            </a:r>
            <a:r>
              <a:rPr lang="en-US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beamed at 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笑容满面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 him, “Welcome back, ...” </a:t>
            </a:r>
            <a:endParaRPr lang="zh-CN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He </a:t>
            </a:r>
            <a:r>
              <a:rPr lang="en-US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grinned with delight 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咧嘴开心地笑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 when he saw us.</a:t>
            </a:r>
            <a:endParaRPr lang="zh-CN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2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神态描写：</a:t>
            </a:r>
            <a:endParaRPr lang="zh-CN" altLang="zh-CN" sz="27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Her eyes _______________________________________. (</a:t>
            </a:r>
            <a:r>
              <a:rPr lang="zh-CN" altLang="en-US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闪烁着快乐的光芒</a:t>
            </a: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Her face _______ _______ with pleasure.</a:t>
            </a:r>
            <a:r>
              <a:rPr lang="zh-CN" altLang="zh-CN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（容光焕发）</a:t>
            </a:r>
            <a:endParaRPr lang="zh-CN" altLang="zh-CN" sz="2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Her smile _______ _______ the whole room. </a:t>
            </a:r>
            <a:r>
              <a:rPr lang="zh-CN" altLang="en-US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zh-CN" altLang="zh-CN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她的笑容照亮了整个房间。</a:t>
            </a:r>
            <a:r>
              <a:rPr lang="zh-CN" altLang="en-US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zh-CN" sz="2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smile on her face ________ _______ _____ _________. (</a:t>
            </a:r>
            <a:r>
              <a:rPr lang="zh-CN" altLang="en-US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像钻石一样闪耀</a:t>
            </a: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He cast us a glance, </a:t>
            </a:r>
            <a:r>
              <a:rPr lang="en-US" altLang="zh-CN" sz="2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his face wearing a broad/wide/radiant/warm smile</a:t>
            </a: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zh-CN" altLang="zh-CN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她看向我们，面带灿烂</a:t>
            </a: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zh-CN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温暖的笑容。</a:t>
            </a:r>
            <a:r>
              <a:rPr lang="zh-CN" altLang="en-US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zh-CN" sz="2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Her eyes </a:t>
            </a:r>
            <a:r>
              <a:rPr lang="en-US" altLang="zh-CN" sz="2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brimmed over (</a:t>
            </a:r>
            <a:r>
              <a:rPr lang="zh-CN" altLang="zh-CN" sz="2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溢满</a:t>
            </a:r>
            <a:r>
              <a:rPr lang="en-US" altLang="zh-CN" sz="2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with warm excited tears</a:t>
            </a: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 （</a:t>
            </a:r>
            <a:r>
              <a:rPr lang="zh-CN" altLang="zh-CN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热泪盈眶</a:t>
            </a:r>
            <a:r>
              <a:rPr lang="zh-CN" altLang="en-US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zh-CN" sz="2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 title=""/>
          <p:cNvSpPr txBox="1"/>
          <p:nvPr/>
        </p:nvSpPr>
        <p:spPr>
          <a:xfrm>
            <a:off x="3493770" y="1694688"/>
            <a:ext cx="2926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poured    down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 title=""/>
          <p:cNvSpPr txBox="1"/>
          <p:nvPr/>
        </p:nvSpPr>
        <p:spPr>
          <a:xfrm>
            <a:off x="7320788" y="1658112"/>
            <a:ext cx="2926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cheeks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 title=""/>
          <p:cNvSpPr txBox="1"/>
          <p:nvPr/>
        </p:nvSpPr>
        <p:spPr>
          <a:xfrm>
            <a:off x="1405890" y="2101436"/>
            <a:ext cx="48729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shed         tears       of         joy 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 title=""/>
          <p:cNvSpPr txBox="1"/>
          <p:nvPr/>
        </p:nvSpPr>
        <p:spPr>
          <a:xfrm>
            <a:off x="1832197" y="3723036"/>
            <a:ext cx="72068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shone/glittered/sparkled /twinkled with joy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 title=""/>
          <p:cNvSpPr txBox="1"/>
          <p:nvPr/>
        </p:nvSpPr>
        <p:spPr>
          <a:xfrm>
            <a:off x="2063845" y="4174707"/>
            <a:ext cx="25813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            up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 title=""/>
          <p:cNvSpPr txBox="1"/>
          <p:nvPr/>
        </p:nvSpPr>
        <p:spPr>
          <a:xfrm>
            <a:off x="2295493" y="4550178"/>
            <a:ext cx="25813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            up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 title=""/>
          <p:cNvSpPr txBox="1"/>
          <p:nvPr/>
        </p:nvSpPr>
        <p:spPr>
          <a:xfrm>
            <a:off x="3955192" y="4967765"/>
            <a:ext cx="52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shone        like        a       diamond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0734" name="文本框 14" title=""/>
          <p:cNvSpPr txBox="1">
            <a:spLocks noChangeArrowheads="1"/>
          </p:cNvSpPr>
          <p:nvPr/>
        </p:nvSpPr>
        <p:spPr bwMode="auto">
          <a:xfrm>
            <a:off x="4175125" y="289775"/>
            <a:ext cx="3860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600" b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No.1  </a:t>
            </a:r>
            <a:r>
              <a:rPr lang="zh-CN" altLang="en-US" sz="3600" b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开心</a:t>
            </a:r>
            <a:endParaRPr lang="zh-CN" altLang="en-US" sz="3600" b="1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" name="矩形 2" title=""/>
          <p:cNvSpPr/>
          <p:nvPr/>
        </p:nvSpPr>
        <p:spPr>
          <a:xfrm>
            <a:off x="183530" y="1073981"/>
            <a:ext cx="12008470" cy="5431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0"/>
              </a:spcAft>
            </a:pPr>
            <a:r>
              <a:rPr lang="zh-CN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心理描写：</a:t>
            </a:r>
            <a:endParaRPr lang="zh-CN" altLang="zh-CN" sz="2700" b="1" kern="100">
              <a:solidFill>
                <a:srgbClr val="FF0000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32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 wild joy ________ _______ ______ him.</a:t>
            </a:r>
            <a:r>
              <a:rPr lang="zh-CN" altLang="en-US" sz="32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32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极度</a:t>
            </a:r>
            <a:r>
              <a:rPr lang="zh-CN" altLang="en-US" sz="32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sz="32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开心</a:t>
            </a:r>
            <a:r>
              <a:rPr lang="zh-CN" altLang="en-US" sz="32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控制／占据了他</a:t>
            </a:r>
            <a:r>
              <a:rPr lang="en-US" altLang="zh-CN" sz="32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32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32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Joy _______ ______ inside her. (</a:t>
            </a:r>
            <a:r>
              <a:rPr lang="zh-CN" altLang="zh-CN" sz="32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她心中涌起喜悦。</a:t>
            </a:r>
            <a:r>
              <a:rPr lang="en-US" altLang="zh-CN" sz="32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altLang="zh-CN" sz="32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32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Hearing this, everybody ______ ________ _______ _______. (</a:t>
            </a:r>
            <a:r>
              <a:rPr lang="zh-CN" altLang="zh-CN" sz="32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欣喜若狂</a:t>
            </a:r>
            <a:r>
              <a:rPr lang="en-US" altLang="zh-CN" sz="32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altLang="zh-CN" sz="32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32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Her heart </a:t>
            </a:r>
            <a:r>
              <a:rPr lang="en-US" altLang="zh-CN" sz="32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was pounding/beating with excitement</a:t>
            </a:r>
            <a:r>
              <a:rPr lang="en-US" altLang="zh-CN" sz="32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zh-CN" altLang="zh-CN" sz="32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（砰砰直跳）</a:t>
            </a:r>
            <a:endParaRPr lang="zh-CN" altLang="zh-CN" sz="32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32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When his mother kissed him on the cheek, it seemed </a:t>
            </a:r>
            <a:r>
              <a:rPr lang="en-US" altLang="zh-CN" sz="32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as if the baby were </a:t>
            </a:r>
            <a:r>
              <a:rPr lang="en-US" altLang="zh-CN" sz="3200" b="1" u="sng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on the top of the world</a:t>
            </a:r>
            <a:r>
              <a:rPr lang="en-US" altLang="zh-CN" sz="32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 (</a:t>
            </a:r>
            <a:r>
              <a:rPr lang="zh-CN" altLang="zh-CN" sz="32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小婴儿开心极了。</a:t>
            </a:r>
            <a:r>
              <a:rPr lang="en-US" altLang="zh-CN" sz="32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32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32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 ripple of excitement </a:t>
            </a:r>
            <a:r>
              <a:rPr lang="en-US" altLang="zh-CN" sz="3200" b="1" u="sng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ran through</a:t>
            </a:r>
            <a:r>
              <a:rPr lang="en-US" altLang="zh-CN" sz="32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 them. (</a:t>
            </a:r>
            <a:r>
              <a:rPr lang="zh-CN" altLang="zh-CN" sz="32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一阵阵激动声穿过他们。</a:t>
            </a:r>
            <a:r>
              <a:rPr lang="en-US" altLang="zh-CN" sz="32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altLang="zh-CN" sz="32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 title=""/>
          <p:cNvSpPr txBox="1"/>
          <p:nvPr/>
        </p:nvSpPr>
        <p:spPr>
          <a:xfrm>
            <a:off x="3010320" y="1480816"/>
            <a:ext cx="371516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took       hold       of</a:t>
            </a:r>
            <a:endParaRPr kumimoji="1" lang="en-US" altLang="zh-CN" sz="32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 title=""/>
          <p:cNvSpPr txBox="1"/>
          <p:nvPr/>
        </p:nvSpPr>
        <p:spPr>
          <a:xfrm>
            <a:off x="1542327" y="2495542"/>
            <a:ext cx="371516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welled      up</a:t>
            </a:r>
            <a:endParaRPr kumimoji="1" lang="en-US" altLang="zh-CN" sz="32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 title=""/>
          <p:cNvSpPr txBox="1"/>
          <p:nvPr/>
        </p:nvSpPr>
        <p:spPr>
          <a:xfrm>
            <a:off x="5037455" y="2969260"/>
            <a:ext cx="6045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        wild         with       joy</a:t>
            </a:r>
            <a:endParaRPr kumimoji="1" lang="en-US" altLang="zh-CN" sz="32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0734" name="文本框 14" title=""/>
          <p:cNvSpPr txBox="1">
            <a:spLocks noChangeArrowheads="1"/>
          </p:cNvSpPr>
          <p:nvPr/>
        </p:nvSpPr>
        <p:spPr bwMode="auto">
          <a:xfrm>
            <a:off x="4175125" y="442175"/>
            <a:ext cx="3860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600" b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No.2  </a:t>
            </a:r>
            <a:r>
              <a:rPr lang="zh-CN" altLang="en-US" sz="3600" b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悲伤</a:t>
            </a:r>
            <a:endParaRPr lang="zh-CN" altLang="en-US" sz="3600" b="1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" name="矩形 2" title=""/>
          <p:cNvSpPr/>
          <p:nvPr/>
        </p:nvSpPr>
        <p:spPr>
          <a:xfrm>
            <a:off x="59352" y="1073981"/>
            <a:ext cx="12132648" cy="5262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0"/>
              </a:spcAft>
            </a:pPr>
            <a:r>
              <a:rPr lang="zh-CN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普通版：</a:t>
            </a: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He was sad.</a:t>
            </a:r>
            <a:endParaRPr lang="zh-CN" altLang="zh-CN" sz="28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ct val="0"/>
              </a:spcAft>
            </a:pPr>
            <a:r>
              <a:rPr lang="zh-CN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进阶</a:t>
            </a:r>
            <a:r>
              <a:rPr lang="zh-CN" altLang="en-US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版</a:t>
            </a:r>
            <a:r>
              <a:rPr lang="zh-CN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zh-CN" sz="28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ct val="0"/>
              </a:spcAft>
            </a:pPr>
            <a:r>
              <a:rPr lang="zh-CN" altLang="zh-CN" sz="28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动作描写：</a:t>
            </a:r>
            <a:endParaRPr lang="zh-CN" altLang="zh-CN" sz="2800" b="1" kern="100">
              <a:solidFill>
                <a:srgbClr val="FF0000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She ________, </a:t>
            </a:r>
            <a:r>
              <a:rPr lang="en-US" altLang="zh-CN" sz="28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hiding her face in her hands</a:t>
            </a: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她掩面啜泣。</a:t>
            </a: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28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He _______ ______ _____________. (</a:t>
            </a:r>
            <a:r>
              <a:rPr lang="zh-CN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失望地叹了口气。</a:t>
            </a: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28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He struggled to _____________________________________________ his tears.</a:t>
            </a:r>
            <a:r>
              <a:rPr lang="zh-CN" altLang="en-US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抑制泪水</a:t>
            </a: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altLang="zh-CN" sz="28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He stood silently, </a:t>
            </a:r>
            <a:r>
              <a:rPr lang="en-US" altLang="zh-CN" sz="28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tears rolling down his cheeks</a:t>
            </a: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 </a:t>
            </a:r>
            <a:endParaRPr lang="en-US" altLang="zh-CN" sz="28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8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Her hands were trembling</a:t>
            </a: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 She was </a:t>
            </a:r>
            <a:r>
              <a:rPr lang="en-US" altLang="zh-CN" sz="28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on the verge of tears</a:t>
            </a: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 (</a:t>
            </a:r>
            <a:r>
              <a:rPr lang="zh-CN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快要哭了</a:t>
            </a: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28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When he embraced me with his arms open wide, I </a:t>
            </a:r>
            <a:r>
              <a:rPr lang="en-US" altLang="zh-CN" sz="28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felt my throat choke with sob/tightened</a:t>
            </a: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 (</a:t>
            </a:r>
            <a:r>
              <a:rPr lang="zh-CN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当他张开双臂拥抱我时，我觉得自己喉头哽咽。</a:t>
            </a: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28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ct val="0"/>
              </a:spcAft>
            </a:pPr>
            <a:endParaRPr lang="zh-CN" altLang="zh-CN" sz="28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 title=""/>
          <p:cNvSpPr txBox="1"/>
          <p:nvPr/>
        </p:nvSpPr>
        <p:spPr>
          <a:xfrm>
            <a:off x="1209969" y="2290818"/>
            <a:ext cx="1374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sobbed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 title=""/>
          <p:cNvSpPr txBox="1"/>
          <p:nvPr/>
        </p:nvSpPr>
        <p:spPr>
          <a:xfrm>
            <a:off x="1045376" y="2714687"/>
            <a:ext cx="519692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sighed    with   disappointment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 title=""/>
          <p:cNvSpPr/>
          <p:nvPr/>
        </p:nvSpPr>
        <p:spPr>
          <a:xfrm>
            <a:off x="2954393" y="3133391"/>
            <a:ext cx="76706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fight back/swallow against/hold back/choke back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0734" name="文本框 14" title=""/>
          <p:cNvSpPr txBox="1">
            <a:spLocks noChangeArrowheads="1"/>
          </p:cNvSpPr>
          <p:nvPr/>
        </p:nvSpPr>
        <p:spPr bwMode="auto">
          <a:xfrm>
            <a:off x="4175125" y="289775"/>
            <a:ext cx="3860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600" b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No.2  </a:t>
            </a:r>
            <a:r>
              <a:rPr lang="zh-CN" altLang="en-US" sz="3600" b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悲伤</a:t>
            </a:r>
            <a:endParaRPr lang="zh-CN" altLang="en-US" sz="3600" b="1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" name="矩形 2" title=""/>
          <p:cNvSpPr/>
          <p:nvPr/>
        </p:nvSpPr>
        <p:spPr>
          <a:xfrm>
            <a:off x="183530" y="1013021"/>
            <a:ext cx="12008470" cy="6323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0"/>
              </a:spcAft>
            </a:pPr>
            <a:r>
              <a:rPr lang="zh-CN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神态描写：</a:t>
            </a:r>
            <a:endParaRPr lang="zh-CN" altLang="zh-CN" sz="2700" b="1" kern="100">
              <a:solidFill>
                <a:srgbClr val="FF0000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The news ________ </a:t>
            </a:r>
            <a:r>
              <a:rPr lang="en-US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 cloud of gloom over his face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 (</a:t>
            </a:r>
            <a:r>
              <a:rPr lang="zh-CN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蒙上了一层</a:t>
            </a:r>
            <a:r>
              <a:rPr lang="zh-CN" altLang="en-US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忧郁的</a:t>
            </a:r>
            <a:r>
              <a:rPr lang="zh-CN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阴影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They sat there </a:t>
            </a:r>
            <a:r>
              <a:rPr lang="en-US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with </a:t>
            </a:r>
            <a:r>
              <a:rPr lang="en-US" altLang="zh-CN" sz="2700" b="1" u="sng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gloomy</a:t>
            </a:r>
            <a:r>
              <a:rPr lang="en-US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 looks on their faces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   (</a:t>
            </a:r>
            <a:r>
              <a:rPr lang="zh-CN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带着一脸忧郁。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His eyes </a:t>
            </a:r>
            <a:r>
              <a:rPr lang="en-US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brimmed with tears of sorrow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 (</a:t>
            </a:r>
            <a:r>
              <a:rPr lang="zh-CN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他的眼里噙满了悲伤的泪水。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ct val="0"/>
              </a:spcAft>
            </a:pP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ct val="0"/>
              </a:spcAft>
            </a:pPr>
            <a:r>
              <a:rPr lang="zh-CN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心理描写：</a:t>
            </a:r>
            <a:endParaRPr lang="zh-CN" altLang="zh-CN" sz="2700" b="1" kern="100">
              <a:solidFill>
                <a:srgbClr val="FF0000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My heart seemed to ____________ (tear). (</a:t>
            </a:r>
            <a:r>
              <a:rPr lang="zh-CN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心都要撕碎了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 </a:t>
            </a:r>
            <a:endParaRPr lang="en-US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Upon hearing the bad news, she ______________________________________</a:t>
            </a:r>
            <a:endParaRPr lang="en-US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ct val="0"/>
              </a:spcAft>
            </a:pP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   __________________ (</a:t>
            </a:r>
            <a:r>
              <a:rPr lang="zh-CN" altLang="en-US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感到</a:t>
            </a:r>
            <a:r>
              <a:rPr lang="zh-CN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被一股悲伤控制</a:t>
            </a:r>
            <a:r>
              <a:rPr lang="zh-CN" altLang="en-US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／淹没／压倒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and </a:t>
            </a:r>
            <a:r>
              <a:rPr lang="en-US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couldn’t help   </a:t>
            </a:r>
            <a:endParaRPr lang="en-US" altLang="zh-CN" sz="2700" b="1" kern="100">
              <a:solidFill>
                <a:srgbClr val="FF0000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ct val="0"/>
              </a:spcAft>
            </a:pPr>
            <a:r>
              <a:rPr lang="en-US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   crying bitterly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 </a:t>
            </a:r>
            <a:endParaRPr lang="en-US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Grief comes in waves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 (</a:t>
            </a:r>
            <a:r>
              <a:rPr lang="zh-CN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悲伤如潮水一般涌来。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 ripple/wave of sadness </a:t>
            </a:r>
            <a:r>
              <a:rPr lang="en-US" altLang="zh-CN" sz="2700" b="1" u="sng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welled up</a:t>
            </a:r>
            <a:r>
              <a:rPr lang="en-US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700" b="1" kern="10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inside</a:t>
            </a:r>
            <a:r>
              <a:rPr lang="en-US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him. 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涌起阵阵悲伤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ct val="0"/>
              </a:spcAft>
            </a:pPr>
            <a:b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endParaRPr lang="zh-CN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ct val="0"/>
              </a:spcAft>
            </a:pPr>
            <a:endParaRPr lang="zh-CN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 title=""/>
          <p:cNvSpPr txBox="1"/>
          <p:nvPr/>
        </p:nvSpPr>
        <p:spPr>
          <a:xfrm>
            <a:off x="2356017" y="1437378"/>
            <a:ext cx="1374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cast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 title=""/>
          <p:cNvSpPr txBox="1"/>
          <p:nvPr/>
        </p:nvSpPr>
        <p:spPr>
          <a:xfrm>
            <a:off x="3883064" y="3479538"/>
            <a:ext cx="1374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torn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 title=""/>
          <p:cNvSpPr/>
          <p:nvPr/>
        </p:nvSpPr>
        <p:spPr>
          <a:xfrm>
            <a:off x="5386832" y="3885541"/>
            <a:ext cx="90972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felt seized/engulfed/overwhelmed/overcome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 title=""/>
          <p:cNvSpPr/>
          <p:nvPr/>
        </p:nvSpPr>
        <p:spPr>
          <a:xfrm>
            <a:off x="602680" y="4306482"/>
            <a:ext cx="355898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 a burst of sadness</a:t>
            </a:r>
            <a:r>
              <a:rPr kumimoji="1" lang="zh-CN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800"/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2598400" y="10401300"/>
            <a:ext cx="0" cy="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0734" name="文本框 14" title=""/>
          <p:cNvSpPr txBox="1">
            <a:spLocks noChangeArrowheads="1"/>
          </p:cNvSpPr>
          <p:nvPr/>
        </p:nvSpPr>
        <p:spPr bwMode="auto">
          <a:xfrm>
            <a:off x="4175125" y="289560"/>
            <a:ext cx="604012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600" b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No.3  </a:t>
            </a:r>
            <a:r>
              <a:rPr lang="zh-CN" altLang="en-US" sz="3600" b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紧张／害怕</a:t>
            </a:r>
            <a:endParaRPr lang="zh-CN" altLang="en-US" sz="3600" b="1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" name="矩形 2" title=""/>
          <p:cNvSpPr/>
          <p:nvPr/>
        </p:nvSpPr>
        <p:spPr>
          <a:xfrm>
            <a:off x="56133" y="899530"/>
            <a:ext cx="12181021" cy="6739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0"/>
              </a:spcAft>
            </a:pPr>
            <a:r>
              <a:rPr lang="zh-CN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普通版：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He was nervous.</a:t>
            </a:r>
            <a:endParaRPr lang="zh-CN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ct val="0"/>
              </a:spcAft>
            </a:pPr>
            <a:r>
              <a:rPr lang="zh-CN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进阶版：</a:t>
            </a:r>
            <a:endParaRPr lang="zh-CN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ct val="0"/>
              </a:spcAft>
            </a:pPr>
            <a:r>
              <a:rPr lang="zh-CN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动作</a:t>
            </a:r>
            <a:r>
              <a:rPr lang="en-US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神态描写：</a:t>
            </a:r>
            <a:endParaRPr lang="zh-CN" altLang="zh-CN" sz="2700" b="1" kern="100">
              <a:solidFill>
                <a:srgbClr val="FF0000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At the sight of the fierce wolf, I felt so scared that ____ ________ _________ and _____ ________ _______ ________. (</a:t>
            </a:r>
            <a:r>
              <a:rPr lang="zh-CN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喉咙发紧，膝盖发软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 said nervously, </a:t>
            </a:r>
            <a:r>
              <a:rPr lang="en-US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my voice 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___________ (tremble) </a:t>
            </a:r>
            <a:r>
              <a:rPr lang="en-US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 bit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 </a:t>
            </a:r>
            <a:endParaRPr lang="zh-CN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With ____ ________ ______ (</a:t>
            </a:r>
            <a:r>
              <a:rPr lang="zh-CN" altLang="en-US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砰砰跳的心脏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 and _______, _______ ________ (</a:t>
            </a:r>
            <a:r>
              <a:rPr lang="zh-CN" altLang="en-US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冰冷潮湿的手掌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), I </a:t>
            </a:r>
            <a:r>
              <a:rPr lang="en-US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felt faint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 _______ ______ _______ (</a:t>
            </a:r>
            <a:r>
              <a:rPr lang="zh-CN" altLang="en-US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因害怕而僵住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), </a:t>
            </a:r>
            <a:r>
              <a:rPr lang="en-US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too scared to move an inch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Her face turned ________ (</a:t>
            </a:r>
            <a:r>
              <a:rPr lang="zh-CN" altLang="en-US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苍白的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 and stood there ___________(</a:t>
            </a:r>
            <a:r>
              <a:rPr lang="zh-CN" altLang="en-US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舌头打结的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). </a:t>
            </a:r>
            <a:endParaRPr lang="en-US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She </a:t>
            </a:r>
            <a:r>
              <a:rPr lang="en-US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was choked by fear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zh-CN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她因恐惧而窒息。</a:t>
            </a:r>
            <a:endParaRPr lang="en-US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Her heart beat so violently that she felt nearly suffocated 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窒息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). </a:t>
            </a:r>
            <a:r>
              <a:rPr lang="zh-CN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她的心跳得厉害，几乎窒息而死。</a:t>
            </a:r>
            <a:endParaRPr lang="zh-CN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ct val="0"/>
              </a:spcAft>
            </a:pPr>
            <a:b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endParaRPr lang="zh-CN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ct val="0"/>
              </a:spcAft>
            </a:pPr>
            <a:endParaRPr lang="zh-CN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 title=""/>
          <p:cNvSpPr txBox="1"/>
          <p:nvPr/>
        </p:nvSpPr>
        <p:spPr>
          <a:xfrm>
            <a:off x="7833272" y="2126226"/>
            <a:ext cx="4127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      throat     tightened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 title=""/>
          <p:cNvSpPr txBox="1"/>
          <p:nvPr/>
        </p:nvSpPr>
        <p:spPr>
          <a:xfrm>
            <a:off x="1247020" y="2540754"/>
            <a:ext cx="50196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      knees       felt         weak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 title=""/>
          <p:cNvSpPr txBox="1"/>
          <p:nvPr/>
        </p:nvSpPr>
        <p:spPr>
          <a:xfrm>
            <a:off x="4547826" y="2962427"/>
            <a:ext cx="1872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trembling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 title=""/>
          <p:cNvSpPr txBox="1"/>
          <p:nvPr/>
        </p:nvSpPr>
        <p:spPr>
          <a:xfrm>
            <a:off x="1365968" y="3370606"/>
            <a:ext cx="3523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    pounding  heart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 title=""/>
          <p:cNvSpPr txBox="1"/>
          <p:nvPr/>
        </p:nvSpPr>
        <p:spPr>
          <a:xfrm>
            <a:off x="7879788" y="3352922"/>
            <a:ext cx="40805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cold       moist       palms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 title=""/>
          <p:cNvSpPr txBox="1"/>
          <p:nvPr/>
        </p:nvSpPr>
        <p:spPr>
          <a:xfrm>
            <a:off x="1024802" y="4181978"/>
            <a:ext cx="3523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froze   with     terror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 title=""/>
          <p:cNvSpPr txBox="1"/>
          <p:nvPr/>
        </p:nvSpPr>
        <p:spPr>
          <a:xfrm>
            <a:off x="3253906" y="4617849"/>
            <a:ext cx="1293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pale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 title=""/>
          <p:cNvSpPr txBox="1"/>
          <p:nvPr/>
        </p:nvSpPr>
        <p:spPr>
          <a:xfrm>
            <a:off x="8145780" y="4579620"/>
            <a:ext cx="21742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tongue-tied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0734" name="文本框 14" title=""/>
          <p:cNvSpPr txBox="1">
            <a:spLocks noChangeArrowheads="1"/>
          </p:cNvSpPr>
          <p:nvPr/>
        </p:nvSpPr>
        <p:spPr bwMode="auto">
          <a:xfrm>
            <a:off x="4175125" y="289560"/>
            <a:ext cx="482663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600" b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No.3  </a:t>
            </a:r>
            <a:r>
              <a:rPr lang="zh-CN" altLang="en-US" sz="3600" b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紧张／害怕</a:t>
            </a:r>
            <a:endParaRPr lang="zh-CN" altLang="en-US" sz="3600" b="1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" name="矩形 2" title=""/>
          <p:cNvSpPr/>
          <p:nvPr/>
        </p:nvSpPr>
        <p:spPr>
          <a:xfrm>
            <a:off x="101290" y="1225973"/>
            <a:ext cx="12008470" cy="521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0"/>
              </a:spcAft>
            </a:pPr>
            <a:r>
              <a:rPr lang="zh-CN" altLang="zh-CN" sz="28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心理</a:t>
            </a:r>
            <a:r>
              <a:rPr lang="en-US" altLang="zh-CN" sz="28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zh-CN" sz="28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神态描写：</a:t>
            </a:r>
            <a:endParaRPr lang="zh-CN" altLang="zh-CN" sz="2800" b="1" kern="100">
              <a:solidFill>
                <a:srgbClr val="FF0000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8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Her face turned pale</a:t>
            </a: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feeling like </a:t>
            </a:r>
            <a:r>
              <a:rPr lang="en-US" altLang="zh-CN" sz="28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sitting</a:t>
            </a: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____ _______ _____ ________.</a:t>
            </a:r>
            <a:r>
              <a:rPr lang="zh-CN" altLang="en-US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如坐针毡。</a:t>
            </a: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28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Fear slowly </a:t>
            </a:r>
            <a:r>
              <a:rPr lang="en-US" altLang="zh-CN" sz="28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crept upon her</a:t>
            </a: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恐惧慢慢地</a:t>
            </a:r>
            <a:r>
              <a:rPr lang="zh-CN" altLang="en-US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爬上她的心头</a:t>
            </a:r>
            <a:r>
              <a:rPr lang="zh-CN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28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8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 flood of fear welled up in him</a:t>
            </a: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 / Fear </a:t>
            </a:r>
            <a:r>
              <a:rPr lang="en-US" altLang="zh-CN" sz="28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flooded over (</a:t>
            </a:r>
            <a:r>
              <a:rPr lang="zh-CN" altLang="zh-CN" sz="28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淹没</a:t>
            </a:r>
            <a:r>
              <a:rPr lang="en-US" altLang="zh-CN" sz="28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 him</a:t>
            </a: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 </a:t>
            </a:r>
            <a:endParaRPr lang="zh-CN" altLang="zh-CN" sz="28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 felt that </a:t>
            </a:r>
            <a:r>
              <a:rPr lang="en-US" altLang="zh-CN" sz="28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the blood in my body froze rapidly </a:t>
            </a: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because of the terrible sight.</a:t>
            </a:r>
            <a:endParaRPr lang="en-US" altLang="zh-CN" sz="28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 </a:t>
            </a:r>
            <a:r>
              <a:rPr lang="en-US" altLang="zh-CN" sz="28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was seized by a sudden impulse (</a:t>
            </a:r>
            <a:r>
              <a:rPr lang="zh-CN" altLang="zh-CN" sz="28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冲动</a:t>
            </a:r>
            <a:r>
              <a:rPr lang="en-US" altLang="zh-CN" sz="28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 to run</a:t>
            </a: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sz="28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Standing in the classroom, I became increasingly nervous and </a:t>
            </a:r>
            <a:r>
              <a:rPr lang="en-US" altLang="zh-CN" sz="28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could feel my heart beating wildly</a:t>
            </a: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 (</a:t>
            </a:r>
            <a:r>
              <a:rPr lang="zh-CN" altLang="en-US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感到心跳加速</a:t>
            </a: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28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ct val="0"/>
              </a:spcAft>
            </a:pPr>
            <a:b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endParaRPr lang="zh-CN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ct val="0"/>
              </a:spcAft>
            </a:pPr>
            <a:endParaRPr lang="zh-CN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 title=""/>
          <p:cNvSpPr txBox="1"/>
          <p:nvPr/>
        </p:nvSpPr>
        <p:spPr>
          <a:xfrm>
            <a:off x="6529578" y="1642333"/>
            <a:ext cx="4650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    pins      and     needles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0734" name="文本框 14" title=""/>
          <p:cNvSpPr txBox="1">
            <a:spLocks noChangeArrowheads="1"/>
          </p:cNvSpPr>
          <p:nvPr/>
        </p:nvSpPr>
        <p:spPr bwMode="auto">
          <a:xfrm>
            <a:off x="4732655" y="148805"/>
            <a:ext cx="3860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600" b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No.4  </a:t>
            </a:r>
            <a:r>
              <a:rPr lang="zh-CN" altLang="en-US" sz="3600" b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愤怒</a:t>
            </a:r>
            <a:endParaRPr lang="zh-CN" altLang="en-US" sz="3600" b="1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" name="矩形 2" title=""/>
          <p:cNvSpPr/>
          <p:nvPr/>
        </p:nvSpPr>
        <p:spPr>
          <a:xfrm>
            <a:off x="60170" y="694223"/>
            <a:ext cx="7842052" cy="71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0"/>
              </a:spcAft>
            </a:pPr>
            <a:r>
              <a:rPr lang="zh-CN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普通版：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He was angry.</a:t>
            </a:r>
            <a:endParaRPr lang="zh-CN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ct val="0"/>
              </a:spcAft>
            </a:pPr>
            <a:r>
              <a:rPr lang="zh-CN" altLang="en-US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进阶版：</a:t>
            </a:r>
            <a:endParaRPr lang="zh-CN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ct val="0"/>
              </a:spcAft>
            </a:pPr>
            <a:r>
              <a:rPr lang="zh-CN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动作描写：</a:t>
            </a:r>
            <a:endParaRPr lang="zh-CN" altLang="zh-CN" sz="2700" b="1" kern="100">
              <a:solidFill>
                <a:srgbClr val="FF0000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514350" indent="-514350">
              <a:spcAft>
                <a:spcPct val="0"/>
              </a:spcAft>
              <a:buFont typeface="+mj-lt"/>
              <a:buAutoNum type="arabicPeriod"/>
            </a:pP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He stamped his foot in anger (</a:t>
            </a:r>
            <a:r>
              <a:rPr lang="zh-CN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气得直跺脚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 and </a:t>
            </a:r>
            <a:r>
              <a:rPr lang="en-US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ran out of the room in a burst of anger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514350" indent="-514350">
              <a:spcAft>
                <a:spcPct val="0"/>
              </a:spcAft>
              <a:buFont typeface="+mj-lt"/>
              <a:buAutoNum type="arabicPeriod"/>
            </a:pP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He </a:t>
            </a:r>
            <a:r>
              <a:rPr lang="en-US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was breathing fire and fury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 </a:t>
            </a:r>
            <a:endParaRPr lang="en-US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514350" indent="-514350">
              <a:spcAft>
                <a:spcPct val="0"/>
              </a:spcAft>
              <a:buFont typeface="+mj-lt"/>
              <a:buAutoNum type="arabicPeriod"/>
            </a:pPr>
            <a:r>
              <a:rPr lang="en-US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His voice trembled with anger/rage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514350" indent="-514350">
              <a:spcAft>
                <a:spcPct val="0"/>
              </a:spcAft>
              <a:buFont typeface="+mj-lt"/>
              <a:buAutoNum type="arabicPeriod"/>
            </a:pP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Filled with anger/fury, Tom </a:t>
            </a:r>
            <a:r>
              <a:rPr lang="en-US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was unable to utter a single word.</a:t>
            </a:r>
            <a:endParaRPr lang="en-US" altLang="zh-CN" sz="2700" b="1" kern="100">
              <a:solidFill>
                <a:srgbClr val="FF0000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514350" indent="-514350">
              <a:spcAft>
                <a:spcPct val="0"/>
              </a:spcAft>
              <a:buFont typeface="+mj-lt"/>
              <a:buAutoNum type="arabicPeriod"/>
            </a:pP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He </a:t>
            </a:r>
            <a:r>
              <a:rPr lang="en-US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clenched his fists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 </a:t>
            </a:r>
            <a:endParaRPr lang="en-US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514350" indent="-514350">
              <a:spcAft>
                <a:spcPct val="0"/>
              </a:spcAft>
              <a:buFont typeface="+mj-lt"/>
              <a:buAutoNum type="arabicPeriod"/>
            </a:pP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He </a:t>
            </a:r>
            <a:r>
              <a:rPr lang="en-US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glared at me with burning eyes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514350" indent="-514350">
              <a:spcAft>
                <a:spcPct val="0"/>
              </a:spcAft>
              <a:buFont typeface="+mj-lt"/>
              <a:buAutoNum type="arabicPeriod"/>
            </a:pPr>
            <a:r>
              <a:rPr lang="en-US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My voice sounds like a growling, angry bear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514350" indent="-514350">
              <a:spcAft>
                <a:spcPct val="0"/>
              </a:spcAft>
              <a:buFont typeface="+mj-lt"/>
              <a:buAutoNum type="arabicPeriod"/>
            </a:pP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She </a:t>
            </a:r>
            <a:r>
              <a:rPr lang="en-US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threw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the invitation on the table </a:t>
            </a:r>
            <a:r>
              <a:rPr lang="en-US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with annoyance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murmuring...</a:t>
            </a:r>
            <a:endParaRPr lang="zh-CN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ct val="0"/>
              </a:spcAft>
            </a:pPr>
            <a:b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endParaRPr lang="zh-CN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ct val="0"/>
              </a:spcAft>
            </a:pPr>
            <a:endParaRPr lang="zh-CN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 title=""/>
          <p:cNvSpPr txBox="1"/>
          <p:nvPr/>
        </p:nvSpPr>
        <p:spPr>
          <a:xfrm>
            <a:off x="8190992" y="1944881"/>
            <a:ext cx="4001008" cy="5138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20000"/>
              </a:lnSpc>
              <a:buAutoNum type="alphaUcPeriod"/>
            </a:pPr>
            <a:r>
              <a:rPr kumimoji="1" lang="zh-CN" altLang="en-US" sz="2700" b="1"/>
              <a:t>气得说不出话</a:t>
            </a:r>
            <a:endParaRPr kumimoji="1" lang="en-US" altLang="zh-CN" sz="2700" b="1"/>
          </a:p>
          <a:p>
            <a:pPr marL="514350" indent="-514350">
              <a:lnSpc>
                <a:spcPct val="120000"/>
              </a:lnSpc>
              <a:buAutoNum type="alphaUcPeriod"/>
            </a:pPr>
            <a:r>
              <a:rPr kumimoji="1" lang="zh-CN" altLang="en-US" sz="2700" b="1"/>
              <a:t>我的声音听起来像一只怒吼的熊。</a:t>
            </a:r>
            <a:endParaRPr kumimoji="1" lang="en-US" altLang="zh-CN" sz="2700" b="1"/>
          </a:p>
          <a:p>
            <a:pPr marL="514350" indent="-514350">
              <a:lnSpc>
                <a:spcPct val="120000"/>
              </a:lnSpc>
              <a:buAutoNum type="alphaUcPeriod"/>
            </a:pPr>
            <a:r>
              <a:rPr kumimoji="1" lang="zh-CN" altLang="en-US" sz="2700" b="1"/>
              <a:t>怒气冲冲地跑出房间</a:t>
            </a:r>
            <a:endParaRPr kumimoji="1" lang="en-US" altLang="zh-CN" sz="2700" b="1"/>
          </a:p>
          <a:p>
            <a:pPr marL="514350" indent="-514350">
              <a:lnSpc>
                <a:spcPct val="120000"/>
              </a:lnSpc>
              <a:buAutoNum type="alphaUcPeriod"/>
            </a:pPr>
            <a:r>
              <a:rPr kumimoji="1" lang="zh-CN" altLang="en-US" sz="2700" b="1"/>
              <a:t>声音因生气而颤抖</a:t>
            </a:r>
            <a:endParaRPr kumimoji="1" lang="en-US" altLang="zh-CN" sz="2700" b="1"/>
          </a:p>
          <a:p>
            <a:pPr marL="514350" indent="-514350">
              <a:lnSpc>
                <a:spcPct val="120000"/>
              </a:lnSpc>
              <a:buAutoNum type="alphaUcPeriod"/>
            </a:pPr>
            <a:r>
              <a:rPr kumimoji="1" lang="zh-CN" altLang="en-US" sz="2700" b="1"/>
              <a:t>满腔怒火</a:t>
            </a:r>
            <a:endParaRPr kumimoji="1" lang="en-US" altLang="zh-CN" sz="2700" b="1"/>
          </a:p>
          <a:p>
            <a:pPr marL="514350" indent="-514350">
              <a:lnSpc>
                <a:spcPct val="120000"/>
              </a:lnSpc>
              <a:buAutoNum type="alphaUcPeriod"/>
            </a:pPr>
            <a:r>
              <a:rPr kumimoji="1" lang="zh-CN" altLang="en-US" sz="2700" b="1"/>
              <a:t>恼怒地把</a:t>
            </a:r>
            <a:r>
              <a:rPr kumimoji="1" lang="en-US" altLang="zh-CN" sz="2700" b="1"/>
              <a:t>…</a:t>
            </a:r>
            <a:r>
              <a:rPr kumimoji="1" lang="zh-CN" altLang="en-US" sz="2700" b="1"/>
              <a:t>扔开</a:t>
            </a:r>
            <a:endParaRPr kumimoji="1" lang="en-US" altLang="zh-CN" sz="2700" b="1"/>
          </a:p>
          <a:p>
            <a:pPr marL="514350" indent="-514350">
              <a:lnSpc>
                <a:spcPct val="120000"/>
              </a:lnSpc>
              <a:buAutoNum type="alphaUcPeriod"/>
            </a:pPr>
            <a:r>
              <a:rPr kumimoji="1" lang="zh-CN" altLang="en-US" sz="2700" b="1"/>
              <a:t>握紧拳头</a:t>
            </a:r>
            <a:endParaRPr kumimoji="1" lang="en-US" altLang="zh-CN" sz="2700" b="1"/>
          </a:p>
          <a:p>
            <a:pPr marL="514350" indent="-514350">
              <a:lnSpc>
                <a:spcPct val="120000"/>
              </a:lnSpc>
              <a:buAutoNum type="alphaUcPeriod"/>
            </a:pPr>
            <a:r>
              <a:rPr kumimoji="1" lang="zh-CN" altLang="en-US" sz="2700" b="1"/>
              <a:t>怒气冲冲地瞪着我</a:t>
            </a:r>
            <a:endParaRPr kumimoji="1" lang="en-US" altLang="zh-CN" sz="2700" b="1"/>
          </a:p>
          <a:p>
            <a:pPr marL="342900" indent="-342900">
              <a:lnSpc>
                <a:spcPct val="150000"/>
              </a:lnSpc>
              <a:buAutoNum type="alphaUcPeriod"/>
            </a:pPr>
            <a:endParaRPr kumimoji="1" lang="zh-CN" altLang="en-US" sz="2700" b="1"/>
          </a:p>
        </p:txBody>
      </p:sp>
      <p:cxnSp>
        <p:nvCxnSpPr>
          <p:cNvPr id="4" name="直接连接符 3" title=""/>
          <p:cNvCxnSpPr/>
          <p:nvPr/>
        </p:nvCxnSpPr>
        <p:spPr>
          <a:xfrm>
            <a:off x="7315200" y="2258695"/>
            <a:ext cx="1027430" cy="1412875"/>
          </a:xfrm>
          <a:prstGeom prst="line">
            <a:avLst/>
          </a:prstGeom>
          <a:ln w="38100">
            <a:solidFill>
              <a:srgbClr val="C00000">
                <a:alpha val="9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 title=""/>
          <p:cNvCxnSpPr/>
          <p:nvPr/>
        </p:nvCxnSpPr>
        <p:spPr>
          <a:xfrm>
            <a:off x="5187315" y="3074670"/>
            <a:ext cx="3135630" cy="1682115"/>
          </a:xfrm>
          <a:prstGeom prst="line">
            <a:avLst/>
          </a:prstGeom>
          <a:ln w="38100">
            <a:solidFill>
              <a:srgbClr val="C00000">
                <a:alpha val="9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 title=""/>
          <p:cNvCxnSpPr/>
          <p:nvPr/>
        </p:nvCxnSpPr>
        <p:spPr>
          <a:xfrm>
            <a:off x="5831205" y="3550285"/>
            <a:ext cx="2461895" cy="728980"/>
          </a:xfrm>
          <a:prstGeom prst="line">
            <a:avLst/>
          </a:prstGeom>
          <a:ln w="38100">
            <a:solidFill>
              <a:srgbClr val="C00000">
                <a:alpha val="9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 title=""/>
          <p:cNvCxnSpPr/>
          <p:nvPr/>
        </p:nvCxnSpPr>
        <p:spPr>
          <a:xfrm flipV="1">
            <a:off x="2667000" y="2367915"/>
            <a:ext cx="5626100" cy="1911350"/>
          </a:xfrm>
          <a:prstGeom prst="line">
            <a:avLst/>
          </a:prstGeom>
          <a:ln w="38100">
            <a:solidFill>
              <a:srgbClr val="C00000">
                <a:alpha val="9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 title=""/>
          <p:cNvCxnSpPr/>
          <p:nvPr/>
        </p:nvCxnSpPr>
        <p:spPr>
          <a:xfrm>
            <a:off x="3702050" y="4756785"/>
            <a:ext cx="4620895" cy="905510"/>
          </a:xfrm>
          <a:prstGeom prst="line">
            <a:avLst/>
          </a:prstGeom>
          <a:ln w="38100">
            <a:solidFill>
              <a:srgbClr val="C00000">
                <a:alpha val="9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 title=""/>
          <p:cNvCxnSpPr/>
          <p:nvPr/>
        </p:nvCxnSpPr>
        <p:spPr>
          <a:xfrm>
            <a:off x="4580255" y="5135245"/>
            <a:ext cx="3692525" cy="1104900"/>
          </a:xfrm>
          <a:prstGeom prst="line">
            <a:avLst/>
          </a:prstGeom>
          <a:ln w="38100">
            <a:solidFill>
              <a:srgbClr val="C00000">
                <a:alpha val="9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 title=""/>
          <p:cNvCxnSpPr/>
          <p:nvPr/>
        </p:nvCxnSpPr>
        <p:spPr>
          <a:xfrm flipV="1">
            <a:off x="6316980" y="2825750"/>
            <a:ext cx="1985645" cy="2589530"/>
          </a:xfrm>
          <a:prstGeom prst="line">
            <a:avLst/>
          </a:prstGeom>
          <a:ln w="38100">
            <a:solidFill>
              <a:srgbClr val="C00000">
                <a:alpha val="9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 title=""/>
          <p:cNvCxnSpPr/>
          <p:nvPr/>
        </p:nvCxnSpPr>
        <p:spPr>
          <a:xfrm flipV="1">
            <a:off x="4599940" y="5253355"/>
            <a:ext cx="3752850" cy="617220"/>
          </a:xfrm>
          <a:prstGeom prst="line">
            <a:avLst/>
          </a:prstGeom>
          <a:ln w="38100">
            <a:solidFill>
              <a:srgbClr val="C00000">
                <a:alpha val="9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0734" name="文本框 14" title=""/>
          <p:cNvSpPr txBox="1">
            <a:spLocks noChangeArrowheads="1"/>
          </p:cNvSpPr>
          <p:nvPr/>
        </p:nvSpPr>
        <p:spPr bwMode="auto">
          <a:xfrm>
            <a:off x="4791710" y="207860"/>
            <a:ext cx="3860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600" b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No.4  </a:t>
            </a:r>
            <a:r>
              <a:rPr lang="zh-CN" altLang="en-US" sz="3600" b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愤怒</a:t>
            </a:r>
            <a:endParaRPr lang="zh-CN" altLang="en-US" sz="3600" b="1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" name="矩形 2" title=""/>
          <p:cNvSpPr/>
          <p:nvPr/>
        </p:nvSpPr>
        <p:spPr>
          <a:xfrm>
            <a:off x="295473" y="1423937"/>
            <a:ext cx="11896527" cy="3046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0"/>
              </a:spcAft>
            </a:pPr>
            <a:r>
              <a:rPr lang="zh-CN" altLang="zh-CN" sz="32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神态描写：</a:t>
            </a:r>
            <a:endParaRPr lang="zh-CN" altLang="zh-CN" sz="3200" b="1" kern="100">
              <a:solidFill>
                <a:srgbClr val="FF0000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ct val="0"/>
              </a:spcAft>
            </a:pPr>
            <a:r>
              <a:rPr lang="en-US" altLang="zh-CN" sz="32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His face </a:t>
            </a:r>
            <a:r>
              <a:rPr lang="en-US" altLang="zh-CN" sz="3200" b="1" u="sng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clouded</a:t>
            </a:r>
            <a:r>
              <a:rPr lang="en-US" altLang="zh-CN" sz="32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 with anger</a:t>
            </a:r>
            <a:r>
              <a:rPr lang="en-US" altLang="zh-CN" sz="32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zh-CN" altLang="zh-CN" sz="32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他气得脸色阴沉。</a:t>
            </a:r>
            <a:endParaRPr lang="zh-CN" altLang="zh-CN" sz="32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ct val="0"/>
              </a:spcAft>
            </a:pPr>
            <a:r>
              <a:rPr lang="en-US" altLang="zh-CN" sz="32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32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ct val="0"/>
              </a:spcAft>
            </a:pPr>
            <a:r>
              <a:rPr lang="zh-CN" altLang="zh-CN" sz="32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心理描写：</a:t>
            </a:r>
            <a:endParaRPr lang="zh-CN" altLang="zh-CN" sz="3200" b="1" kern="100">
              <a:solidFill>
                <a:srgbClr val="FF0000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ct val="0"/>
              </a:spcAft>
            </a:pPr>
            <a:r>
              <a:rPr lang="en-US" altLang="zh-CN" sz="32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He </a:t>
            </a:r>
            <a:r>
              <a:rPr lang="en-US" altLang="zh-CN" sz="32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could hardly/scarcely </a:t>
            </a:r>
            <a:r>
              <a:rPr lang="en-US" altLang="zh-CN" sz="3200" b="1" u="sng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contain</a:t>
            </a:r>
            <a:r>
              <a:rPr lang="en-US" altLang="zh-CN" sz="32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 his rage</a:t>
            </a:r>
            <a:r>
              <a:rPr lang="en-US" altLang="zh-CN" sz="32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zh-CN" altLang="zh-CN" sz="32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他几乎控制不住怒火。</a:t>
            </a:r>
            <a:endParaRPr lang="zh-CN" altLang="zh-CN" sz="32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ct val="0"/>
              </a:spcAft>
            </a:pPr>
            <a:r>
              <a:rPr lang="en-US" altLang="zh-CN" sz="32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Anger </a:t>
            </a:r>
            <a:r>
              <a:rPr lang="en-US" altLang="zh-CN" sz="32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engulfed/swallowed</a:t>
            </a:r>
            <a:r>
              <a:rPr lang="en-US" altLang="zh-CN" sz="32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zh-CN" altLang="zh-CN" sz="32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吞噬</a:t>
            </a:r>
            <a:r>
              <a:rPr lang="en-US" altLang="zh-CN" sz="32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 him </a:t>
            </a:r>
            <a:r>
              <a:rPr lang="en-US" altLang="zh-CN" sz="3200" b="1" u="sng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like a wild beast</a:t>
            </a:r>
            <a:r>
              <a:rPr lang="en-US" altLang="zh-CN" sz="32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sz="32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/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0731" name="branches-with-leaves_13418" title=""/>
          <p:cNvSpPr>
            <a:spLocks noChangeAspect="1" noChangeArrowheads="1"/>
          </p:cNvSpPr>
          <p:nvPr/>
        </p:nvSpPr>
        <p:spPr bwMode="auto">
          <a:xfrm>
            <a:off x="5830888" y="-116388"/>
            <a:ext cx="549275" cy="609600"/>
          </a:xfrm>
          <a:custGeom>
            <a:gdLst>
              <a:gd name="T0" fmla="*/ 74249 w 651"/>
              <a:gd name="T1" fmla="*/ 522635 h 722"/>
              <a:gd name="T2" fmla="*/ 0 w 651"/>
              <a:gd name="T3" fmla="*/ 366435 h 722"/>
              <a:gd name="T4" fmla="*/ 423558 w 651"/>
              <a:gd name="T5" fmla="*/ 374879 h 722"/>
              <a:gd name="T6" fmla="*/ 449714 w 651"/>
              <a:gd name="T7" fmla="*/ 287914 h 722"/>
              <a:gd name="T8" fmla="*/ 188998 w 651"/>
              <a:gd name="T9" fmla="*/ 243165 h 722"/>
              <a:gd name="T10" fmla="*/ 188998 w 651"/>
              <a:gd name="T11" fmla="*/ 607067 h 722"/>
              <a:gd name="T12" fmla="*/ 129936 w 651"/>
              <a:gd name="T13" fmla="*/ 580049 h 722"/>
              <a:gd name="T14" fmla="*/ 128249 w 651"/>
              <a:gd name="T15" fmla="*/ 559785 h 722"/>
              <a:gd name="T16" fmla="*/ 84374 w 651"/>
              <a:gd name="T17" fmla="*/ 542054 h 722"/>
              <a:gd name="T18" fmla="*/ 148498 w 651"/>
              <a:gd name="T19" fmla="*/ 554719 h 722"/>
              <a:gd name="T20" fmla="*/ 150186 w 651"/>
              <a:gd name="T21" fmla="*/ 503216 h 722"/>
              <a:gd name="T22" fmla="*/ 91968 w 651"/>
              <a:gd name="T23" fmla="*/ 413717 h 722"/>
              <a:gd name="T24" fmla="*/ 110530 w 651"/>
              <a:gd name="T25" fmla="*/ 407807 h 722"/>
              <a:gd name="T26" fmla="*/ 59906 w 651"/>
              <a:gd name="T27" fmla="*/ 296357 h 722"/>
              <a:gd name="T28" fmla="*/ 138373 w 651"/>
              <a:gd name="T29" fmla="*/ 286225 h 722"/>
              <a:gd name="T30" fmla="*/ 129936 w 651"/>
              <a:gd name="T31" fmla="*/ 220368 h 722"/>
              <a:gd name="T32" fmla="*/ 129936 w 651"/>
              <a:gd name="T33" fmla="*/ 256674 h 722"/>
              <a:gd name="T34" fmla="*/ 145123 w 651"/>
              <a:gd name="T35" fmla="*/ 335196 h 722"/>
              <a:gd name="T36" fmla="*/ 172123 w 651"/>
              <a:gd name="T37" fmla="*/ 404430 h 722"/>
              <a:gd name="T38" fmla="*/ 180560 w 651"/>
              <a:gd name="T39" fmla="*/ 415406 h 722"/>
              <a:gd name="T40" fmla="*/ 179717 w 651"/>
              <a:gd name="T41" fmla="*/ 530234 h 722"/>
              <a:gd name="T42" fmla="*/ 506244 w 651"/>
              <a:gd name="T43" fmla="*/ 439891 h 722"/>
              <a:gd name="T44" fmla="*/ 468276 w 651"/>
              <a:gd name="T45" fmla="*/ 492239 h 722"/>
              <a:gd name="T46" fmla="*/ 472495 w 651"/>
              <a:gd name="T47" fmla="*/ 531922 h 722"/>
              <a:gd name="T48" fmla="*/ 362808 w 651"/>
              <a:gd name="T49" fmla="*/ 538677 h 722"/>
              <a:gd name="T50" fmla="*/ 317246 w 651"/>
              <a:gd name="T51" fmla="*/ 595247 h 722"/>
              <a:gd name="T52" fmla="*/ 270841 w 651"/>
              <a:gd name="T53" fmla="*/ 550498 h 722"/>
              <a:gd name="T54" fmla="*/ 235404 w 651"/>
              <a:gd name="T55" fmla="*/ 474509 h 722"/>
              <a:gd name="T56" fmla="*/ 277591 w 651"/>
              <a:gd name="T57" fmla="*/ 460155 h 722"/>
              <a:gd name="T58" fmla="*/ 261560 w 651"/>
              <a:gd name="T59" fmla="*/ 379100 h 722"/>
              <a:gd name="T60" fmla="*/ 266622 w 651"/>
              <a:gd name="T61" fmla="*/ 336884 h 722"/>
              <a:gd name="T62" fmla="*/ 286028 w 651"/>
              <a:gd name="T63" fmla="*/ 374879 h 722"/>
              <a:gd name="T64" fmla="*/ 307122 w 651"/>
              <a:gd name="T65" fmla="*/ 395142 h 722"/>
              <a:gd name="T66" fmla="*/ 324840 w 651"/>
              <a:gd name="T67" fmla="*/ 341950 h 722"/>
              <a:gd name="T68" fmla="*/ 341715 w 651"/>
              <a:gd name="T69" fmla="*/ 344483 h 722"/>
              <a:gd name="T70" fmla="*/ 355215 w 651"/>
              <a:gd name="T71" fmla="*/ 265961 h 722"/>
              <a:gd name="T72" fmla="*/ 281809 w 651"/>
              <a:gd name="T73" fmla="*/ 209392 h 722"/>
              <a:gd name="T74" fmla="*/ 296997 w 651"/>
              <a:gd name="T75" fmla="*/ 156199 h 722"/>
              <a:gd name="T76" fmla="*/ 256497 w 651"/>
              <a:gd name="T77" fmla="*/ 76833 h 722"/>
              <a:gd name="T78" fmla="*/ 272528 w 651"/>
              <a:gd name="T79" fmla="*/ 113139 h 722"/>
              <a:gd name="T80" fmla="*/ 302903 w 651"/>
              <a:gd name="T81" fmla="*/ 101319 h 722"/>
              <a:gd name="T82" fmla="*/ 319778 w 651"/>
              <a:gd name="T83" fmla="*/ 131714 h 722"/>
              <a:gd name="T84" fmla="*/ 323153 w 651"/>
              <a:gd name="T85" fmla="*/ 186595 h 722"/>
              <a:gd name="T86" fmla="*/ 397402 w 651"/>
              <a:gd name="T87" fmla="*/ 261740 h 722"/>
              <a:gd name="T88" fmla="*/ 408370 w 651"/>
              <a:gd name="T89" fmla="*/ 193350 h 722"/>
              <a:gd name="T90" fmla="*/ 431995 w 651"/>
              <a:gd name="T91" fmla="*/ 196727 h 722"/>
              <a:gd name="T92" fmla="*/ 450557 w 651"/>
              <a:gd name="T93" fmla="*/ 180685 h 722"/>
              <a:gd name="T94" fmla="*/ 394871 w 651"/>
              <a:gd name="T95" fmla="*/ 282848 h 722"/>
              <a:gd name="T96" fmla="*/ 372090 w 651"/>
              <a:gd name="T97" fmla="*/ 358837 h 722"/>
              <a:gd name="T98" fmla="*/ 421870 w 651"/>
              <a:gd name="T99" fmla="*/ 382478 h 722"/>
              <a:gd name="T100" fmla="*/ 442120 w 651"/>
              <a:gd name="T101" fmla="*/ 385011 h 722"/>
              <a:gd name="T102" fmla="*/ 414277 w 651"/>
              <a:gd name="T103" fmla="*/ 423005 h 722"/>
              <a:gd name="T104" fmla="*/ 396558 w 651"/>
              <a:gd name="T105" fmla="*/ 471976 h 722"/>
              <a:gd name="T106" fmla="*/ 465745 w 651"/>
              <a:gd name="T107" fmla="*/ 457622 h 722"/>
              <a:gd name="T108" fmla="*/ 502869 w 651"/>
              <a:gd name="T109" fmla="*/ 437358 h 722"/>
              <a:gd name="T110" fmla="*/ 267466 w 651"/>
              <a:gd name="T111" fmla="*/ 488018 h 722"/>
              <a:gd name="T112" fmla="*/ 355215 w 651"/>
              <a:gd name="T113" fmla="*/ 350393 h 722"/>
              <a:gd name="T114" fmla="*/ 359433 w 651"/>
              <a:gd name="T115" fmla="*/ 375723 h 722"/>
              <a:gd name="T116" fmla="*/ 318934 w 651"/>
              <a:gd name="T117" fmla="*/ 429760 h 722"/>
              <a:gd name="T118" fmla="*/ 301215 w 651"/>
              <a:gd name="T119" fmla="*/ 486329 h 722"/>
              <a:gd name="T120" fmla="*/ 320621 w 651"/>
              <a:gd name="T121" fmla="*/ 542054 h 722"/>
              <a:gd name="T122" fmla="*/ 377152 w 651"/>
              <a:gd name="T123" fmla="*/ 472820 h 722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651" h="722">
                <a:moveTo>
                  <a:pt x="587" y="710"/>
                </a:moveTo>
                <a:lnTo>
                  <a:pt x="585" y="707"/>
                </a:lnTo>
                <a:cubicBezTo>
                  <a:pt x="539" y="668"/>
                  <a:pt x="563" y="634"/>
                  <a:pt x="563" y="634"/>
                </a:cubicBezTo>
                <a:cubicBezTo>
                  <a:pt x="598" y="651"/>
                  <a:pt x="587" y="710"/>
                  <a:pt x="587" y="710"/>
                </a:cubicBezTo>
                <a:close/>
                <a:moveTo>
                  <a:pt x="129" y="286"/>
                </a:moveTo>
                <a:cubicBezTo>
                  <a:pt x="129" y="286"/>
                  <a:pt x="97" y="277"/>
                  <a:pt x="90" y="309"/>
                </a:cubicBezTo>
                <a:cubicBezTo>
                  <a:pt x="90" y="309"/>
                  <a:pt x="112" y="317"/>
                  <a:pt x="129" y="286"/>
                </a:cubicBezTo>
                <a:close/>
                <a:moveTo>
                  <a:pt x="198" y="403"/>
                </a:moveTo>
                <a:cubicBezTo>
                  <a:pt x="198" y="403"/>
                  <a:pt x="183" y="422"/>
                  <a:pt x="208" y="449"/>
                </a:cubicBezTo>
                <a:cubicBezTo>
                  <a:pt x="208" y="449"/>
                  <a:pt x="227" y="421"/>
                  <a:pt x="198" y="403"/>
                </a:cubicBezTo>
                <a:close/>
                <a:moveTo>
                  <a:pt x="84" y="711"/>
                </a:moveTo>
                <a:cubicBezTo>
                  <a:pt x="84" y="711"/>
                  <a:pt x="112" y="722"/>
                  <a:pt x="134" y="682"/>
                </a:cubicBezTo>
                <a:cubicBezTo>
                  <a:pt x="134" y="682"/>
                  <a:pt x="94" y="670"/>
                  <a:pt x="84" y="711"/>
                </a:cubicBezTo>
                <a:close/>
                <a:moveTo>
                  <a:pt x="88" y="619"/>
                </a:moveTo>
                <a:cubicBezTo>
                  <a:pt x="88" y="619"/>
                  <a:pt x="90" y="636"/>
                  <a:pt x="116" y="635"/>
                </a:cubicBezTo>
                <a:cubicBezTo>
                  <a:pt x="116" y="635"/>
                  <a:pt x="111" y="612"/>
                  <a:pt x="88" y="619"/>
                </a:cubicBezTo>
                <a:close/>
                <a:moveTo>
                  <a:pt x="123" y="608"/>
                </a:moveTo>
                <a:cubicBezTo>
                  <a:pt x="123" y="608"/>
                  <a:pt x="111" y="615"/>
                  <a:pt x="119" y="634"/>
                </a:cubicBezTo>
                <a:cubicBezTo>
                  <a:pt x="119" y="634"/>
                  <a:pt x="134" y="623"/>
                  <a:pt x="123" y="608"/>
                </a:cubicBezTo>
                <a:close/>
                <a:moveTo>
                  <a:pt x="163" y="232"/>
                </a:moveTo>
                <a:cubicBezTo>
                  <a:pt x="163" y="232"/>
                  <a:pt x="158" y="209"/>
                  <a:pt x="135" y="215"/>
                </a:cubicBezTo>
                <a:cubicBezTo>
                  <a:pt x="135" y="215"/>
                  <a:pt x="138" y="232"/>
                  <a:pt x="163" y="232"/>
                </a:cubicBezTo>
                <a:close/>
                <a:moveTo>
                  <a:pt x="170" y="204"/>
                </a:moveTo>
                <a:cubicBezTo>
                  <a:pt x="170" y="204"/>
                  <a:pt x="158" y="211"/>
                  <a:pt x="166" y="230"/>
                </a:cubicBezTo>
                <a:cubicBezTo>
                  <a:pt x="166" y="230"/>
                  <a:pt x="182" y="220"/>
                  <a:pt x="170" y="204"/>
                </a:cubicBezTo>
                <a:close/>
                <a:moveTo>
                  <a:pt x="0" y="434"/>
                </a:moveTo>
                <a:cubicBezTo>
                  <a:pt x="0" y="434"/>
                  <a:pt x="33" y="445"/>
                  <a:pt x="59" y="401"/>
                </a:cubicBezTo>
                <a:cubicBezTo>
                  <a:pt x="59" y="401"/>
                  <a:pt x="12" y="388"/>
                  <a:pt x="0" y="434"/>
                </a:cubicBezTo>
                <a:close/>
                <a:moveTo>
                  <a:pt x="312" y="457"/>
                </a:moveTo>
                <a:cubicBezTo>
                  <a:pt x="312" y="457"/>
                  <a:pt x="290" y="451"/>
                  <a:pt x="285" y="473"/>
                </a:cubicBezTo>
                <a:cubicBezTo>
                  <a:pt x="285" y="473"/>
                  <a:pt x="300" y="479"/>
                  <a:pt x="312" y="457"/>
                </a:cubicBezTo>
                <a:close/>
                <a:moveTo>
                  <a:pt x="59" y="395"/>
                </a:moveTo>
                <a:cubicBezTo>
                  <a:pt x="59" y="395"/>
                  <a:pt x="56" y="358"/>
                  <a:pt x="16" y="363"/>
                </a:cubicBezTo>
                <a:cubicBezTo>
                  <a:pt x="16" y="363"/>
                  <a:pt x="16" y="390"/>
                  <a:pt x="59" y="395"/>
                </a:cubicBezTo>
                <a:close/>
                <a:moveTo>
                  <a:pt x="511" y="508"/>
                </a:moveTo>
                <a:cubicBezTo>
                  <a:pt x="511" y="508"/>
                  <a:pt x="511" y="534"/>
                  <a:pt x="549" y="539"/>
                </a:cubicBezTo>
                <a:cubicBezTo>
                  <a:pt x="549" y="539"/>
                  <a:pt x="547" y="504"/>
                  <a:pt x="511" y="508"/>
                </a:cubicBezTo>
                <a:close/>
                <a:moveTo>
                  <a:pt x="375" y="119"/>
                </a:moveTo>
                <a:cubicBezTo>
                  <a:pt x="375" y="119"/>
                  <a:pt x="388" y="90"/>
                  <a:pt x="357" y="78"/>
                </a:cubicBezTo>
                <a:cubicBezTo>
                  <a:pt x="357" y="78"/>
                  <a:pt x="347" y="99"/>
                  <a:pt x="375" y="119"/>
                </a:cubicBezTo>
                <a:close/>
                <a:moveTo>
                  <a:pt x="487" y="388"/>
                </a:moveTo>
                <a:cubicBezTo>
                  <a:pt x="487" y="388"/>
                  <a:pt x="469" y="412"/>
                  <a:pt x="502" y="444"/>
                </a:cubicBezTo>
                <a:cubicBezTo>
                  <a:pt x="502" y="444"/>
                  <a:pt x="524" y="409"/>
                  <a:pt x="487" y="388"/>
                </a:cubicBezTo>
                <a:close/>
                <a:moveTo>
                  <a:pt x="605" y="547"/>
                </a:moveTo>
                <a:cubicBezTo>
                  <a:pt x="605" y="547"/>
                  <a:pt x="594" y="569"/>
                  <a:pt x="625" y="590"/>
                </a:cubicBezTo>
                <a:cubicBezTo>
                  <a:pt x="625" y="590"/>
                  <a:pt x="638" y="559"/>
                  <a:pt x="605" y="547"/>
                </a:cubicBezTo>
                <a:close/>
                <a:moveTo>
                  <a:pt x="607" y="544"/>
                </a:moveTo>
                <a:cubicBezTo>
                  <a:pt x="607" y="544"/>
                  <a:pt x="621" y="562"/>
                  <a:pt x="651" y="544"/>
                </a:cubicBezTo>
                <a:cubicBezTo>
                  <a:pt x="651" y="544"/>
                  <a:pt x="629" y="521"/>
                  <a:pt x="607" y="544"/>
                </a:cubicBezTo>
                <a:close/>
                <a:moveTo>
                  <a:pt x="519" y="175"/>
                </a:moveTo>
                <a:cubicBezTo>
                  <a:pt x="519" y="175"/>
                  <a:pt x="529" y="159"/>
                  <a:pt x="507" y="141"/>
                </a:cubicBezTo>
                <a:cubicBezTo>
                  <a:pt x="507" y="141"/>
                  <a:pt x="495" y="164"/>
                  <a:pt x="519" y="175"/>
                </a:cubicBezTo>
                <a:close/>
                <a:moveTo>
                  <a:pt x="518" y="177"/>
                </a:moveTo>
                <a:cubicBezTo>
                  <a:pt x="518" y="177"/>
                  <a:pt x="508" y="163"/>
                  <a:pt x="485" y="175"/>
                </a:cubicBezTo>
                <a:cubicBezTo>
                  <a:pt x="485" y="175"/>
                  <a:pt x="500" y="193"/>
                  <a:pt x="518" y="177"/>
                </a:cubicBezTo>
                <a:close/>
                <a:moveTo>
                  <a:pt x="533" y="341"/>
                </a:moveTo>
                <a:cubicBezTo>
                  <a:pt x="533" y="341"/>
                  <a:pt x="551" y="301"/>
                  <a:pt x="510" y="284"/>
                </a:cubicBezTo>
                <a:cubicBezTo>
                  <a:pt x="510" y="284"/>
                  <a:pt x="494" y="312"/>
                  <a:pt x="533" y="341"/>
                </a:cubicBezTo>
                <a:close/>
                <a:moveTo>
                  <a:pt x="569" y="282"/>
                </a:moveTo>
                <a:cubicBezTo>
                  <a:pt x="569" y="282"/>
                  <a:pt x="542" y="251"/>
                  <a:pt x="512" y="280"/>
                </a:cubicBezTo>
                <a:cubicBezTo>
                  <a:pt x="512" y="280"/>
                  <a:pt x="530" y="304"/>
                  <a:pt x="569" y="282"/>
                </a:cubicBezTo>
                <a:close/>
                <a:moveTo>
                  <a:pt x="357" y="21"/>
                </a:moveTo>
                <a:cubicBezTo>
                  <a:pt x="357" y="21"/>
                  <a:pt x="311" y="13"/>
                  <a:pt x="305" y="59"/>
                </a:cubicBezTo>
                <a:cubicBezTo>
                  <a:pt x="305" y="59"/>
                  <a:pt x="338" y="67"/>
                  <a:pt x="357" y="21"/>
                </a:cubicBezTo>
                <a:close/>
                <a:moveTo>
                  <a:pt x="301" y="58"/>
                </a:moveTo>
                <a:cubicBezTo>
                  <a:pt x="301" y="58"/>
                  <a:pt x="320" y="34"/>
                  <a:pt x="288" y="0"/>
                </a:cubicBezTo>
                <a:cubicBezTo>
                  <a:pt x="288" y="0"/>
                  <a:pt x="264" y="36"/>
                  <a:pt x="301" y="58"/>
                </a:cubicBezTo>
                <a:close/>
                <a:moveTo>
                  <a:pt x="224" y="288"/>
                </a:moveTo>
                <a:cubicBezTo>
                  <a:pt x="224" y="288"/>
                  <a:pt x="174" y="302"/>
                  <a:pt x="191" y="352"/>
                </a:cubicBezTo>
                <a:cubicBezTo>
                  <a:pt x="191" y="352"/>
                  <a:pt x="228" y="344"/>
                  <a:pt x="224" y="288"/>
                </a:cubicBezTo>
                <a:close/>
                <a:moveTo>
                  <a:pt x="293" y="555"/>
                </a:moveTo>
                <a:cubicBezTo>
                  <a:pt x="293" y="555"/>
                  <a:pt x="313" y="538"/>
                  <a:pt x="291" y="506"/>
                </a:cubicBezTo>
                <a:cubicBezTo>
                  <a:pt x="291" y="506"/>
                  <a:pt x="266" y="532"/>
                  <a:pt x="293" y="555"/>
                </a:cubicBezTo>
                <a:close/>
                <a:moveTo>
                  <a:pt x="356" y="238"/>
                </a:moveTo>
                <a:cubicBezTo>
                  <a:pt x="356" y="238"/>
                  <a:pt x="367" y="210"/>
                  <a:pt x="329" y="188"/>
                </a:cubicBezTo>
                <a:cubicBezTo>
                  <a:pt x="329" y="188"/>
                  <a:pt x="316" y="227"/>
                  <a:pt x="356" y="238"/>
                </a:cubicBezTo>
                <a:close/>
                <a:moveTo>
                  <a:pt x="601" y="496"/>
                </a:moveTo>
                <a:cubicBezTo>
                  <a:pt x="601" y="496"/>
                  <a:pt x="614" y="483"/>
                  <a:pt x="597" y="462"/>
                </a:cubicBezTo>
                <a:cubicBezTo>
                  <a:pt x="597" y="462"/>
                  <a:pt x="581" y="481"/>
                  <a:pt x="601" y="496"/>
                </a:cubicBezTo>
                <a:close/>
                <a:moveTo>
                  <a:pt x="259" y="718"/>
                </a:moveTo>
                <a:cubicBezTo>
                  <a:pt x="260" y="719"/>
                  <a:pt x="262" y="720"/>
                  <a:pt x="264" y="721"/>
                </a:cubicBezTo>
                <a:lnTo>
                  <a:pt x="225" y="721"/>
                </a:lnTo>
                <a:cubicBezTo>
                  <a:pt x="225" y="720"/>
                  <a:pt x="224" y="720"/>
                  <a:pt x="224" y="719"/>
                </a:cubicBezTo>
                <a:cubicBezTo>
                  <a:pt x="224" y="714"/>
                  <a:pt x="222" y="710"/>
                  <a:pt x="219" y="706"/>
                </a:cubicBezTo>
                <a:cubicBezTo>
                  <a:pt x="216" y="704"/>
                  <a:pt x="213" y="702"/>
                  <a:pt x="210" y="700"/>
                </a:cubicBezTo>
                <a:cubicBezTo>
                  <a:pt x="206" y="698"/>
                  <a:pt x="207" y="693"/>
                  <a:pt x="209" y="690"/>
                </a:cubicBezTo>
                <a:cubicBezTo>
                  <a:pt x="206" y="688"/>
                  <a:pt x="204" y="685"/>
                  <a:pt x="202" y="683"/>
                </a:cubicBezTo>
                <a:cubicBezTo>
                  <a:pt x="202" y="683"/>
                  <a:pt x="202" y="683"/>
                  <a:pt x="202" y="683"/>
                </a:cubicBezTo>
                <a:cubicBezTo>
                  <a:pt x="201" y="683"/>
                  <a:pt x="201" y="683"/>
                  <a:pt x="201" y="683"/>
                </a:cubicBezTo>
                <a:cubicBezTo>
                  <a:pt x="198" y="682"/>
                  <a:pt x="196" y="681"/>
                  <a:pt x="193" y="681"/>
                </a:cubicBezTo>
                <a:cubicBezTo>
                  <a:pt x="189" y="679"/>
                  <a:pt x="185" y="680"/>
                  <a:pt x="181" y="679"/>
                </a:cubicBezTo>
                <a:cubicBezTo>
                  <a:pt x="178" y="678"/>
                  <a:pt x="176" y="677"/>
                  <a:pt x="173" y="676"/>
                </a:cubicBezTo>
                <a:cubicBezTo>
                  <a:pt x="173" y="677"/>
                  <a:pt x="172" y="677"/>
                  <a:pt x="171" y="677"/>
                </a:cubicBezTo>
                <a:cubicBezTo>
                  <a:pt x="168" y="680"/>
                  <a:pt x="165" y="683"/>
                  <a:pt x="161" y="685"/>
                </a:cubicBezTo>
                <a:cubicBezTo>
                  <a:pt x="159" y="686"/>
                  <a:pt x="155" y="686"/>
                  <a:pt x="154" y="687"/>
                </a:cubicBezTo>
                <a:cubicBezTo>
                  <a:pt x="154" y="692"/>
                  <a:pt x="149" y="695"/>
                  <a:pt x="147" y="700"/>
                </a:cubicBezTo>
                <a:cubicBezTo>
                  <a:pt x="146" y="700"/>
                  <a:pt x="146" y="700"/>
                  <a:pt x="146" y="700"/>
                </a:cubicBezTo>
                <a:cubicBezTo>
                  <a:pt x="147" y="697"/>
                  <a:pt x="147" y="694"/>
                  <a:pt x="148" y="691"/>
                </a:cubicBezTo>
                <a:cubicBezTo>
                  <a:pt x="149" y="690"/>
                  <a:pt x="150" y="689"/>
                  <a:pt x="151" y="688"/>
                </a:cubicBezTo>
                <a:cubicBezTo>
                  <a:pt x="150" y="688"/>
                  <a:pt x="150" y="688"/>
                  <a:pt x="150" y="687"/>
                </a:cubicBezTo>
                <a:cubicBezTo>
                  <a:pt x="143" y="684"/>
                  <a:pt x="133" y="680"/>
                  <a:pt x="126" y="680"/>
                </a:cubicBezTo>
                <a:cubicBezTo>
                  <a:pt x="125" y="680"/>
                  <a:pt x="125" y="678"/>
                  <a:pt x="126" y="678"/>
                </a:cubicBezTo>
                <a:cubicBezTo>
                  <a:pt x="131" y="679"/>
                  <a:pt x="137" y="681"/>
                  <a:pt x="142" y="680"/>
                </a:cubicBezTo>
                <a:cubicBezTo>
                  <a:pt x="146" y="679"/>
                  <a:pt x="148" y="679"/>
                  <a:pt x="151" y="680"/>
                </a:cubicBezTo>
                <a:cubicBezTo>
                  <a:pt x="154" y="677"/>
                  <a:pt x="158" y="676"/>
                  <a:pt x="161" y="673"/>
                </a:cubicBezTo>
                <a:cubicBezTo>
                  <a:pt x="161" y="672"/>
                  <a:pt x="161" y="672"/>
                  <a:pt x="161" y="672"/>
                </a:cubicBezTo>
                <a:cubicBezTo>
                  <a:pt x="161" y="672"/>
                  <a:pt x="161" y="672"/>
                  <a:pt x="161" y="671"/>
                </a:cubicBezTo>
                <a:cubicBezTo>
                  <a:pt x="160" y="671"/>
                  <a:pt x="160" y="670"/>
                  <a:pt x="159" y="670"/>
                </a:cubicBezTo>
                <a:cubicBezTo>
                  <a:pt x="156" y="669"/>
                  <a:pt x="154" y="666"/>
                  <a:pt x="152" y="663"/>
                </a:cubicBezTo>
                <a:cubicBezTo>
                  <a:pt x="151" y="662"/>
                  <a:pt x="151" y="660"/>
                  <a:pt x="151" y="659"/>
                </a:cubicBezTo>
                <a:cubicBezTo>
                  <a:pt x="151" y="658"/>
                  <a:pt x="151" y="658"/>
                  <a:pt x="151" y="657"/>
                </a:cubicBezTo>
                <a:cubicBezTo>
                  <a:pt x="149" y="656"/>
                  <a:pt x="148" y="655"/>
                  <a:pt x="146" y="654"/>
                </a:cubicBezTo>
                <a:cubicBezTo>
                  <a:pt x="146" y="654"/>
                  <a:pt x="145" y="655"/>
                  <a:pt x="144" y="654"/>
                </a:cubicBezTo>
                <a:cubicBezTo>
                  <a:pt x="142" y="654"/>
                  <a:pt x="141" y="653"/>
                  <a:pt x="139" y="652"/>
                </a:cubicBezTo>
                <a:cubicBezTo>
                  <a:pt x="138" y="651"/>
                  <a:pt x="137" y="651"/>
                  <a:pt x="137" y="651"/>
                </a:cubicBezTo>
                <a:cubicBezTo>
                  <a:pt x="135" y="651"/>
                  <a:pt x="133" y="651"/>
                  <a:pt x="132" y="651"/>
                </a:cubicBezTo>
                <a:cubicBezTo>
                  <a:pt x="131" y="651"/>
                  <a:pt x="130" y="650"/>
                  <a:pt x="130" y="649"/>
                </a:cubicBezTo>
                <a:cubicBezTo>
                  <a:pt x="128" y="648"/>
                  <a:pt x="127" y="647"/>
                  <a:pt x="125" y="647"/>
                </a:cubicBezTo>
                <a:cubicBezTo>
                  <a:pt x="124" y="647"/>
                  <a:pt x="122" y="647"/>
                  <a:pt x="121" y="647"/>
                </a:cubicBezTo>
                <a:cubicBezTo>
                  <a:pt x="117" y="647"/>
                  <a:pt x="115" y="645"/>
                  <a:pt x="111" y="646"/>
                </a:cubicBezTo>
                <a:cubicBezTo>
                  <a:pt x="110" y="646"/>
                  <a:pt x="109" y="645"/>
                  <a:pt x="109" y="645"/>
                </a:cubicBezTo>
                <a:cubicBezTo>
                  <a:pt x="106" y="644"/>
                  <a:pt x="103" y="644"/>
                  <a:pt x="100" y="644"/>
                </a:cubicBezTo>
                <a:cubicBezTo>
                  <a:pt x="99" y="644"/>
                  <a:pt x="99" y="642"/>
                  <a:pt x="100" y="642"/>
                </a:cubicBezTo>
                <a:cubicBezTo>
                  <a:pt x="105" y="642"/>
                  <a:pt x="110" y="641"/>
                  <a:pt x="114" y="641"/>
                </a:cubicBezTo>
                <a:cubicBezTo>
                  <a:pt x="117" y="641"/>
                  <a:pt x="120" y="640"/>
                  <a:pt x="123" y="641"/>
                </a:cubicBezTo>
                <a:cubicBezTo>
                  <a:pt x="124" y="640"/>
                  <a:pt x="125" y="640"/>
                  <a:pt x="126" y="640"/>
                </a:cubicBezTo>
                <a:cubicBezTo>
                  <a:pt x="131" y="641"/>
                  <a:pt x="136" y="643"/>
                  <a:pt x="141" y="645"/>
                </a:cubicBezTo>
                <a:cubicBezTo>
                  <a:pt x="142" y="645"/>
                  <a:pt x="142" y="645"/>
                  <a:pt x="143" y="645"/>
                </a:cubicBezTo>
                <a:cubicBezTo>
                  <a:pt x="144" y="645"/>
                  <a:pt x="145" y="646"/>
                  <a:pt x="147" y="647"/>
                </a:cubicBezTo>
                <a:cubicBezTo>
                  <a:pt x="147" y="647"/>
                  <a:pt x="147" y="647"/>
                  <a:pt x="147" y="647"/>
                </a:cubicBezTo>
                <a:cubicBezTo>
                  <a:pt x="148" y="648"/>
                  <a:pt x="148" y="648"/>
                  <a:pt x="149" y="648"/>
                </a:cubicBezTo>
                <a:cubicBezTo>
                  <a:pt x="151" y="650"/>
                  <a:pt x="156" y="650"/>
                  <a:pt x="158" y="652"/>
                </a:cubicBezTo>
                <a:cubicBezTo>
                  <a:pt x="158" y="652"/>
                  <a:pt x="159" y="652"/>
                  <a:pt x="160" y="653"/>
                </a:cubicBezTo>
                <a:cubicBezTo>
                  <a:pt x="162" y="654"/>
                  <a:pt x="165" y="655"/>
                  <a:pt x="168" y="657"/>
                </a:cubicBezTo>
                <a:cubicBezTo>
                  <a:pt x="170" y="656"/>
                  <a:pt x="173" y="657"/>
                  <a:pt x="176" y="657"/>
                </a:cubicBezTo>
                <a:cubicBezTo>
                  <a:pt x="176" y="657"/>
                  <a:pt x="176" y="657"/>
                  <a:pt x="176" y="657"/>
                </a:cubicBezTo>
                <a:lnTo>
                  <a:pt x="176" y="656"/>
                </a:lnTo>
                <a:cubicBezTo>
                  <a:pt x="176" y="654"/>
                  <a:pt x="177" y="652"/>
                  <a:pt x="178" y="651"/>
                </a:cubicBezTo>
                <a:cubicBezTo>
                  <a:pt x="176" y="650"/>
                  <a:pt x="173" y="648"/>
                  <a:pt x="170" y="647"/>
                </a:cubicBezTo>
                <a:cubicBezTo>
                  <a:pt x="170" y="647"/>
                  <a:pt x="170" y="646"/>
                  <a:pt x="170" y="646"/>
                </a:cubicBezTo>
                <a:cubicBezTo>
                  <a:pt x="174" y="647"/>
                  <a:pt x="178" y="649"/>
                  <a:pt x="181" y="651"/>
                </a:cubicBezTo>
                <a:cubicBezTo>
                  <a:pt x="181" y="651"/>
                  <a:pt x="181" y="651"/>
                  <a:pt x="182" y="651"/>
                </a:cubicBezTo>
                <a:cubicBezTo>
                  <a:pt x="184" y="651"/>
                  <a:pt x="185" y="649"/>
                  <a:pt x="185" y="646"/>
                </a:cubicBezTo>
                <a:cubicBezTo>
                  <a:pt x="185" y="645"/>
                  <a:pt x="185" y="645"/>
                  <a:pt x="185" y="645"/>
                </a:cubicBezTo>
                <a:cubicBezTo>
                  <a:pt x="185" y="643"/>
                  <a:pt x="185" y="641"/>
                  <a:pt x="185" y="640"/>
                </a:cubicBezTo>
                <a:cubicBezTo>
                  <a:pt x="185" y="640"/>
                  <a:pt x="184" y="639"/>
                  <a:pt x="184" y="639"/>
                </a:cubicBezTo>
                <a:cubicBezTo>
                  <a:pt x="183" y="630"/>
                  <a:pt x="182" y="621"/>
                  <a:pt x="179" y="612"/>
                </a:cubicBezTo>
                <a:cubicBezTo>
                  <a:pt x="178" y="610"/>
                  <a:pt x="179" y="607"/>
                  <a:pt x="180" y="605"/>
                </a:cubicBezTo>
                <a:cubicBezTo>
                  <a:pt x="179" y="605"/>
                  <a:pt x="179" y="605"/>
                  <a:pt x="178" y="604"/>
                </a:cubicBezTo>
                <a:cubicBezTo>
                  <a:pt x="176" y="602"/>
                  <a:pt x="176" y="598"/>
                  <a:pt x="178" y="596"/>
                </a:cubicBezTo>
                <a:lnTo>
                  <a:pt x="179" y="596"/>
                </a:lnTo>
                <a:cubicBezTo>
                  <a:pt x="178" y="592"/>
                  <a:pt x="177" y="589"/>
                  <a:pt x="177" y="586"/>
                </a:cubicBezTo>
                <a:cubicBezTo>
                  <a:pt x="175" y="583"/>
                  <a:pt x="174" y="580"/>
                  <a:pt x="173" y="579"/>
                </a:cubicBezTo>
                <a:cubicBezTo>
                  <a:pt x="169" y="573"/>
                  <a:pt x="167" y="572"/>
                  <a:pt x="168" y="563"/>
                </a:cubicBezTo>
                <a:cubicBezTo>
                  <a:pt x="168" y="559"/>
                  <a:pt x="169" y="555"/>
                  <a:pt x="170" y="551"/>
                </a:cubicBezTo>
                <a:cubicBezTo>
                  <a:pt x="170" y="550"/>
                  <a:pt x="171" y="549"/>
                  <a:pt x="171" y="547"/>
                </a:cubicBezTo>
                <a:cubicBezTo>
                  <a:pt x="170" y="547"/>
                  <a:pt x="170" y="547"/>
                  <a:pt x="170" y="547"/>
                </a:cubicBezTo>
                <a:cubicBezTo>
                  <a:pt x="165" y="540"/>
                  <a:pt x="164" y="530"/>
                  <a:pt x="160" y="522"/>
                </a:cubicBezTo>
                <a:cubicBezTo>
                  <a:pt x="156" y="520"/>
                  <a:pt x="153" y="517"/>
                  <a:pt x="149" y="516"/>
                </a:cubicBezTo>
                <a:cubicBezTo>
                  <a:pt x="145" y="513"/>
                  <a:pt x="142" y="511"/>
                  <a:pt x="138" y="508"/>
                </a:cubicBezTo>
                <a:cubicBezTo>
                  <a:pt x="136" y="508"/>
                  <a:pt x="134" y="508"/>
                  <a:pt x="133" y="508"/>
                </a:cubicBezTo>
                <a:cubicBezTo>
                  <a:pt x="130" y="509"/>
                  <a:pt x="127" y="507"/>
                  <a:pt x="126" y="505"/>
                </a:cubicBezTo>
                <a:cubicBezTo>
                  <a:pt x="122" y="501"/>
                  <a:pt x="116" y="498"/>
                  <a:pt x="110" y="494"/>
                </a:cubicBezTo>
                <a:cubicBezTo>
                  <a:pt x="109" y="493"/>
                  <a:pt x="109" y="491"/>
                  <a:pt x="109" y="490"/>
                </a:cubicBezTo>
                <a:cubicBezTo>
                  <a:pt x="104" y="488"/>
                  <a:pt x="99" y="485"/>
                  <a:pt x="95" y="481"/>
                </a:cubicBezTo>
                <a:cubicBezTo>
                  <a:pt x="89" y="476"/>
                  <a:pt x="79" y="476"/>
                  <a:pt x="71" y="474"/>
                </a:cubicBezTo>
                <a:cubicBezTo>
                  <a:pt x="66" y="472"/>
                  <a:pt x="62" y="470"/>
                  <a:pt x="57" y="468"/>
                </a:cubicBezTo>
                <a:cubicBezTo>
                  <a:pt x="57" y="468"/>
                  <a:pt x="57" y="468"/>
                  <a:pt x="57" y="468"/>
                </a:cubicBezTo>
                <a:cubicBezTo>
                  <a:pt x="68" y="471"/>
                  <a:pt x="84" y="475"/>
                  <a:pt x="96" y="474"/>
                </a:cubicBezTo>
                <a:cubicBezTo>
                  <a:pt x="103" y="473"/>
                  <a:pt x="109" y="482"/>
                  <a:pt x="117" y="482"/>
                </a:cubicBezTo>
                <a:cubicBezTo>
                  <a:pt x="121" y="482"/>
                  <a:pt x="124" y="487"/>
                  <a:pt x="121" y="489"/>
                </a:cubicBezTo>
                <a:cubicBezTo>
                  <a:pt x="123" y="490"/>
                  <a:pt x="125" y="491"/>
                  <a:pt x="127" y="491"/>
                </a:cubicBezTo>
                <a:cubicBezTo>
                  <a:pt x="128" y="491"/>
                  <a:pt x="129" y="491"/>
                  <a:pt x="130" y="492"/>
                </a:cubicBezTo>
                <a:cubicBezTo>
                  <a:pt x="130" y="492"/>
                  <a:pt x="131" y="492"/>
                  <a:pt x="131" y="492"/>
                </a:cubicBezTo>
                <a:cubicBezTo>
                  <a:pt x="131" y="492"/>
                  <a:pt x="134" y="492"/>
                  <a:pt x="133" y="492"/>
                </a:cubicBezTo>
                <a:cubicBezTo>
                  <a:pt x="133" y="492"/>
                  <a:pt x="133" y="492"/>
                  <a:pt x="133" y="492"/>
                </a:cubicBezTo>
                <a:lnTo>
                  <a:pt x="134" y="492"/>
                </a:lnTo>
                <a:cubicBezTo>
                  <a:pt x="133" y="489"/>
                  <a:pt x="132" y="486"/>
                  <a:pt x="131" y="483"/>
                </a:cubicBezTo>
                <a:cubicBezTo>
                  <a:pt x="129" y="481"/>
                  <a:pt x="130" y="477"/>
                  <a:pt x="132" y="476"/>
                </a:cubicBezTo>
                <a:cubicBezTo>
                  <a:pt x="132" y="475"/>
                  <a:pt x="133" y="475"/>
                  <a:pt x="133" y="474"/>
                </a:cubicBezTo>
                <a:cubicBezTo>
                  <a:pt x="133" y="473"/>
                  <a:pt x="132" y="471"/>
                  <a:pt x="132" y="470"/>
                </a:cubicBezTo>
                <a:cubicBezTo>
                  <a:pt x="132" y="467"/>
                  <a:pt x="132" y="464"/>
                  <a:pt x="132" y="460"/>
                </a:cubicBezTo>
                <a:cubicBezTo>
                  <a:pt x="130" y="456"/>
                  <a:pt x="129" y="450"/>
                  <a:pt x="131" y="445"/>
                </a:cubicBezTo>
                <a:cubicBezTo>
                  <a:pt x="123" y="439"/>
                  <a:pt x="114" y="431"/>
                  <a:pt x="115" y="422"/>
                </a:cubicBezTo>
                <a:cubicBezTo>
                  <a:pt x="108" y="418"/>
                  <a:pt x="103" y="411"/>
                  <a:pt x="97" y="407"/>
                </a:cubicBezTo>
                <a:cubicBezTo>
                  <a:pt x="90" y="407"/>
                  <a:pt x="85" y="405"/>
                  <a:pt x="79" y="404"/>
                </a:cubicBezTo>
                <a:cubicBezTo>
                  <a:pt x="72" y="403"/>
                  <a:pt x="66" y="401"/>
                  <a:pt x="60" y="397"/>
                </a:cubicBezTo>
                <a:cubicBezTo>
                  <a:pt x="59" y="396"/>
                  <a:pt x="60" y="394"/>
                  <a:pt x="61" y="395"/>
                </a:cubicBezTo>
                <a:cubicBezTo>
                  <a:pt x="67" y="398"/>
                  <a:pt x="72" y="398"/>
                  <a:pt x="79" y="397"/>
                </a:cubicBezTo>
                <a:cubicBezTo>
                  <a:pt x="79" y="397"/>
                  <a:pt x="80" y="397"/>
                  <a:pt x="81" y="397"/>
                </a:cubicBezTo>
                <a:cubicBezTo>
                  <a:pt x="77" y="382"/>
                  <a:pt x="76" y="366"/>
                  <a:pt x="70" y="351"/>
                </a:cubicBezTo>
                <a:cubicBezTo>
                  <a:pt x="70" y="351"/>
                  <a:pt x="71" y="350"/>
                  <a:pt x="71" y="351"/>
                </a:cubicBezTo>
                <a:cubicBezTo>
                  <a:pt x="75" y="358"/>
                  <a:pt x="78" y="365"/>
                  <a:pt x="81" y="372"/>
                </a:cubicBezTo>
                <a:cubicBezTo>
                  <a:pt x="83" y="379"/>
                  <a:pt x="85" y="389"/>
                  <a:pt x="93" y="392"/>
                </a:cubicBezTo>
                <a:cubicBezTo>
                  <a:pt x="106" y="395"/>
                  <a:pt x="112" y="409"/>
                  <a:pt x="124" y="412"/>
                </a:cubicBezTo>
                <a:cubicBezTo>
                  <a:pt x="127" y="413"/>
                  <a:pt x="129" y="417"/>
                  <a:pt x="128" y="420"/>
                </a:cubicBezTo>
                <a:cubicBezTo>
                  <a:pt x="127" y="421"/>
                  <a:pt x="127" y="423"/>
                  <a:pt x="128" y="424"/>
                </a:cubicBezTo>
                <a:cubicBezTo>
                  <a:pt x="128" y="424"/>
                  <a:pt x="128" y="424"/>
                  <a:pt x="128" y="424"/>
                </a:cubicBezTo>
                <a:cubicBezTo>
                  <a:pt x="129" y="424"/>
                  <a:pt x="129" y="424"/>
                  <a:pt x="129" y="424"/>
                </a:cubicBezTo>
                <a:cubicBezTo>
                  <a:pt x="131" y="422"/>
                  <a:pt x="134" y="422"/>
                  <a:pt x="136" y="424"/>
                </a:cubicBezTo>
                <a:cubicBezTo>
                  <a:pt x="136" y="424"/>
                  <a:pt x="137" y="424"/>
                  <a:pt x="138" y="424"/>
                </a:cubicBezTo>
                <a:cubicBezTo>
                  <a:pt x="139" y="424"/>
                  <a:pt x="139" y="424"/>
                  <a:pt x="140" y="425"/>
                </a:cubicBezTo>
                <a:cubicBezTo>
                  <a:pt x="148" y="414"/>
                  <a:pt x="159" y="404"/>
                  <a:pt x="161" y="394"/>
                </a:cubicBezTo>
                <a:cubicBezTo>
                  <a:pt x="162" y="385"/>
                  <a:pt x="164" y="377"/>
                  <a:pt x="167" y="369"/>
                </a:cubicBezTo>
                <a:cubicBezTo>
                  <a:pt x="168" y="365"/>
                  <a:pt x="164" y="360"/>
                  <a:pt x="164" y="356"/>
                </a:cubicBezTo>
                <a:cubicBezTo>
                  <a:pt x="165" y="351"/>
                  <a:pt x="165" y="345"/>
                  <a:pt x="164" y="339"/>
                </a:cubicBezTo>
                <a:cubicBezTo>
                  <a:pt x="164" y="339"/>
                  <a:pt x="165" y="339"/>
                  <a:pt x="165" y="339"/>
                </a:cubicBezTo>
                <a:cubicBezTo>
                  <a:pt x="163" y="333"/>
                  <a:pt x="160" y="330"/>
                  <a:pt x="154" y="326"/>
                </a:cubicBezTo>
                <a:cubicBezTo>
                  <a:pt x="146" y="322"/>
                  <a:pt x="142" y="310"/>
                  <a:pt x="143" y="302"/>
                </a:cubicBezTo>
                <a:cubicBezTo>
                  <a:pt x="143" y="301"/>
                  <a:pt x="143" y="301"/>
                  <a:pt x="143" y="301"/>
                </a:cubicBezTo>
                <a:cubicBezTo>
                  <a:pt x="141" y="299"/>
                  <a:pt x="140" y="296"/>
                  <a:pt x="140" y="293"/>
                </a:cubicBezTo>
                <a:cubicBezTo>
                  <a:pt x="140" y="292"/>
                  <a:pt x="139" y="291"/>
                  <a:pt x="138" y="290"/>
                </a:cubicBezTo>
                <a:cubicBezTo>
                  <a:pt x="136" y="289"/>
                  <a:pt x="133" y="288"/>
                  <a:pt x="132" y="286"/>
                </a:cubicBezTo>
                <a:cubicBezTo>
                  <a:pt x="128" y="282"/>
                  <a:pt x="126" y="276"/>
                  <a:pt x="121" y="274"/>
                </a:cubicBezTo>
                <a:cubicBezTo>
                  <a:pt x="121" y="273"/>
                  <a:pt x="121" y="273"/>
                  <a:pt x="122" y="273"/>
                </a:cubicBezTo>
                <a:cubicBezTo>
                  <a:pt x="125" y="274"/>
                  <a:pt x="129" y="276"/>
                  <a:pt x="131" y="278"/>
                </a:cubicBezTo>
                <a:cubicBezTo>
                  <a:pt x="134" y="281"/>
                  <a:pt x="138" y="286"/>
                  <a:pt x="143" y="285"/>
                </a:cubicBezTo>
                <a:cubicBezTo>
                  <a:pt x="145" y="277"/>
                  <a:pt x="149" y="269"/>
                  <a:pt x="154" y="261"/>
                </a:cubicBezTo>
                <a:cubicBezTo>
                  <a:pt x="154" y="261"/>
                  <a:pt x="154" y="261"/>
                  <a:pt x="154" y="261"/>
                </a:cubicBezTo>
                <a:cubicBezTo>
                  <a:pt x="155" y="255"/>
                  <a:pt x="162" y="248"/>
                  <a:pt x="160" y="242"/>
                </a:cubicBezTo>
                <a:cubicBezTo>
                  <a:pt x="157" y="234"/>
                  <a:pt x="168" y="234"/>
                  <a:pt x="172" y="231"/>
                </a:cubicBezTo>
                <a:cubicBezTo>
                  <a:pt x="173" y="231"/>
                  <a:pt x="173" y="232"/>
                  <a:pt x="173" y="232"/>
                </a:cubicBezTo>
                <a:cubicBezTo>
                  <a:pt x="166" y="241"/>
                  <a:pt x="160" y="253"/>
                  <a:pt x="157" y="265"/>
                </a:cubicBezTo>
                <a:cubicBezTo>
                  <a:pt x="157" y="265"/>
                  <a:pt x="156" y="266"/>
                  <a:pt x="156" y="267"/>
                </a:cubicBezTo>
                <a:cubicBezTo>
                  <a:pt x="155" y="272"/>
                  <a:pt x="155" y="277"/>
                  <a:pt x="155" y="281"/>
                </a:cubicBezTo>
                <a:cubicBezTo>
                  <a:pt x="155" y="283"/>
                  <a:pt x="154" y="284"/>
                  <a:pt x="153" y="284"/>
                </a:cubicBezTo>
                <a:lnTo>
                  <a:pt x="152" y="286"/>
                </a:lnTo>
                <a:cubicBezTo>
                  <a:pt x="152" y="287"/>
                  <a:pt x="152" y="289"/>
                  <a:pt x="153" y="290"/>
                </a:cubicBezTo>
                <a:cubicBezTo>
                  <a:pt x="153" y="292"/>
                  <a:pt x="152" y="293"/>
                  <a:pt x="150" y="292"/>
                </a:cubicBezTo>
                <a:cubicBezTo>
                  <a:pt x="150" y="293"/>
                  <a:pt x="150" y="293"/>
                  <a:pt x="150" y="294"/>
                </a:cubicBezTo>
                <a:cubicBezTo>
                  <a:pt x="151" y="295"/>
                  <a:pt x="152" y="297"/>
                  <a:pt x="153" y="299"/>
                </a:cubicBezTo>
                <a:cubicBezTo>
                  <a:pt x="153" y="300"/>
                  <a:pt x="153" y="301"/>
                  <a:pt x="152" y="302"/>
                </a:cubicBezTo>
                <a:cubicBezTo>
                  <a:pt x="153" y="303"/>
                  <a:pt x="153" y="303"/>
                  <a:pt x="154" y="304"/>
                </a:cubicBezTo>
                <a:cubicBezTo>
                  <a:pt x="155" y="306"/>
                  <a:pt x="154" y="308"/>
                  <a:pt x="153" y="310"/>
                </a:cubicBezTo>
                <a:cubicBezTo>
                  <a:pt x="156" y="314"/>
                  <a:pt x="159" y="317"/>
                  <a:pt x="162" y="319"/>
                </a:cubicBezTo>
                <a:cubicBezTo>
                  <a:pt x="166" y="321"/>
                  <a:pt x="168" y="322"/>
                  <a:pt x="171" y="326"/>
                </a:cubicBezTo>
                <a:cubicBezTo>
                  <a:pt x="174" y="333"/>
                  <a:pt x="173" y="345"/>
                  <a:pt x="172" y="354"/>
                </a:cubicBezTo>
                <a:cubicBezTo>
                  <a:pt x="172" y="354"/>
                  <a:pt x="172" y="355"/>
                  <a:pt x="173" y="355"/>
                </a:cubicBezTo>
                <a:cubicBezTo>
                  <a:pt x="173" y="358"/>
                  <a:pt x="175" y="361"/>
                  <a:pt x="176" y="364"/>
                </a:cubicBezTo>
                <a:cubicBezTo>
                  <a:pt x="178" y="363"/>
                  <a:pt x="180" y="362"/>
                  <a:pt x="182" y="362"/>
                </a:cubicBezTo>
                <a:cubicBezTo>
                  <a:pt x="184" y="361"/>
                  <a:pt x="186" y="359"/>
                  <a:pt x="187" y="358"/>
                </a:cubicBezTo>
                <a:cubicBezTo>
                  <a:pt x="188" y="357"/>
                  <a:pt x="188" y="358"/>
                  <a:pt x="188" y="358"/>
                </a:cubicBezTo>
                <a:cubicBezTo>
                  <a:pt x="187" y="360"/>
                  <a:pt x="186" y="361"/>
                  <a:pt x="185" y="362"/>
                </a:cubicBezTo>
                <a:cubicBezTo>
                  <a:pt x="184" y="362"/>
                  <a:pt x="183" y="364"/>
                  <a:pt x="183" y="365"/>
                </a:cubicBezTo>
                <a:cubicBezTo>
                  <a:pt x="181" y="367"/>
                  <a:pt x="180" y="368"/>
                  <a:pt x="177" y="369"/>
                </a:cubicBezTo>
                <a:cubicBezTo>
                  <a:pt x="177" y="369"/>
                  <a:pt x="176" y="369"/>
                  <a:pt x="176" y="369"/>
                </a:cubicBezTo>
                <a:cubicBezTo>
                  <a:pt x="174" y="378"/>
                  <a:pt x="174" y="388"/>
                  <a:pt x="172" y="397"/>
                </a:cubicBezTo>
                <a:cubicBezTo>
                  <a:pt x="169" y="407"/>
                  <a:pt x="164" y="415"/>
                  <a:pt x="159" y="424"/>
                </a:cubicBezTo>
                <a:cubicBezTo>
                  <a:pt x="156" y="430"/>
                  <a:pt x="151" y="436"/>
                  <a:pt x="149" y="442"/>
                </a:cubicBezTo>
                <a:cubicBezTo>
                  <a:pt x="148" y="447"/>
                  <a:pt x="147" y="450"/>
                  <a:pt x="145" y="454"/>
                </a:cubicBezTo>
                <a:cubicBezTo>
                  <a:pt x="145" y="456"/>
                  <a:pt x="145" y="458"/>
                  <a:pt x="145" y="461"/>
                </a:cubicBezTo>
                <a:cubicBezTo>
                  <a:pt x="145" y="461"/>
                  <a:pt x="145" y="462"/>
                  <a:pt x="145" y="463"/>
                </a:cubicBezTo>
                <a:cubicBezTo>
                  <a:pt x="145" y="463"/>
                  <a:pt x="145" y="464"/>
                  <a:pt x="145" y="464"/>
                </a:cubicBezTo>
                <a:cubicBezTo>
                  <a:pt x="148" y="465"/>
                  <a:pt x="150" y="468"/>
                  <a:pt x="149" y="471"/>
                </a:cubicBezTo>
                <a:cubicBezTo>
                  <a:pt x="148" y="472"/>
                  <a:pt x="148" y="473"/>
                  <a:pt x="148" y="474"/>
                </a:cubicBezTo>
                <a:cubicBezTo>
                  <a:pt x="149" y="476"/>
                  <a:pt x="150" y="479"/>
                  <a:pt x="152" y="481"/>
                </a:cubicBezTo>
                <a:cubicBezTo>
                  <a:pt x="155" y="488"/>
                  <a:pt x="161" y="495"/>
                  <a:pt x="166" y="501"/>
                </a:cubicBezTo>
                <a:cubicBezTo>
                  <a:pt x="172" y="509"/>
                  <a:pt x="180" y="516"/>
                  <a:pt x="188" y="523"/>
                </a:cubicBezTo>
                <a:cubicBezTo>
                  <a:pt x="188" y="522"/>
                  <a:pt x="188" y="520"/>
                  <a:pt x="189" y="519"/>
                </a:cubicBezTo>
                <a:cubicBezTo>
                  <a:pt x="193" y="510"/>
                  <a:pt x="197" y="500"/>
                  <a:pt x="204" y="492"/>
                </a:cubicBezTo>
                <a:cubicBezTo>
                  <a:pt x="203" y="488"/>
                  <a:pt x="203" y="484"/>
                  <a:pt x="204" y="479"/>
                </a:cubicBezTo>
                <a:cubicBezTo>
                  <a:pt x="205" y="476"/>
                  <a:pt x="207" y="473"/>
                  <a:pt x="208" y="470"/>
                </a:cubicBezTo>
                <a:cubicBezTo>
                  <a:pt x="209" y="465"/>
                  <a:pt x="211" y="464"/>
                  <a:pt x="207" y="463"/>
                </a:cubicBezTo>
                <a:cubicBezTo>
                  <a:pt x="204" y="462"/>
                  <a:pt x="203" y="457"/>
                  <a:pt x="206" y="456"/>
                </a:cubicBezTo>
                <a:cubicBezTo>
                  <a:pt x="219" y="450"/>
                  <a:pt x="233" y="447"/>
                  <a:pt x="244" y="437"/>
                </a:cubicBezTo>
                <a:cubicBezTo>
                  <a:pt x="246" y="435"/>
                  <a:pt x="250" y="429"/>
                  <a:pt x="253" y="429"/>
                </a:cubicBezTo>
                <a:cubicBezTo>
                  <a:pt x="259" y="429"/>
                  <a:pt x="258" y="419"/>
                  <a:pt x="257" y="415"/>
                </a:cubicBezTo>
                <a:cubicBezTo>
                  <a:pt x="257" y="414"/>
                  <a:pt x="258" y="414"/>
                  <a:pt x="258" y="415"/>
                </a:cubicBezTo>
                <a:cubicBezTo>
                  <a:pt x="260" y="420"/>
                  <a:pt x="260" y="425"/>
                  <a:pt x="259" y="431"/>
                </a:cubicBezTo>
                <a:cubicBezTo>
                  <a:pt x="259" y="431"/>
                  <a:pt x="258" y="432"/>
                  <a:pt x="258" y="432"/>
                </a:cubicBezTo>
                <a:cubicBezTo>
                  <a:pt x="252" y="431"/>
                  <a:pt x="248" y="439"/>
                  <a:pt x="244" y="442"/>
                </a:cubicBezTo>
                <a:cubicBezTo>
                  <a:pt x="241" y="444"/>
                  <a:pt x="238" y="447"/>
                  <a:pt x="235" y="449"/>
                </a:cubicBezTo>
                <a:cubicBezTo>
                  <a:pt x="229" y="452"/>
                  <a:pt x="223" y="456"/>
                  <a:pt x="217" y="459"/>
                </a:cubicBezTo>
                <a:cubicBezTo>
                  <a:pt x="217" y="460"/>
                  <a:pt x="218" y="460"/>
                  <a:pt x="218" y="461"/>
                </a:cubicBezTo>
                <a:cubicBezTo>
                  <a:pt x="219" y="472"/>
                  <a:pt x="212" y="481"/>
                  <a:pt x="214" y="492"/>
                </a:cubicBezTo>
                <a:cubicBezTo>
                  <a:pt x="215" y="492"/>
                  <a:pt x="215" y="492"/>
                  <a:pt x="215" y="492"/>
                </a:cubicBezTo>
                <a:cubicBezTo>
                  <a:pt x="215" y="492"/>
                  <a:pt x="215" y="492"/>
                  <a:pt x="215" y="492"/>
                </a:cubicBezTo>
                <a:cubicBezTo>
                  <a:pt x="215" y="492"/>
                  <a:pt x="215" y="493"/>
                  <a:pt x="214" y="493"/>
                </a:cubicBezTo>
                <a:cubicBezTo>
                  <a:pt x="215" y="494"/>
                  <a:pt x="214" y="496"/>
                  <a:pt x="213" y="497"/>
                </a:cubicBezTo>
                <a:cubicBezTo>
                  <a:pt x="212" y="498"/>
                  <a:pt x="212" y="498"/>
                  <a:pt x="211" y="499"/>
                </a:cubicBezTo>
                <a:cubicBezTo>
                  <a:pt x="209" y="505"/>
                  <a:pt x="209" y="511"/>
                  <a:pt x="206" y="516"/>
                </a:cubicBezTo>
                <a:cubicBezTo>
                  <a:pt x="202" y="523"/>
                  <a:pt x="199" y="529"/>
                  <a:pt x="196" y="536"/>
                </a:cubicBezTo>
                <a:lnTo>
                  <a:pt x="195" y="537"/>
                </a:lnTo>
                <a:cubicBezTo>
                  <a:pt x="196" y="541"/>
                  <a:pt x="196" y="545"/>
                  <a:pt x="196" y="549"/>
                </a:cubicBezTo>
                <a:cubicBezTo>
                  <a:pt x="197" y="551"/>
                  <a:pt x="197" y="554"/>
                  <a:pt x="195" y="557"/>
                </a:cubicBezTo>
                <a:lnTo>
                  <a:pt x="194" y="558"/>
                </a:lnTo>
                <a:cubicBezTo>
                  <a:pt x="194" y="559"/>
                  <a:pt x="194" y="561"/>
                  <a:pt x="193" y="562"/>
                </a:cubicBezTo>
                <a:cubicBezTo>
                  <a:pt x="199" y="575"/>
                  <a:pt x="200" y="588"/>
                  <a:pt x="201" y="602"/>
                </a:cubicBezTo>
                <a:cubicBezTo>
                  <a:pt x="207" y="609"/>
                  <a:pt x="209" y="621"/>
                  <a:pt x="213" y="628"/>
                </a:cubicBezTo>
                <a:cubicBezTo>
                  <a:pt x="218" y="640"/>
                  <a:pt x="219" y="653"/>
                  <a:pt x="223" y="666"/>
                </a:cubicBezTo>
                <a:cubicBezTo>
                  <a:pt x="224" y="666"/>
                  <a:pt x="225" y="667"/>
                  <a:pt x="226" y="669"/>
                </a:cubicBezTo>
                <a:cubicBezTo>
                  <a:pt x="227" y="675"/>
                  <a:pt x="230" y="680"/>
                  <a:pt x="233" y="685"/>
                </a:cubicBezTo>
                <a:cubicBezTo>
                  <a:pt x="234" y="686"/>
                  <a:pt x="234" y="686"/>
                  <a:pt x="234" y="686"/>
                </a:cubicBezTo>
                <a:cubicBezTo>
                  <a:pt x="234" y="685"/>
                  <a:pt x="236" y="684"/>
                  <a:pt x="236" y="685"/>
                </a:cubicBezTo>
                <a:cubicBezTo>
                  <a:pt x="245" y="692"/>
                  <a:pt x="247" y="703"/>
                  <a:pt x="253" y="711"/>
                </a:cubicBezTo>
                <a:cubicBezTo>
                  <a:pt x="255" y="713"/>
                  <a:pt x="256" y="715"/>
                  <a:pt x="258" y="717"/>
                </a:cubicBezTo>
                <a:cubicBezTo>
                  <a:pt x="258" y="717"/>
                  <a:pt x="258" y="717"/>
                  <a:pt x="259" y="718"/>
                </a:cubicBezTo>
                <a:close/>
                <a:moveTo>
                  <a:pt x="132" y="493"/>
                </a:moveTo>
                <a:lnTo>
                  <a:pt x="131" y="493"/>
                </a:lnTo>
                <a:lnTo>
                  <a:pt x="132" y="493"/>
                </a:lnTo>
                <a:close/>
                <a:moveTo>
                  <a:pt x="602" y="507"/>
                </a:moveTo>
                <a:cubicBezTo>
                  <a:pt x="598" y="510"/>
                  <a:pt x="600" y="517"/>
                  <a:pt x="600" y="521"/>
                </a:cubicBezTo>
                <a:cubicBezTo>
                  <a:pt x="600" y="523"/>
                  <a:pt x="599" y="524"/>
                  <a:pt x="598" y="523"/>
                </a:cubicBezTo>
                <a:cubicBezTo>
                  <a:pt x="597" y="523"/>
                  <a:pt x="597" y="523"/>
                  <a:pt x="596" y="523"/>
                </a:cubicBezTo>
                <a:cubicBezTo>
                  <a:pt x="598" y="525"/>
                  <a:pt x="598" y="528"/>
                  <a:pt x="598" y="531"/>
                </a:cubicBezTo>
                <a:cubicBezTo>
                  <a:pt x="599" y="535"/>
                  <a:pt x="600" y="539"/>
                  <a:pt x="601" y="543"/>
                </a:cubicBezTo>
                <a:cubicBezTo>
                  <a:pt x="601" y="546"/>
                  <a:pt x="600" y="548"/>
                  <a:pt x="598" y="548"/>
                </a:cubicBezTo>
                <a:cubicBezTo>
                  <a:pt x="597" y="548"/>
                  <a:pt x="595" y="548"/>
                  <a:pt x="594" y="548"/>
                </a:cubicBezTo>
                <a:cubicBezTo>
                  <a:pt x="594" y="548"/>
                  <a:pt x="594" y="548"/>
                  <a:pt x="594" y="548"/>
                </a:cubicBezTo>
                <a:cubicBezTo>
                  <a:pt x="595" y="551"/>
                  <a:pt x="593" y="554"/>
                  <a:pt x="590" y="554"/>
                </a:cubicBezTo>
                <a:cubicBezTo>
                  <a:pt x="589" y="554"/>
                  <a:pt x="587" y="554"/>
                  <a:pt x="586" y="554"/>
                </a:cubicBezTo>
                <a:cubicBezTo>
                  <a:pt x="586" y="556"/>
                  <a:pt x="584" y="557"/>
                  <a:pt x="582" y="557"/>
                </a:cubicBezTo>
                <a:cubicBezTo>
                  <a:pt x="576" y="557"/>
                  <a:pt x="573" y="562"/>
                  <a:pt x="568" y="562"/>
                </a:cubicBezTo>
                <a:cubicBezTo>
                  <a:pt x="568" y="565"/>
                  <a:pt x="567" y="568"/>
                  <a:pt x="566" y="571"/>
                </a:cubicBezTo>
                <a:cubicBezTo>
                  <a:pt x="565" y="572"/>
                  <a:pt x="565" y="573"/>
                  <a:pt x="564" y="573"/>
                </a:cubicBezTo>
                <a:cubicBezTo>
                  <a:pt x="559" y="575"/>
                  <a:pt x="556" y="578"/>
                  <a:pt x="555" y="583"/>
                </a:cubicBezTo>
                <a:cubicBezTo>
                  <a:pt x="554" y="585"/>
                  <a:pt x="550" y="586"/>
                  <a:pt x="549" y="583"/>
                </a:cubicBezTo>
                <a:cubicBezTo>
                  <a:pt x="549" y="584"/>
                  <a:pt x="548" y="584"/>
                  <a:pt x="548" y="584"/>
                </a:cubicBezTo>
                <a:cubicBezTo>
                  <a:pt x="547" y="585"/>
                  <a:pt x="546" y="585"/>
                  <a:pt x="545" y="585"/>
                </a:cubicBezTo>
                <a:cubicBezTo>
                  <a:pt x="543" y="586"/>
                  <a:pt x="540" y="586"/>
                  <a:pt x="538" y="586"/>
                </a:cubicBezTo>
                <a:cubicBezTo>
                  <a:pt x="534" y="585"/>
                  <a:pt x="529" y="584"/>
                  <a:pt x="525" y="583"/>
                </a:cubicBezTo>
                <a:cubicBezTo>
                  <a:pt x="527" y="584"/>
                  <a:pt x="530" y="586"/>
                  <a:pt x="531" y="588"/>
                </a:cubicBezTo>
                <a:cubicBezTo>
                  <a:pt x="534" y="589"/>
                  <a:pt x="536" y="590"/>
                  <a:pt x="538" y="591"/>
                </a:cubicBezTo>
                <a:cubicBezTo>
                  <a:pt x="540" y="592"/>
                  <a:pt x="541" y="595"/>
                  <a:pt x="540" y="597"/>
                </a:cubicBezTo>
                <a:cubicBezTo>
                  <a:pt x="536" y="610"/>
                  <a:pt x="555" y="616"/>
                  <a:pt x="562" y="626"/>
                </a:cubicBezTo>
                <a:cubicBezTo>
                  <a:pt x="563" y="626"/>
                  <a:pt x="563" y="626"/>
                  <a:pt x="563" y="626"/>
                </a:cubicBezTo>
                <a:cubicBezTo>
                  <a:pt x="572" y="632"/>
                  <a:pt x="579" y="638"/>
                  <a:pt x="588" y="643"/>
                </a:cubicBezTo>
                <a:cubicBezTo>
                  <a:pt x="580" y="638"/>
                  <a:pt x="572" y="635"/>
                  <a:pt x="564" y="631"/>
                </a:cubicBezTo>
                <a:cubicBezTo>
                  <a:pt x="563" y="632"/>
                  <a:pt x="561" y="632"/>
                  <a:pt x="560" y="630"/>
                </a:cubicBezTo>
                <a:cubicBezTo>
                  <a:pt x="557" y="621"/>
                  <a:pt x="544" y="617"/>
                  <a:pt x="539" y="609"/>
                </a:cubicBezTo>
                <a:cubicBezTo>
                  <a:pt x="535" y="605"/>
                  <a:pt x="531" y="603"/>
                  <a:pt x="531" y="598"/>
                </a:cubicBezTo>
                <a:cubicBezTo>
                  <a:pt x="526" y="596"/>
                  <a:pt x="522" y="593"/>
                  <a:pt x="518" y="589"/>
                </a:cubicBezTo>
                <a:cubicBezTo>
                  <a:pt x="515" y="588"/>
                  <a:pt x="510" y="587"/>
                  <a:pt x="509" y="586"/>
                </a:cubicBezTo>
                <a:cubicBezTo>
                  <a:pt x="500" y="584"/>
                  <a:pt x="491" y="582"/>
                  <a:pt x="482" y="581"/>
                </a:cubicBezTo>
                <a:cubicBezTo>
                  <a:pt x="478" y="580"/>
                  <a:pt x="475" y="580"/>
                  <a:pt x="471" y="580"/>
                </a:cubicBezTo>
                <a:cubicBezTo>
                  <a:pt x="470" y="582"/>
                  <a:pt x="468" y="584"/>
                  <a:pt x="465" y="583"/>
                </a:cubicBezTo>
                <a:cubicBezTo>
                  <a:pt x="459" y="581"/>
                  <a:pt x="456" y="590"/>
                  <a:pt x="453" y="594"/>
                </a:cubicBezTo>
                <a:cubicBezTo>
                  <a:pt x="451" y="598"/>
                  <a:pt x="446" y="602"/>
                  <a:pt x="447" y="606"/>
                </a:cubicBezTo>
                <a:cubicBezTo>
                  <a:pt x="448" y="611"/>
                  <a:pt x="444" y="615"/>
                  <a:pt x="439" y="614"/>
                </a:cubicBezTo>
                <a:cubicBezTo>
                  <a:pt x="439" y="615"/>
                  <a:pt x="438" y="616"/>
                  <a:pt x="437" y="617"/>
                </a:cubicBezTo>
                <a:cubicBezTo>
                  <a:pt x="436" y="619"/>
                  <a:pt x="435" y="620"/>
                  <a:pt x="434" y="621"/>
                </a:cubicBezTo>
                <a:cubicBezTo>
                  <a:pt x="434" y="623"/>
                  <a:pt x="433" y="625"/>
                  <a:pt x="432" y="627"/>
                </a:cubicBezTo>
                <a:cubicBezTo>
                  <a:pt x="432" y="631"/>
                  <a:pt x="431" y="635"/>
                  <a:pt x="430" y="638"/>
                </a:cubicBezTo>
                <a:cubicBezTo>
                  <a:pt x="429" y="641"/>
                  <a:pt x="427" y="642"/>
                  <a:pt x="426" y="642"/>
                </a:cubicBezTo>
                <a:cubicBezTo>
                  <a:pt x="425" y="643"/>
                  <a:pt x="424" y="644"/>
                  <a:pt x="424" y="645"/>
                </a:cubicBezTo>
                <a:cubicBezTo>
                  <a:pt x="422" y="652"/>
                  <a:pt x="420" y="658"/>
                  <a:pt x="413" y="659"/>
                </a:cubicBezTo>
                <a:cubicBezTo>
                  <a:pt x="411" y="662"/>
                  <a:pt x="408" y="665"/>
                  <a:pt x="405" y="667"/>
                </a:cubicBezTo>
                <a:cubicBezTo>
                  <a:pt x="405" y="668"/>
                  <a:pt x="405" y="668"/>
                  <a:pt x="405" y="669"/>
                </a:cubicBezTo>
                <a:cubicBezTo>
                  <a:pt x="405" y="672"/>
                  <a:pt x="403" y="673"/>
                  <a:pt x="401" y="674"/>
                </a:cubicBezTo>
                <a:cubicBezTo>
                  <a:pt x="402" y="674"/>
                  <a:pt x="402" y="674"/>
                  <a:pt x="402" y="675"/>
                </a:cubicBezTo>
                <a:cubicBezTo>
                  <a:pt x="403" y="679"/>
                  <a:pt x="401" y="685"/>
                  <a:pt x="398" y="688"/>
                </a:cubicBezTo>
                <a:cubicBezTo>
                  <a:pt x="396" y="690"/>
                  <a:pt x="393" y="691"/>
                  <a:pt x="391" y="691"/>
                </a:cubicBezTo>
                <a:cubicBezTo>
                  <a:pt x="391" y="692"/>
                  <a:pt x="391" y="692"/>
                  <a:pt x="390" y="693"/>
                </a:cubicBezTo>
                <a:cubicBezTo>
                  <a:pt x="389" y="694"/>
                  <a:pt x="388" y="696"/>
                  <a:pt x="387" y="697"/>
                </a:cubicBezTo>
                <a:cubicBezTo>
                  <a:pt x="387" y="697"/>
                  <a:pt x="386" y="698"/>
                  <a:pt x="386" y="698"/>
                </a:cubicBezTo>
                <a:cubicBezTo>
                  <a:pt x="385" y="699"/>
                  <a:pt x="384" y="700"/>
                  <a:pt x="383" y="701"/>
                </a:cubicBezTo>
                <a:cubicBezTo>
                  <a:pt x="382" y="704"/>
                  <a:pt x="379" y="706"/>
                  <a:pt x="376" y="705"/>
                </a:cubicBezTo>
                <a:cubicBezTo>
                  <a:pt x="374" y="707"/>
                  <a:pt x="372" y="709"/>
                  <a:pt x="370" y="710"/>
                </a:cubicBezTo>
                <a:lnTo>
                  <a:pt x="369" y="710"/>
                </a:lnTo>
                <a:cubicBezTo>
                  <a:pt x="370" y="712"/>
                  <a:pt x="371" y="715"/>
                  <a:pt x="370" y="717"/>
                </a:cubicBezTo>
                <a:cubicBezTo>
                  <a:pt x="371" y="718"/>
                  <a:pt x="371" y="720"/>
                  <a:pt x="370" y="721"/>
                </a:cubicBezTo>
                <a:lnTo>
                  <a:pt x="315" y="721"/>
                </a:lnTo>
                <a:cubicBezTo>
                  <a:pt x="315" y="720"/>
                  <a:pt x="316" y="718"/>
                  <a:pt x="318" y="717"/>
                </a:cubicBezTo>
                <a:cubicBezTo>
                  <a:pt x="319" y="716"/>
                  <a:pt x="321" y="715"/>
                  <a:pt x="322" y="715"/>
                </a:cubicBezTo>
                <a:cubicBezTo>
                  <a:pt x="323" y="707"/>
                  <a:pt x="322" y="699"/>
                  <a:pt x="324" y="692"/>
                </a:cubicBezTo>
                <a:lnTo>
                  <a:pt x="323" y="692"/>
                </a:lnTo>
                <a:cubicBezTo>
                  <a:pt x="321" y="691"/>
                  <a:pt x="320" y="688"/>
                  <a:pt x="320" y="686"/>
                </a:cubicBezTo>
                <a:cubicBezTo>
                  <a:pt x="320" y="678"/>
                  <a:pt x="319" y="670"/>
                  <a:pt x="318" y="662"/>
                </a:cubicBezTo>
                <a:cubicBezTo>
                  <a:pt x="317" y="660"/>
                  <a:pt x="318" y="657"/>
                  <a:pt x="320" y="655"/>
                </a:cubicBezTo>
                <a:cubicBezTo>
                  <a:pt x="320" y="655"/>
                  <a:pt x="321" y="654"/>
                  <a:pt x="321" y="654"/>
                </a:cubicBezTo>
                <a:cubicBezTo>
                  <a:pt x="321" y="653"/>
                  <a:pt x="321" y="653"/>
                  <a:pt x="321" y="652"/>
                </a:cubicBezTo>
                <a:cubicBezTo>
                  <a:pt x="322" y="650"/>
                  <a:pt x="322" y="648"/>
                  <a:pt x="322" y="646"/>
                </a:cubicBezTo>
                <a:cubicBezTo>
                  <a:pt x="320" y="642"/>
                  <a:pt x="318" y="638"/>
                  <a:pt x="317" y="634"/>
                </a:cubicBezTo>
                <a:cubicBezTo>
                  <a:pt x="317" y="632"/>
                  <a:pt x="318" y="629"/>
                  <a:pt x="320" y="629"/>
                </a:cubicBezTo>
                <a:cubicBezTo>
                  <a:pt x="320" y="629"/>
                  <a:pt x="320" y="628"/>
                  <a:pt x="320" y="628"/>
                </a:cubicBezTo>
                <a:cubicBezTo>
                  <a:pt x="319" y="628"/>
                  <a:pt x="318" y="626"/>
                  <a:pt x="318" y="626"/>
                </a:cubicBezTo>
                <a:cubicBezTo>
                  <a:pt x="318" y="623"/>
                  <a:pt x="317" y="620"/>
                  <a:pt x="316" y="617"/>
                </a:cubicBezTo>
                <a:cubicBezTo>
                  <a:pt x="315" y="614"/>
                  <a:pt x="317" y="611"/>
                  <a:pt x="319" y="610"/>
                </a:cubicBezTo>
                <a:cubicBezTo>
                  <a:pt x="318" y="607"/>
                  <a:pt x="317" y="603"/>
                  <a:pt x="316" y="600"/>
                </a:cubicBezTo>
                <a:cubicBezTo>
                  <a:pt x="311" y="593"/>
                  <a:pt x="306" y="586"/>
                  <a:pt x="305" y="579"/>
                </a:cubicBezTo>
                <a:cubicBezTo>
                  <a:pt x="300" y="577"/>
                  <a:pt x="296" y="574"/>
                  <a:pt x="294" y="570"/>
                </a:cubicBezTo>
                <a:cubicBezTo>
                  <a:pt x="293" y="569"/>
                  <a:pt x="292" y="568"/>
                  <a:pt x="292" y="568"/>
                </a:cubicBezTo>
                <a:cubicBezTo>
                  <a:pt x="290" y="567"/>
                  <a:pt x="289" y="566"/>
                  <a:pt x="287" y="565"/>
                </a:cubicBezTo>
                <a:cubicBezTo>
                  <a:pt x="284" y="564"/>
                  <a:pt x="281" y="563"/>
                  <a:pt x="278" y="562"/>
                </a:cubicBezTo>
                <a:cubicBezTo>
                  <a:pt x="278" y="562"/>
                  <a:pt x="278" y="561"/>
                  <a:pt x="279" y="562"/>
                </a:cubicBezTo>
                <a:cubicBezTo>
                  <a:pt x="281" y="562"/>
                  <a:pt x="283" y="563"/>
                  <a:pt x="285" y="564"/>
                </a:cubicBezTo>
                <a:cubicBezTo>
                  <a:pt x="284" y="563"/>
                  <a:pt x="282" y="562"/>
                  <a:pt x="280" y="562"/>
                </a:cubicBezTo>
                <a:cubicBezTo>
                  <a:pt x="277" y="561"/>
                  <a:pt x="275" y="560"/>
                  <a:pt x="273" y="559"/>
                </a:cubicBezTo>
                <a:cubicBezTo>
                  <a:pt x="272" y="558"/>
                  <a:pt x="273" y="558"/>
                  <a:pt x="273" y="558"/>
                </a:cubicBezTo>
                <a:cubicBezTo>
                  <a:pt x="280" y="561"/>
                  <a:pt x="287" y="558"/>
                  <a:pt x="294" y="561"/>
                </a:cubicBezTo>
                <a:cubicBezTo>
                  <a:pt x="299" y="564"/>
                  <a:pt x="304" y="567"/>
                  <a:pt x="308" y="571"/>
                </a:cubicBezTo>
                <a:cubicBezTo>
                  <a:pt x="309" y="571"/>
                  <a:pt x="310" y="571"/>
                  <a:pt x="310" y="571"/>
                </a:cubicBezTo>
                <a:cubicBezTo>
                  <a:pt x="311" y="571"/>
                  <a:pt x="311" y="572"/>
                  <a:pt x="312" y="572"/>
                </a:cubicBezTo>
                <a:cubicBezTo>
                  <a:pt x="312" y="571"/>
                  <a:pt x="312" y="571"/>
                  <a:pt x="312" y="570"/>
                </a:cubicBezTo>
                <a:cubicBezTo>
                  <a:pt x="312" y="570"/>
                  <a:pt x="312" y="569"/>
                  <a:pt x="312" y="568"/>
                </a:cubicBezTo>
                <a:cubicBezTo>
                  <a:pt x="311" y="564"/>
                  <a:pt x="314" y="561"/>
                  <a:pt x="317" y="558"/>
                </a:cubicBezTo>
                <a:cubicBezTo>
                  <a:pt x="320" y="555"/>
                  <a:pt x="324" y="552"/>
                  <a:pt x="327" y="548"/>
                </a:cubicBezTo>
                <a:cubicBezTo>
                  <a:pt x="327" y="548"/>
                  <a:pt x="327" y="547"/>
                  <a:pt x="327" y="547"/>
                </a:cubicBezTo>
                <a:cubicBezTo>
                  <a:pt x="328" y="546"/>
                  <a:pt x="328" y="545"/>
                  <a:pt x="329" y="545"/>
                </a:cubicBezTo>
                <a:cubicBezTo>
                  <a:pt x="333" y="536"/>
                  <a:pt x="339" y="529"/>
                  <a:pt x="340" y="519"/>
                </a:cubicBezTo>
                <a:cubicBezTo>
                  <a:pt x="341" y="515"/>
                  <a:pt x="345" y="514"/>
                  <a:pt x="349" y="515"/>
                </a:cubicBezTo>
                <a:cubicBezTo>
                  <a:pt x="350" y="513"/>
                  <a:pt x="351" y="511"/>
                  <a:pt x="352" y="509"/>
                </a:cubicBezTo>
                <a:cubicBezTo>
                  <a:pt x="352" y="508"/>
                  <a:pt x="352" y="508"/>
                  <a:pt x="352" y="507"/>
                </a:cubicBezTo>
                <a:cubicBezTo>
                  <a:pt x="348" y="498"/>
                  <a:pt x="348" y="488"/>
                  <a:pt x="347" y="479"/>
                </a:cubicBezTo>
                <a:cubicBezTo>
                  <a:pt x="343" y="477"/>
                  <a:pt x="341" y="474"/>
                  <a:pt x="340" y="471"/>
                </a:cubicBezTo>
                <a:cubicBezTo>
                  <a:pt x="339" y="470"/>
                  <a:pt x="338" y="470"/>
                  <a:pt x="338" y="470"/>
                </a:cubicBezTo>
                <a:cubicBezTo>
                  <a:pt x="336" y="469"/>
                  <a:pt x="334" y="469"/>
                  <a:pt x="332" y="467"/>
                </a:cubicBezTo>
                <a:cubicBezTo>
                  <a:pt x="332" y="468"/>
                  <a:pt x="330" y="468"/>
                  <a:pt x="330" y="467"/>
                </a:cubicBezTo>
                <a:cubicBezTo>
                  <a:pt x="330" y="466"/>
                  <a:pt x="330" y="466"/>
                  <a:pt x="330" y="465"/>
                </a:cubicBezTo>
                <a:cubicBezTo>
                  <a:pt x="327" y="465"/>
                  <a:pt x="324" y="462"/>
                  <a:pt x="321" y="461"/>
                </a:cubicBezTo>
                <a:cubicBezTo>
                  <a:pt x="316" y="459"/>
                  <a:pt x="312" y="454"/>
                  <a:pt x="309" y="449"/>
                </a:cubicBezTo>
                <a:cubicBezTo>
                  <a:pt x="309" y="449"/>
                  <a:pt x="309" y="449"/>
                  <a:pt x="310" y="449"/>
                </a:cubicBezTo>
                <a:cubicBezTo>
                  <a:pt x="312" y="453"/>
                  <a:pt x="321" y="463"/>
                  <a:pt x="327" y="459"/>
                </a:cubicBezTo>
                <a:cubicBezTo>
                  <a:pt x="329" y="458"/>
                  <a:pt x="332" y="458"/>
                  <a:pt x="335" y="457"/>
                </a:cubicBezTo>
                <a:cubicBezTo>
                  <a:pt x="334" y="454"/>
                  <a:pt x="333" y="451"/>
                  <a:pt x="332" y="447"/>
                </a:cubicBezTo>
                <a:cubicBezTo>
                  <a:pt x="332" y="446"/>
                  <a:pt x="332" y="445"/>
                  <a:pt x="331" y="444"/>
                </a:cubicBezTo>
                <a:cubicBezTo>
                  <a:pt x="330" y="442"/>
                  <a:pt x="329" y="439"/>
                  <a:pt x="328" y="436"/>
                </a:cubicBezTo>
                <a:cubicBezTo>
                  <a:pt x="325" y="432"/>
                  <a:pt x="324" y="429"/>
                  <a:pt x="324" y="426"/>
                </a:cubicBezTo>
                <a:cubicBezTo>
                  <a:pt x="322" y="425"/>
                  <a:pt x="321" y="422"/>
                  <a:pt x="322" y="420"/>
                </a:cubicBezTo>
                <a:cubicBezTo>
                  <a:pt x="323" y="417"/>
                  <a:pt x="322" y="414"/>
                  <a:pt x="322" y="410"/>
                </a:cubicBezTo>
                <a:cubicBezTo>
                  <a:pt x="322" y="410"/>
                  <a:pt x="322" y="409"/>
                  <a:pt x="322" y="408"/>
                </a:cubicBezTo>
                <a:cubicBezTo>
                  <a:pt x="309" y="401"/>
                  <a:pt x="298" y="391"/>
                  <a:pt x="292" y="379"/>
                </a:cubicBezTo>
                <a:cubicBezTo>
                  <a:pt x="291" y="378"/>
                  <a:pt x="292" y="378"/>
                  <a:pt x="293" y="378"/>
                </a:cubicBezTo>
                <a:cubicBezTo>
                  <a:pt x="298" y="386"/>
                  <a:pt x="306" y="392"/>
                  <a:pt x="313" y="397"/>
                </a:cubicBezTo>
                <a:cubicBezTo>
                  <a:pt x="314" y="397"/>
                  <a:pt x="315" y="398"/>
                  <a:pt x="316" y="399"/>
                </a:cubicBezTo>
                <a:cubicBezTo>
                  <a:pt x="319" y="398"/>
                  <a:pt x="322" y="398"/>
                  <a:pt x="324" y="399"/>
                </a:cubicBezTo>
                <a:cubicBezTo>
                  <a:pt x="325" y="399"/>
                  <a:pt x="326" y="399"/>
                  <a:pt x="327" y="399"/>
                </a:cubicBezTo>
                <a:cubicBezTo>
                  <a:pt x="328" y="398"/>
                  <a:pt x="329" y="396"/>
                  <a:pt x="330" y="395"/>
                </a:cubicBezTo>
                <a:cubicBezTo>
                  <a:pt x="331" y="394"/>
                  <a:pt x="332" y="394"/>
                  <a:pt x="333" y="395"/>
                </a:cubicBezTo>
                <a:cubicBezTo>
                  <a:pt x="334" y="394"/>
                  <a:pt x="335" y="393"/>
                  <a:pt x="336" y="392"/>
                </a:cubicBezTo>
                <a:cubicBezTo>
                  <a:pt x="342" y="379"/>
                  <a:pt x="347" y="365"/>
                  <a:pt x="343" y="350"/>
                </a:cubicBezTo>
                <a:cubicBezTo>
                  <a:pt x="343" y="349"/>
                  <a:pt x="344" y="349"/>
                  <a:pt x="344" y="349"/>
                </a:cubicBezTo>
                <a:cubicBezTo>
                  <a:pt x="347" y="359"/>
                  <a:pt x="347" y="369"/>
                  <a:pt x="345" y="378"/>
                </a:cubicBezTo>
                <a:cubicBezTo>
                  <a:pt x="342" y="389"/>
                  <a:pt x="335" y="401"/>
                  <a:pt x="335" y="412"/>
                </a:cubicBezTo>
                <a:cubicBezTo>
                  <a:pt x="335" y="418"/>
                  <a:pt x="334" y="423"/>
                  <a:pt x="334" y="429"/>
                </a:cubicBezTo>
                <a:cubicBezTo>
                  <a:pt x="336" y="433"/>
                  <a:pt x="337" y="438"/>
                  <a:pt x="338" y="442"/>
                </a:cubicBezTo>
                <a:cubicBezTo>
                  <a:pt x="339" y="442"/>
                  <a:pt x="339" y="443"/>
                  <a:pt x="339" y="443"/>
                </a:cubicBezTo>
                <a:lnTo>
                  <a:pt x="339" y="444"/>
                </a:lnTo>
                <a:cubicBezTo>
                  <a:pt x="339" y="444"/>
                  <a:pt x="339" y="444"/>
                  <a:pt x="339" y="445"/>
                </a:cubicBezTo>
                <a:cubicBezTo>
                  <a:pt x="339" y="445"/>
                  <a:pt x="340" y="445"/>
                  <a:pt x="340" y="445"/>
                </a:cubicBezTo>
                <a:cubicBezTo>
                  <a:pt x="340" y="445"/>
                  <a:pt x="340" y="446"/>
                  <a:pt x="340" y="446"/>
                </a:cubicBezTo>
                <a:cubicBezTo>
                  <a:pt x="340" y="446"/>
                  <a:pt x="340" y="446"/>
                  <a:pt x="341" y="446"/>
                </a:cubicBezTo>
                <a:cubicBezTo>
                  <a:pt x="342" y="446"/>
                  <a:pt x="342" y="447"/>
                  <a:pt x="343" y="448"/>
                </a:cubicBezTo>
                <a:cubicBezTo>
                  <a:pt x="344" y="449"/>
                  <a:pt x="345" y="451"/>
                  <a:pt x="344" y="452"/>
                </a:cubicBezTo>
                <a:cubicBezTo>
                  <a:pt x="343" y="452"/>
                  <a:pt x="343" y="453"/>
                  <a:pt x="343" y="453"/>
                </a:cubicBezTo>
                <a:cubicBezTo>
                  <a:pt x="343" y="453"/>
                  <a:pt x="344" y="454"/>
                  <a:pt x="344" y="455"/>
                </a:cubicBezTo>
                <a:cubicBezTo>
                  <a:pt x="344" y="455"/>
                  <a:pt x="345" y="455"/>
                  <a:pt x="345" y="455"/>
                </a:cubicBezTo>
                <a:cubicBezTo>
                  <a:pt x="348" y="453"/>
                  <a:pt x="352" y="454"/>
                  <a:pt x="352" y="458"/>
                </a:cubicBezTo>
                <a:cubicBezTo>
                  <a:pt x="352" y="459"/>
                  <a:pt x="352" y="460"/>
                  <a:pt x="353" y="461"/>
                </a:cubicBezTo>
                <a:cubicBezTo>
                  <a:pt x="356" y="459"/>
                  <a:pt x="361" y="462"/>
                  <a:pt x="362" y="466"/>
                </a:cubicBezTo>
                <a:cubicBezTo>
                  <a:pt x="362" y="467"/>
                  <a:pt x="362" y="468"/>
                  <a:pt x="362" y="468"/>
                </a:cubicBezTo>
                <a:cubicBezTo>
                  <a:pt x="363" y="468"/>
                  <a:pt x="363" y="468"/>
                  <a:pt x="364" y="468"/>
                </a:cubicBezTo>
                <a:cubicBezTo>
                  <a:pt x="367" y="467"/>
                  <a:pt x="369" y="468"/>
                  <a:pt x="371" y="470"/>
                </a:cubicBezTo>
                <a:lnTo>
                  <a:pt x="371" y="469"/>
                </a:lnTo>
                <a:cubicBezTo>
                  <a:pt x="375" y="465"/>
                  <a:pt x="376" y="460"/>
                  <a:pt x="378" y="454"/>
                </a:cubicBezTo>
                <a:cubicBezTo>
                  <a:pt x="378" y="452"/>
                  <a:pt x="381" y="450"/>
                  <a:pt x="383" y="450"/>
                </a:cubicBezTo>
                <a:cubicBezTo>
                  <a:pt x="384" y="450"/>
                  <a:pt x="385" y="450"/>
                  <a:pt x="386" y="450"/>
                </a:cubicBezTo>
                <a:cubicBezTo>
                  <a:pt x="387" y="449"/>
                  <a:pt x="387" y="448"/>
                  <a:pt x="387" y="447"/>
                </a:cubicBezTo>
                <a:cubicBezTo>
                  <a:pt x="387" y="445"/>
                  <a:pt x="388" y="443"/>
                  <a:pt x="390" y="443"/>
                </a:cubicBezTo>
                <a:cubicBezTo>
                  <a:pt x="391" y="442"/>
                  <a:pt x="392" y="442"/>
                  <a:pt x="394" y="442"/>
                </a:cubicBezTo>
                <a:cubicBezTo>
                  <a:pt x="394" y="442"/>
                  <a:pt x="394" y="441"/>
                  <a:pt x="394" y="441"/>
                </a:cubicBezTo>
                <a:cubicBezTo>
                  <a:pt x="398" y="439"/>
                  <a:pt x="400" y="432"/>
                  <a:pt x="401" y="426"/>
                </a:cubicBezTo>
                <a:cubicBezTo>
                  <a:pt x="397" y="421"/>
                  <a:pt x="393" y="414"/>
                  <a:pt x="388" y="410"/>
                </a:cubicBezTo>
                <a:cubicBezTo>
                  <a:pt x="388" y="410"/>
                  <a:pt x="388" y="409"/>
                  <a:pt x="388" y="409"/>
                </a:cubicBezTo>
                <a:lnTo>
                  <a:pt x="389" y="409"/>
                </a:lnTo>
                <a:cubicBezTo>
                  <a:pt x="387" y="408"/>
                  <a:pt x="385" y="407"/>
                  <a:pt x="385" y="405"/>
                </a:cubicBezTo>
                <a:cubicBezTo>
                  <a:pt x="377" y="407"/>
                  <a:pt x="372" y="404"/>
                  <a:pt x="368" y="398"/>
                </a:cubicBezTo>
                <a:cubicBezTo>
                  <a:pt x="367" y="398"/>
                  <a:pt x="368" y="397"/>
                  <a:pt x="368" y="397"/>
                </a:cubicBezTo>
                <a:cubicBezTo>
                  <a:pt x="372" y="401"/>
                  <a:pt x="377" y="404"/>
                  <a:pt x="383" y="402"/>
                </a:cubicBezTo>
                <a:cubicBezTo>
                  <a:pt x="383" y="401"/>
                  <a:pt x="384" y="401"/>
                  <a:pt x="384" y="401"/>
                </a:cubicBezTo>
                <a:cubicBezTo>
                  <a:pt x="385" y="401"/>
                  <a:pt x="385" y="401"/>
                  <a:pt x="386" y="401"/>
                </a:cubicBezTo>
                <a:cubicBezTo>
                  <a:pt x="387" y="400"/>
                  <a:pt x="388" y="401"/>
                  <a:pt x="389" y="402"/>
                </a:cubicBezTo>
                <a:cubicBezTo>
                  <a:pt x="389" y="402"/>
                  <a:pt x="389" y="402"/>
                  <a:pt x="389" y="402"/>
                </a:cubicBezTo>
                <a:cubicBezTo>
                  <a:pt x="384" y="383"/>
                  <a:pt x="387" y="364"/>
                  <a:pt x="373" y="348"/>
                </a:cubicBezTo>
                <a:cubicBezTo>
                  <a:pt x="372" y="348"/>
                  <a:pt x="373" y="347"/>
                  <a:pt x="373" y="348"/>
                </a:cubicBezTo>
                <a:cubicBezTo>
                  <a:pt x="389" y="359"/>
                  <a:pt x="389" y="377"/>
                  <a:pt x="394" y="394"/>
                </a:cubicBezTo>
                <a:cubicBezTo>
                  <a:pt x="395" y="397"/>
                  <a:pt x="395" y="402"/>
                  <a:pt x="397" y="405"/>
                </a:cubicBezTo>
                <a:cubicBezTo>
                  <a:pt x="398" y="405"/>
                  <a:pt x="398" y="406"/>
                  <a:pt x="398" y="406"/>
                </a:cubicBezTo>
                <a:cubicBezTo>
                  <a:pt x="399" y="406"/>
                  <a:pt x="399" y="407"/>
                  <a:pt x="400" y="407"/>
                </a:cubicBezTo>
                <a:cubicBezTo>
                  <a:pt x="401" y="407"/>
                  <a:pt x="403" y="408"/>
                  <a:pt x="405" y="408"/>
                </a:cubicBezTo>
                <a:cubicBezTo>
                  <a:pt x="407" y="408"/>
                  <a:pt x="409" y="408"/>
                  <a:pt x="411" y="409"/>
                </a:cubicBezTo>
                <a:cubicBezTo>
                  <a:pt x="411" y="409"/>
                  <a:pt x="411" y="409"/>
                  <a:pt x="412" y="408"/>
                </a:cubicBezTo>
                <a:cubicBezTo>
                  <a:pt x="414" y="408"/>
                  <a:pt x="415" y="407"/>
                  <a:pt x="417" y="408"/>
                </a:cubicBezTo>
                <a:cubicBezTo>
                  <a:pt x="418" y="408"/>
                  <a:pt x="419" y="408"/>
                  <a:pt x="419" y="409"/>
                </a:cubicBezTo>
                <a:cubicBezTo>
                  <a:pt x="422" y="401"/>
                  <a:pt x="428" y="396"/>
                  <a:pt x="434" y="390"/>
                </a:cubicBezTo>
                <a:cubicBezTo>
                  <a:pt x="434" y="390"/>
                  <a:pt x="434" y="389"/>
                  <a:pt x="434" y="388"/>
                </a:cubicBezTo>
                <a:cubicBezTo>
                  <a:pt x="434" y="386"/>
                  <a:pt x="434" y="384"/>
                  <a:pt x="435" y="383"/>
                </a:cubicBezTo>
                <a:cubicBezTo>
                  <a:pt x="435" y="382"/>
                  <a:pt x="435" y="381"/>
                  <a:pt x="436" y="381"/>
                </a:cubicBezTo>
                <a:cubicBezTo>
                  <a:pt x="435" y="378"/>
                  <a:pt x="436" y="375"/>
                  <a:pt x="437" y="372"/>
                </a:cubicBezTo>
                <a:cubicBezTo>
                  <a:pt x="437" y="367"/>
                  <a:pt x="437" y="362"/>
                  <a:pt x="440" y="358"/>
                </a:cubicBezTo>
                <a:cubicBezTo>
                  <a:pt x="438" y="354"/>
                  <a:pt x="435" y="351"/>
                  <a:pt x="434" y="348"/>
                </a:cubicBezTo>
                <a:cubicBezTo>
                  <a:pt x="430" y="340"/>
                  <a:pt x="435" y="331"/>
                  <a:pt x="426" y="326"/>
                </a:cubicBezTo>
                <a:cubicBezTo>
                  <a:pt x="423" y="324"/>
                  <a:pt x="422" y="320"/>
                  <a:pt x="422" y="317"/>
                </a:cubicBezTo>
                <a:cubicBezTo>
                  <a:pt x="422" y="316"/>
                  <a:pt x="422" y="315"/>
                  <a:pt x="421" y="315"/>
                </a:cubicBezTo>
                <a:cubicBezTo>
                  <a:pt x="419" y="313"/>
                  <a:pt x="419" y="310"/>
                  <a:pt x="419" y="307"/>
                </a:cubicBezTo>
                <a:cubicBezTo>
                  <a:pt x="419" y="306"/>
                  <a:pt x="418" y="305"/>
                  <a:pt x="417" y="303"/>
                </a:cubicBezTo>
                <a:cubicBezTo>
                  <a:pt x="412" y="301"/>
                  <a:pt x="409" y="296"/>
                  <a:pt x="410" y="291"/>
                </a:cubicBezTo>
                <a:cubicBezTo>
                  <a:pt x="409" y="290"/>
                  <a:pt x="409" y="289"/>
                  <a:pt x="409" y="288"/>
                </a:cubicBezTo>
                <a:cubicBezTo>
                  <a:pt x="409" y="288"/>
                  <a:pt x="409" y="288"/>
                  <a:pt x="409" y="288"/>
                </a:cubicBezTo>
                <a:cubicBezTo>
                  <a:pt x="405" y="287"/>
                  <a:pt x="402" y="282"/>
                  <a:pt x="403" y="278"/>
                </a:cubicBezTo>
                <a:cubicBezTo>
                  <a:pt x="400" y="277"/>
                  <a:pt x="398" y="274"/>
                  <a:pt x="398" y="271"/>
                </a:cubicBezTo>
                <a:cubicBezTo>
                  <a:pt x="397" y="270"/>
                  <a:pt x="397" y="269"/>
                  <a:pt x="397" y="268"/>
                </a:cubicBezTo>
                <a:cubicBezTo>
                  <a:pt x="395" y="267"/>
                  <a:pt x="395" y="266"/>
                  <a:pt x="394" y="264"/>
                </a:cubicBezTo>
                <a:cubicBezTo>
                  <a:pt x="394" y="264"/>
                  <a:pt x="394" y="264"/>
                  <a:pt x="394" y="263"/>
                </a:cubicBezTo>
                <a:cubicBezTo>
                  <a:pt x="386" y="258"/>
                  <a:pt x="377" y="255"/>
                  <a:pt x="369" y="251"/>
                </a:cubicBezTo>
                <a:cubicBezTo>
                  <a:pt x="366" y="250"/>
                  <a:pt x="354" y="245"/>
                  <a:pt x="357" y="242"/>
                </a:cubicBezTo>
                <a:cubicBezTo>
                  <a:pt x="355" y="244"/>
                  <a:pt x="350" y="244"/>
                  <a:pt x="349" y="244"/>
                </a:cubicBezTo>
                <a:cubicBezTo>
                  <a:pt x="343" y="245"/>
                  <a:pt x="339" y="246"/>
                  <a:pt x="334" y="248"/>
                </a:cubicBezTo>
                <a:cubicBezTo>
                  <a:pt x="333" y="248"/>
                  <a:pt x="333" y="248"/>
                  <a:pt x="333" y="248"/>
                </a:cubicBezTo>
                <a:cubicBezTo>
                  <a:pt x="337" y="246"/>
                  <a:pt x="351" y="239"/>
                  <a:pt x="354" y="242"/>
                </a:cubicBezTo>
                <a:cubicBezTo>
                  <a:pt x="353" y="241"/>
                  <a:pt x="354" y="238"/>
                  <a:pt x="356" y="239"/>
                </a:cubicBezTo>
                <a:cubicBezTo>
                  <a:pt x="366" y="241"/>
                  <a:pt x="377" y="247"/>
                  <a:pt x="386" y="252"/>
                </a:cubicBezTo>
                <a:cubicBezTo>
                  <a:pt x="386" y="250"/>
                  <a:pt x="385" y="248"/>
                  <a:pt x="384" y="247"/>
                </a:cubicBezTo>
                <a:cubicBezTo>
                  <a:pt x="384" y="246"/>
                  <a:pt x="385" y="245"/>
                  <a:pt x="385" y="245"/>
                </a:cubicBezTo>
                <a:cubicBezTo>
                  <a:pt x="380" y="239"/>
                  <a:pt x="380" y="232"/>
                  <a:pt x="373" y="228"/>
                </a:cubicBezTo>
                <a:cubicBezTo>
                  <a:pt x="370" y="227"/>
                  <a:pt x="370" y="223"/>
                  <a:pt x="371" y="220"/>
                </a:cubicBezTo>
                <a:cubicBezTo>
                  <a:pt x="371" y="220"/>
                  <a:pt x="371" y="219"/>
                  <a:pt x="371" y="219"/>
                </a:cubicBezTo>
                <a:cubicBezTo>
                  <a:pt x="371" y="218"/>
                  <a:pt x="370" y="217"/>
                  <a:pt x="369" y="216"/>
                </a:cubicBezTo>
                <a:cubicBezTo>
                  <a:pt x="365" y="214"/>
                  <a:pt x="362" y="211"/>
                  <a:pt x="361" y="206"/>
                </a:cubicBezTo>
                <a:cubicBezTo>
                  <a:pt x="361" y="206"/>
                  <a:pt x="360" y="205"/>
                  <a:pt x="360" y="204"/>
                </a:cubicBezTo>
                <a:cubicBezTo>
                  <a:pt x="355" y="198"/>
                  <a:pt x="353" y="192"/>
                  <a:pt x="352" y="185"/>
                </a:cubicBezTo>
                <a:cubicBezTo>
                  <a:pt x="347" y="182"/>
                  <a:pt x="345" y="176"/>
                  <a:pt x="341" y="173"/>
                </a:cubicBezTo>
                <a:cubicBezTo>
                  <a:pt x="335" y="168"/>
                  <a:pt x="328" y="162"/>
                  <a:pt x="323" y="155"/>
                </a:cubicBezTo>
                <a:cubicBezTo>
                  <a:pt x="321" y="154"/>
                  <a:pt x="320" y="152"/>
                  <a:pt x="319" y="151"/>
                </a:cubicBezTo>
                <a:cubicBezTo>
                  <a:pt x="315" y="149"/>
                  <a:pt x="312" y="145"/>
                  <a:pt x="309" y="142"/>
                </a:cubicBezTo>
                <a:cubicBezTo>
                  <a:pt x="306" y="138"/>
                  <a:pt x="302" y="134"/>
                  <a:pt x="298" y="130"/>
                </a:cubicBezTo>
                <a:cubicBezTo>
                  <a:pt x="296" y="128"/>
                  <a:pt x="295" y="121"/>
                  <a:pt x="291" y="120"/>
                </a:cubicBezTo>
                <a:cubicBezTo>
                  <a:pt x="283" y="120"/>
                  <a:pt x="277" y="117"/>
                  <a:pt x="269" y="119"/>
                </a:cubicBezTo>
                <a:cubicBezTo>
                  <a:pt x="268" y="120"/>
                  <a:pt x="268" y="119"/>
                  <a:pt x="269" y="118"/>
                </a:cubicBezTo>
                <a:cubicBezTo>
                  <a:pt x="277" y="116"/>
                  <a:pt x="285" y="119"/>
                  <a:pt x="294" y="119"/>
                </a:cubicBezTo>
                <a:cubicBezTo>
                  <a:pt x="294" y="119"/>
                  <a:pt x="294" y="119"/>
                  <a:pt x="295" y="119"/>
                </a:cubicBezTo>
                <a:cubicBezTo>
                  <a:pt x="297" y="124"/>
                  <a:pt x="304" y="128"/>
                  <a:pt x="310" y="132"/>
                </a:cubicBezTo>
                <a:cubicBezTo>
                  <a:pt x="314" y="123"/>
                  <a:pt x="306" y="111"/>
                  <a:pt x="308" y="101"/>
                </a:cubicBezTo>
                <a:cubicBezTo>
                  <a:pt x="308" y="99"/>
                  <a:pt x="305" y="93"/>
                  <a:pt x="304" y="91"/>
                </a:cubicBezTo>
                <a:cubicBezTo>
                  <a:pt x="302" y="85"/>
                  <a:pt x="300" y="80"/>
                  <a:pt x="296" y="75"/>
                </a:cubicBezTo>
                <a:cubicBezTo>
                  <a:pt x="296" y="74"/>
                  <a:pt x="293" y="67"/>
                  <a:pt x="292" y="67"/>
                </a:cubicBezTo>
                <a:cubicBezTo>
                  <a:pt x="289" y="66"/>
                  <a:pt x="286" y="65"/>
                  <a:pt x="283" y="63"/>
                </a:cubicBezTo>
                <a:cubicBezTo>
                  <a:pt x="276" y="57"/>
                  <a:pt x="271" y="50"/>
                  <a:pt x="265" y="45"/>
                </a:cubicBezTo>
                <a:cubicBezTo>
                  <a:pt x="265" y="44"/>
                  <a:pt x="265" y="44"/>
                  <a:pt x="265" y="44"/>
                </a:cubicBezTo>
                <a:cubicBezTo>
                  <a:pt x="274" y="49"/>
                  <a:pt x="284" y="64"/>
                  <a:pt x="294" y="62"/>
                </a:cubicBezTo>
                <a:cubicBezTo>
                  <a:pt x="295" y="62"/>
                  <a:pt x="296" y="62"/>
                  <a:pt x="297" y="64"/>
                </a:cubicBezTo>
                <a:cubicBezTo>
                  <a:pt x="301" y="70"/>
                  <a:pt x="306" y="76"/>
                  <a:pt x="309" y="83"/>
                </a:cubicBezTo>
                <a:cubicBezTo>
                  <a:pt x="312" y="88"/>
                  <a:pt x="313" y="93"/>
                  <a:pt x="316" y="98"/>
                </a:cubicBezTo>
                <a:cubicBezTo>
                  <a:pt x="317" y="100"/>
                  <a:pt x="316" y="104"/>
                  <a:pt x="316" y="106"/>
                </a:cubicBezTo>
                <a:cubicBezTo>
                  <a:pt x="316" y="110"/>
                  <a:pt x="317" y="114"/>
                  <a:pt x="319" y="118"/>
                </a:cubicBezTo>
                <a:cubicBezTo>
                  <a:pt x="320" y="122"/>
                  <a:pt x="320" y="126"/>
                  <a:pt x="320" y="131"/>
                </a:cubicBezTo>
                <a:cubicBezTo>
                  <a:pt x="321" y="132"/>
                  <a:pt x="322" y="133"/>
                  <a:pt x="323" y="134"/>
                </a:cubicBezTo>
                <a:cubicBezTo>
                  <a:pt x="325" y="135"/>
                  <a:pt x="326" y="138"/>
                  <a:pt x="326" y="140"/>
                </a:cubicBezTo>
                <a:cubicBezTo>
                  <a:pt x="323" y="145"/>
                  <a:pt x="330" y="149"/>
                  <a:pt x="334" y="149"/>
                </a:cubicBezTo>
                <a:cubicBezTo>
                  <a:pt x="337" y="148"/>
                  <a:pt x="339" y="151"/>
                  <a:pt x="339" y="154"/>
                </a:cubicBezTo>
                <a:lnTo>
                  <a:pt x="339" y="155"/>
                </a:lnTo>
                <a:cubicBezTo>
                  <a:pt x="345" y="158"/>
                  <a:pt x="349" y="161"/>
                  <a:pt x="354" y="165"/>
                </a:cubicBezTo>
                <a:cubicBezTo>
                  <a:pt x="355" y="166"/>
                  <a:pt x="356" y="167"/>
                  <a:pt x="357" y="169"/>
                </a:cubicBezTo>
                <a:cubicBezTo>
                  <a:pt x="357" y="169"/>
                  <a:pt x="358" y="169"/>
                  <a:pt x="359" y="169"/>
                </a:cubicBezTo>
                <a:cubicBezTo>
                  <a:pt x="359" y="169"/>
                  <a:pt x="359" y="169"/>
                  <a:pt x="360" y="168"/>
                </a:cubicBezTo>
                <a:cubicBezTo>
                  <a:pt x="360" y="168"/>
                  <a:pt x="361" y="167"/>
                  <a:pt x="362" y="167"/>
                </a:cubicBezTo>
                <a:cubicBezTo>
                  <a:pt x="366" y="163"/>
                  <a:pt x="370" y="158"/>
                  <a:pt x="371" y="153"/>
                </a:cubicBezTo>
                <a:cubicBezTo>
                  <a:pt x="368" y="151"/>
                  <a:pt x="367" y="148"/>
                  <a:pt x="367" y="144"/>
                </a:cubicBezTo>
                <a:cubicBezTo>
                  <a:pt x="367" y="137"/>
                  <a:pt x="368" y="134"/>
                  <a:pt x="362" y="130"/>
                </a:cubicBezTo>
                <a:cubicBezTo>
                  <a:pt x="359" y="127"/>
                  <a:pt x="357" y="124"/>
                  <a:pt x="358" y="119"/>
                </a:cubicBezTo>
                <a:cubicBezTo>
                  <a:pt x="358" y="119"/>
                  <a:pt x="359" y="119"/>
                  <a:pt x="359" y="120"/>
                </a:cubicBezTo>
                <a:cubicBezTo>
                  <a:pt x="357" y="129"/>
                  <a:pt x="366" y="129"/>
                  <a:pt x="371" y="134"/>
                </a:cubicBezTo>
                <a:cubicBezTo>
                  <a:pt x="374" y="137"/>
                  <a:pt x="375" y="140"/>
                  <a:pt x="375" y="144"/>
                </a:cubicBezTo>
                <a:cubicBezTo>
                  <a:pt x="376" y="143"/>
                  <a:pt x="377" y="143"/>
                  <a:pt x="378" y="144"/>
                </a:cubicBezTo>
                <a:cubicBezTo>
                  <a:pt x="378" y="144"/>
                  <a:pt x="379" y="144"/>
                  <a:pt x="379" y="144"/>
                </a:cubicBezTo>
                <a:cubicBezTo>
                  <a:pt x="380" y="138"/>
                  <a:pt x="379" y="133"/>
                  <a:pt x="380" y="127"/>
                </a:cubicBezTo>
                <a:cubicBezTo>
                  <a:pt x="380" y="125"/>
                  <a:pt x="379" y="122"/>
                  <a:pt x="381" y="121"/>
                </a:cubicBezTo>
                <a:cubicBezTo>
                  <a:pt x="381" y="121"/>
                  <a:pt x="388" y="116"/>
                  <a:pt x="387" y="117"/>
                </a:cubicBezTo>
                <a:cubicBezTo>
                  <a:pt x="388" y="115"/>
                  <a:pt x="389" y="114"/>
                  <a:pt x="391" y="113"/>
                </a:cubicBezTo>
                <a:cubicBezTo>
                  <a:pt x="392" y="112"/>
                  <a:pt x="393" y="113"/>
                  <a:pt x="392" y="114"/>
                </a:cubicBezTo>
                <a:cubicBezTo>
                  <a:pt x="389" y="118"/>
                  <a:pt x="388" y="119"/>
                  <a:pt x="387" y="123"/>
                </a:cubicBezTo>
                <a:cubicBezTo>
                  <a:pt x="387" y="133"/>
                  <a:pt x="388" y="142"/>
                  <a:pt x="386" y="152"/>
                </a:cubicBezTo>
                <a:cubicBezTo>
                  <a:pt x="386" y="154"/>
                  <a:pt x="382" y="156"/>
                  <a:pt x="380" y="155"/>
                </a:cubicBezTo>
                <a:cubicBezTo>
                  <a:pt x="380" y="155"/>
                  <a:pt x="379" y="156"/>
                  <a:pt x="379" y="156"/>
                </a:cubicBezTo>
                <a:cubicBezTo>
                  <a:pt x="379" y="157"/>
                  <a:pt x="379" y="157"/>
                  <a:pt x="378" y="158"/>
                </a:cubicBezTo>
                <a:cubicBezTo>
                  <a:pt x="377" y="161"/>
                  <a:pt x="376" y="164"/>
                  <a:pt x="377" y="168"/>
                </a:cubicBezTo>
                <a:cubicBezTo>
                  <a:pt x="378" y="171"/>
                  <a:pt x="375" y="173"/>
                  <a:pt x="373" y="173"/>
                </a:cubicBezTo>
                <a:lnTo>
                  <a:pt x="373" y="174"/>
                </a:lnTo>
                <a:cubicBezTo>
                  <a:pt x="373" y="175"/>
                  <a:pt x="373" y="176"/>
                  <a:pt x="372" y="178"/>
                </a:cubicBezTo>
                <a:cubicBezTo>
                  <a:pt x="372" y="181"/>
                  <a:pt x="371" y="185"/>
                  <a:pt x="369" y="187"/>
                </a:cubicBezTo>
                <a:cubicBezTo>
                  <a:pt x="369" y="187"/>
                  <a:pt x="369" y="187"/>
                  <a:pt x="368" y="187"/>
                </a:cubicBezTo>
                <a:cubicBezTo>
                  <a:pt x="368" y="191"/>
                  <a:pt x="368" y="195"/>
                  <a:pt x="371" y="197"/>
                </a:cubicBezTo>
                <a:cubicBezTo>
                  <a:pt x="372" y="198"/>
                  <a:pt x="373" y="200"/>
                  <a:pt x="373" y="201"/>
                </a:cubicBezTo>
                <a:cubicBezTo>
                  <a:pt x="373" y="202"/>
                  <a:pt x="374" y="203"/>
                  <a:pt x="375" y="205"/>
                </a:cubicBezTo>
                <a:cubicBezTo>
                  <a:pt x="376" y="206"/>
                  <a:pt x="377" y="207"/>
                  <a:pt x="378" y="208"/>
                </a:cubicBezTo>
                <a:cubicBezTo>
                  <a:pt x="380" y="210"/>
                  <a:pt x="381" y="212"/>
                  <a:pt x="380" y="212"/>
                </a:cubicBezTo>
                <a:cubicBezTo>
                  <a:pt x="384" y="213"/>
                  <a:pt x="386" y="217"/>
                  <a:pt x="384" y="220"/>
                </a:cubicBezTo>
                <a:cubicBezTo>
                  <a:pt x="384" y="221"/>
                  <a:pt x="384" y="221"/>
                  <a:pt x="383" y="221"/>
                </a:cubicBezTo>
                <a:cubicBezTo>
                  <a:pt x="389" y="226"/>
                  <a:pt x="391" y="234"/>
                  <a:pt x="396" y="239"/>
                </a:cubicBezTo>
                <a:cubicBezTo>
                  <a:pt x="399" y="242"/>
                  <a:pt x="401" y="244"/>
                  <a:pt x="402" y="247"/>
                </a:cubicBezTo>
                <a:cubicBezTo>
                  <a:pt x="402" y="247"/>
                  <a:pt x="403" y="248"/>
                  <a:pt x="404" y="248"/>
                </a:cubicBezTo>
                <a:cubicBezTo>
                  <a:pt x="407" y="251"/>
                  <a:pt x="408" y="253"/>
                  <a:pt x="411" y="256"/>
                </a:cubicBezTo>
                <a:cubicBezTo>
                  <a:pt x="411" y="256"/>
                  <a:pt x="412" y="257"/>
                  <a:pt x="412" y="257"/>
                </a:cubicBezTo>
                <a:cubicBezTo>
                  <a:pt x="414" y="258"/>
                  <a:pt x="414" y="260"/>
                  <a:pt x="415" y="262"/>
                </a:cubicBezTo>
                <a:cubicBezTo>
                  <a:pt x="416" y="264"/>
                  <a:pt x="416" y="266"/>
                  <a:pt x="418" y="268"/>
                </a:cubicBezTo>
                <a:cubicBezTo>
                  <a:pt x="418" y="269"/>
                  <a:pt x="419" y="270"/>
                  <a:pt x="419" y="271"/>
                </a:cubicBezTo>
                <a:cubicBezTo>
                  <a:pt x="422" y="274"/>
                  <a:pt x="424" y="277"/>
                  <a:pt x="428" y="280"/>
                </a:cubicBezTo>
                <a:cubicBezTo>
                  <a:pt x="436" y="288"/>
                  <a:pt x="441" y="301"/>
                  <a:pt x="444" y="312"/>
                </a:cubicBezTo>
                <a:cubicBezTo>
                  <a:pt x="449" y="314"/>
                  <a:pt x="451" y="318"/>
                  <a:pt x="452" y="322"/>
                </a:cubicBezTo>
                <a:cubicBezTo>
                  <a:pt x="456" y="319"/>
                  <a:pt x="461" y="315"/>
                  <a:pt x="465" y="315"/>
                </a:cubicBezTo>
                <a:cubicBezTo>
                  <a:pt x="467" y="315"/>
                  <a:pt x="467" y="318"/>
                  <a:pt x="469" y="315"/>
                </a:cubicBezTo>
                <a:cubicBezTo>
                  <a:pt x="470" y="313"/>
                  <a:pt x="470" y="311"/>
                  <a:pt x="471" y="310"/>
                </a:cubicBezTo>
                <a:cubicBezTo>
                  <a:pt x="474" y="307"/>
                  <a:pt x="478" y="305"/>
                  <a:pt x="481" y="303"/>
                </a:cubicBezTo>
                <a:cubicBezTo>
                  <a:pt x="481" y="303"/>
                  <a:pt x="481" y="302"/>
                  <a:pt x="481" y="302"/>
                </a:cubicBezTo>
                <a:cubicBezTo>
                  <a:pt x="482" y="301"/>
                  <a:pt x="483" y="299"/>
                  <a:pt x="485" y="299"/>
                </a:cubicBezTo>
                <a:cubicBezTo>
                  <a:pt x="487" y="298"/>
                  <a:pt x="490" y="297"/>
                  <a:pt x="492" y="294"/>
                </a:cubicBezTo>
                <a:cubicBezTo>
                  <a:pt x="494" y="290"/>
                  <a:pt x="496" y="286"/>
                  <a:pt x="497" y="283"/>
                </a:cubicBezTo>
                <a:cubicBezTo>
                  <a:pt x="498" y="281"/>
                  <a:pt x="499" y="279"/>
                  <a:pt x="499" y="277"/>
                </a:cubicBezTo>
                <a:cubicBezTo>
                  <a:pt x="500" y="277"/>
                  <a:pt x="500" y="276"/>
                  <a:pt x="500" y="275"/>
                </a:cubicBezTo>
                <a:cubicBezTo>
                  <a:pt x="501" y="271"/>
                  <a:pt x="502" y="267"/>
                  <a:pt x="503" y="264"/>
                </a:cubicBezTo>
                <a:cubicBezTo>
                  <a:pt x="503" y="262"/>
                  <a:pt x="503" y="260"/>
                  <a:pt x="503" y="258"/>
                </a:cubicBezTo>
                <a:cubicBezTo>
                  <a:pt x="501" y="253"/>
                  <a:pt x="500" y="249"/>
                  <a:pt x="498" y="245"/>
                </a:cubicBezTo>
                <a:cubicBezTo>
                  <a:pt x="496" y="242"/>
                  <a:pt x="494" y="238"/>
                  <a:pt x="492" y="235"/>
                </a:cubicBezTo>
                <a:cubicBezTo>
                  <a:pt x="491" y="235"/>
                  <a:pt x="490" y="234"/>
                  <a:pt x="489" y="233"/>
                </a:cubicBezTo>
                <a:cubicBezTo>
                  <a:pt x="488" y="232"/>
                  <a:pt x="485" y="231"/>
                  <a:pt x="484" y="230"/>
                </a:cubicBezTo>
                <a:cubicBezTo>
                  <a:pt x="484" y="230"/>
                  <a:pt x="484" y="229"/>
                  <a:pt x="484" y="229"/>
                </a:cubicBezTo>
                <a:cubicBezTo>
                  <a:pt x="469" y="224"/>
                  <a:pt x="455" y="219"/>
                  <a:pt x="440" y="215"/>
                </a:cubicBezTo>
                <a:cubicBezTo>
                  <a:pt x="439" y="215"/>
                  <a:pt x="439" y="214"/>
                  <a:pt x="440" y="214"/>
                </a:cubicBezTo>
                <a:cubicBezTo>
                  <a:pt x="455" y="218"/>
                  <a:pt x="472" y="221"/>
                  <a:pt x="487" y="227"/>
                </a:cubicBezTo>
                <a:cubicBezTo>
                  <a:pt x="488" y="227"/>
                  <a:pt x="489" y="227"/>
                  <a:pt x="490" y="227"/>
                </a:cubicBezTo>
                <a:cubicBezTo>
                  <a:pt x="490" y="227"/>
                  <a:pt x="490" y="226"/>
                  <a:pt x="490" y="226"/>
                </a:cubicBezTo>
                <a:cubicBezTo>
                  <a:pt x="491" y="225"/>
                  <a:pt x="492" y="224"/>
                  <a:pt x="494" y="224"/>
                </a:cubicBezTo>
                <a:cubicBezTo>
                  <a:pt x="495" y="223"/>
                  <a:pt x="496" y="222"/>
                  <a:pt x="498" y="220"/>
                </a:cubicBezTo>
                <a:cubicBezTo>
                  <a:pt x="501" y="217"/>
                  <a:pt x="503" y="213"/>
                  <a:pt x="503" y="209"/>
                </a:cubicBezTo>
                <a:cubicBezTo>
                  <a:pt x="503" y="208"/>
                  <a:pt x="504" y="208"/>
                  <a:pt x="504" y="209"/>
                </a:cubicBezTo>
                <a:cubicBezTo>
                  <a:pt x="504" y="213"/>
                  <a:pt x="501" y="217"/>
                  <a:pt x="501" y="222"/>
                </a:cubicBezTo>
                <a:cubicBezTo>
                  <a:pt x="500" y="225"/>
                  <a:pt x="500" y="228"/>
                  <a:pt x="499" y="231"/>
                </a:cubicBezTo>
                <a:cubicBezTo>
                  <a:pt x="500" y="236"/>
                  <a:pt x="503" y="241"/>
                  <a:pt x="505" y="246"/>
                </a:cubicBezTo>
                <a:cubicBezTo>
                  <a:pt x="506" y="245"/>
                  <a:pt x="506" y="243"/>
                  <a:pt x="507" y="242"/>
                </a:cubicBezTo>
                <a:cubicBezTo>
                  <a:pt x="509" y="238"/>
                  <a:pt x="511" y="237"/>
                  <a:pt x="512" y="233"/>
                </a:cubicBezTo>
                <a:cubicBezTo>
                  <a:pt x="512" y="233"/>
                  <a:pt x="512" y="232"/>
                  <a:pt x="513" y="232"/>
                </a:cubicBezTo>
                <a:cubicBezTo>
                  <a:pt x="518" y="229"/>
                  <a:pt x="515" y="230"/>
                  <a:pt x="515" y="225"/>
                </a:cubicBezTo>
                <a:cubicBezTo>
                  <a:pt x="515" y="221"/>
                  <a:pt x="519" y="218"/>
                  <a:pt x="522" y="215"/>
                </a:cubicBezTo>
                <a:cubicBezTo>
                  <a:pt x="528" y="210"/>
                  <a:pt x="525" y="201"/>
                  <a:pt x="526" y="194"/>
                </a:cubicBezTo>
                <a:cubicBezTo>
                  <a:pt x="521" y="186"/>
                  <a:pt x="525" y="174"/>
                  <a:pt x="527" y="166"/>
                </a:cubicBezTo>
                <a:cubicBezTo>
                  <a:pt x="529" y="157"/>
                  <a:pt x="532" y="146"/>
                  <a:pt x="541" y="141"/>
                </a:cubicBezTo>
                <a:cubicBezTo>
                  <a:pt x="541" y="141"/>
                  <a:pt x="542" y="142"/>
                  <a:pt x="542" y="142"/>
                </a:cubicBezTo>
                <a:cubicBezTo>
                  <a:pt x="535" y="152"/>
                  <a:pt x="530" y="160"/>
                  <a:pt x="531" y="172"/>
                </a:cubicBezTo>
                <a:cubicBezTo>
                  <a:pt x="531" y="176"/>
                  <a:pt x="533" y="182"/>
                  <a:pt x="533" y="187"/>
                </a:cubicBezTo>
                <a:cubicBezTo>
                  <a:pt x="533" y="187"/>
                  <a:pt x="533" y="187"/>
                  <a:pt x="534" y="187"/>
                </a:cubicBezTo>
                <a:cubicBezTo>
                  <a:pt x="547" y="184"/>
                  <a:pt x="561" y="182"/>
                  <a:pt x="575" y="180"/>
                </a:cubicBezTo>
                <a:cubicBezTo>
                  <a:pt x="576" y="180"/>
                  <a:pt x="576" y="181"/>
                  <a:pt x="575" y="181"/>
                </a:cubicBezTo>
                <a:cubicBezTo>
                  <a:pt x="563" y="185"/>
                  <a:pt x="543" y="183"/>
                  <a:pt x="535" y="193"/>
                </a:cubicBezTo>
                <a:cubicBezTo>
                  <a:pt x="531" y="198"/>
                  <a:pt x="537" y="208"/>
                  <a:pt x="534" y="214"/>
                </a:cubicBezTo>
                <a:cubicBezTo>
                  <a:pt x="530" y="221"/>
                  <a:pt x="519" y="217"/>
                  <a:pt x="521" y="230"/>
                </a:cubicBezTo>
                <a:cubicBezTo>
                  <a:pt x="521" y="231"/>
                  <a:pt x="521" y="232"/>
                  <a:pt x="520" y="233"/>
                </a:cubicBezTo>
                <a:cubicBezTo>
                  <a:pt x="516" y="235"/>
                  <a:pt x="514" y="243"/>
                  <a:pt x="514" y="247"/>
                </a:cubicBezTo>
                <a:cubicBezTo>
                  <a:pt x="515" y="251"/>
                  <a:pt x="513" y="256"/>
                  <a:pt x="510" y="259"/>
                </a:cubicBezTo>
                <a:cubicBezTo>
                  <a:pt x="510" y="261"/>
                  <a:pt x="510" y="262"/>
                  <a:pt x="509" y="264"/>
                </a:cubicBezTo>
                <a:cubicBezTo>
                  <a:pt x="510" y="269"/>
                  <a:pt x="506" y="273"/>
                  <a:pt x="505" y="278"/>
                </a:cubicBezTo>
                <a:cubicBezTo>
                  <a:pt x="504" y="283"/>
                  <a:pt x="503" y="287"/>
                  <a:pt x="501" y="290"/>
                </a:cubicBezTo>
                <a:cubicBezTo>
                  <a:pt x="500" y="292"/>
                  <a:pt x="500" y="293"/>
                  <a:pt x="499" y="295"/>
                </a:cubicBezTo>
                <a:cubicBezTo>
                  <a:pt x="497" y="298"/>
                  <a:pt x="496" y="302"/>
                  <a:pt x="493" y="304"/>
                </a:cubicBezTo>
                <a:cubicBezTo>
                  <a:pt x="492" y="305"/>
                  <a:pt x="491" y="306"/>
                  <a:pt x="490" y="307"/>
                </a:cubicBezTo>
                <a:cubicBezTo>
                  <a:pt x="490" y="307"/>
                  <a:pt x="490" y="308"/>
                  <a:pt x="490" y="308"/>
                </a:cubicBezTo>
                <a:cubicBezTo>
                  <a:pt x="488" y="313"/>
                  <a:pt x="484" y="317"/>
                  <a:pt x="480" y="321"/>
                </a:cubicBezTo>
                <a:cubicBezTo>
                  <a:pt x="475" y="326"/>
                  <a:pt x="470" y="328"/>
                  <a:pt x="468" y="335"/>
                </a:cubicBezTo>
                <a:cubicBezTo>
                  <a:pt x="468" y="336"/>
                  <a:pt x="468" y="338"/>
                  <a:pt x="467" y="339"/>
                </a:cubicBezTo>
                <a:cubicBezTo>
                  <a:pt x="467" y="341"/>
                  <a:pt x="466" y="342"/>
                  <a:pt x="465" y="343"/>
                </a:cubicBezTo>
                <a:cubicBezTo>
                  <a:pt x="464" y="346"/>
                  <a:pt x="464" y="349"/>
                  <a:pt x="464" y="352"/>
                </a:cubicBezTo>
                <a:cubicBezTo>
                  <a:pt x="464" y="353"/>
                  <a:pt x="463" y="355"/>
                  <a:pt x="462" y="356"/>
                </a:cubicBezTo>
                <a:cubicBezTo>
                  <a:pt x="462" y="358"/>
                  <a:pt x="463" y="359"/>
                  <a:pt x="462" y="361"/>
                </a:cubicBezTo>
                <a:cubicBezTo>
                  <a:pt x="461" y="364"/>
                  <a:pt x="460" y="366"/>
                  <a:pt x="460" y="368"/>
                </a:cubicBezTo>
                <a:cubicBezTo>
                  <a:pt x="459" y="369"/>
                  <a:pt x="459" y="370"/>
                  <a:pt x="458" y="371"/>
                </a:cubicBezTo>
                <a:cubicBezTo>
                  <a:pt x="458" y="372"/>
                  <a:pt x="459" y="374"/>
                  <a:pt x="459" y="375"/>
                </a:cubicBezTo>
                <a:cubicBezTo>
                  <a:pt x="459" y="379"/>
                  <a:pt x="460" y="383"/>
                  <a:pt x="460" y="386"/>
                </a:cubicBezTo>
                <a:cubicBezTo>
                  <a:pt x="460" y="389"/>
                  <a:pt x="458" y="392"/>
                  <a:pt x="456" y="393"/>
                </a:cubicBezTo>
                <a:cubicBezTo>
                  <a:pt x="452" y="396"/>
                  <a:pt x="451" y="407"/>
                  <a:pt x="449" y="412"/>
                </a:cubicBezTo>
                <a:cubicBezTo>
                  <a:pt x="448" y="414"/>
                  <a:pt x="446" y="415"/>
                  <a:pt x="444" y="415"/>
                </a:cubicBezTo>
                <a:cubicBezTo>
                  <a:pt x="444" y="416"/>
                  <a:pt x="444" y="416"/>
                  <a:pt x="444" y="417"/>
                </a:cubicBezTo>
                <a:cubicBezTo>
                  <a:pt x="444" y="420"/>
                  <a:pt x="443" y="423"/>
                  <a:pt x="441" y="425"/>
                </a:cubicBezTo>
                <a:cubicBezTo>
                  <a:pt x="440" y="426"/>
                  <a:pt x="439" y="428"/>
                  <a:pt x="438" y="429"/>
                </a:cubicBezTo>
                <a:cubicBezTo>
                  <a:pt x="440" y="429"/>
                  <a:pt x="441" y="430"/>
                  <a:pt x="442" y="431"/>
                </a:cubicBezTo>
                <a:cubicBezTo>
                  <a:pt x="446" y="438"/>
                  <a:pt x="450" y="443"/>
                  <a:pt x="458" y="447"/>
                </a:cubicBezTo>
                <a:cubicBezTo>
                  <a:pt x="459" y="447"/>
                  <a:pt x="460" y="449"/>
                  <a:pt x="460" y="451"/>
                </a:cubicBezTo>
                <a:cubicBezTo>
                  <a:pt x="460" y="453"/>
                  <a:pt x="460" y="455"/>
                  <a:pt x="460" y="457"/>
                </a:cubicBezTo>
                <a:cubicBezTo>
                  <a:pt x="460" y="458"/>
                  <a:pt x="461" y="459"/>
                  <a:pt x="462" y="459"/>
                </a:cubicBezTo>
                <a:cubicBezTo>
                  <a:pt x="464" y="461"/>
                  <a:pt x="466" y="463"/>
                  <a:pt x="467" y="466"/>
                </a:cubicBezTo>
                <a:cubicBezTo>
                  <a:pt x="470" y="470"/>
                  <a:pt x="477" y="481"/>
                  <a:pt x="481" y="491"/>
                </a:cubicBezTo>
                <a:cubicBezTo>
                  <a:pt x="482" y="491"/>
                  <a:pt x="483" y="490"/>
                  <a:pt x="484" y="489"/>
                </a:cubicBezTo>
                <a:cubicBezTo>
                  <a:pt x="484" y="486"/>
                  <a:pt x="487" y="483"/>
                  <a:pt x="490" y="484"/>
                </a:cubicBezTo>
                <a:cubicBezTo>
                  <a:pt x="492" y="482"/>
                  <a:pt x="495" y="480"/>
                  <a:pt x="496" y="478"/>
                </a:cubicBezTo>
                <a:cubicBezTo>
                  <a:pt x="494" y="475"/>
                  <a:pt x="494" y="469"/>
                  <a:pt x="495" y="465"/>
                </a:cubicBezTo>
                <a:cubicBezTo>
                  <a:pt x="495" y="460"/>
                  <a:pt x="497" y="457"/>
                  <a:pt x="500" y="453"/>
                </a:cubicBezTo>
                <a:cubicBezTo>
                  <a:pt x="501" y="448"/>
                  <a:pt x="503" y="445"/>
                  <a:pt x="508" y="442"/>
                </a:cubicBezTo>
                <a:cubicBezTo>
                  <a:pt x="519" y="433"/>
                  <a:pt x="527" y="418"/>
                  <a:pt x="520" y="404"/>
                </a:cubicBezTo>
                <a:cubicBezTo>
                  <a:pt x="520" y="403"/>
                  <a:pt x="521" y="403"/>
                  <a:pt x="521" y="403"/>
                </a:cubicBezTo>
                <a:cubicBezTo>
                  <a:pt x="527" y="410"/>
                  <a:pt x="526" y="419"/>
                  <a:pt x="522" y="428"/>
                </a:cubicBezTo>
                <a:cubicBezTo>
                  <a:pt x="520" y="433"/>
                  <a:pt x="518" y="438"/>
                  <a:pt x="513" y="442"/>
                </a:cubicBezTo>
                <a:cubicBezTo>
                  <a:pt x="509" y="446"/>
                  <a:pt x="506" y="449"/>
                  <a:pt x="505" y="455"/>
                </a:cubicBezTo>
                <a:cubicBezTo>
                  <a:pt x="504" y="456"/>
                  <a:pt x="504" y="457"/>
                  <a:pt x="503" y="457"/>
                </a:cubicBezTo>
                <a:cubicBezTo>
                  <a:pt x="502" y="460"/>
                  <a:pt x="503" y="464"/>
                  <a:pt x="503" y="466"/>
                </a:cubicBezTo>
                <a:cubicBezTo>
                  <a:pt x="503" y="467"/>
                  <a:pt x="503" y="467"/>
                  <a:pt x="503" y="467"/>
                </a:cubicBezTo>
                <a:cubicBezTo>
                  <a:pt x="505" y="467"/>
                  <a:pt x="507" y="467"/>
                  <a:pt x="508" y="469"/>
                </a:cubicBezTo>
                <a:cubicBezTo>
                  <a:pt x="511" y="465"/>
                  <a:pt x="516" y="461"/>
                  <a:pt x="521" y="461"/>
                </a:cubicBezTo>
                <a:cubicBezTo>
                  <a:pt x="521" y="460"/>
                  <a:pt x="522" y="459"/>
                  <a:pt x="522" y="458"/>
                </a:cubicBezTo>
                <a:cubicBezTo>
                  <a:pt x="522" y="457"/>
                  <a:pt x="523" y="456"/>
                  <a:pt x="524" y="456"/>
                </a:cubicBezTo>
                <a:cubicBezTo>
                  <a:pt x="527" y="452"/>
                  <a:pt x="533" y="450"/>
                  <a:pt x="537" y="449"/>
                </a:cubicBezTo>
                <a:cubicBezTo>
                  <a:pt x="546" y="446"/>
                  <a:pt x="555" y="457"/>
                  <a:pt x="565" y="456"/>
                </a:cubicBezTo>
                <a:cubicBezTo>
                  <a:pt x="566" y="456"/>
                  <a:pt x="566" y="457"/>
                  <a:pt x="565" y="458"/>
                </a:cubicBezTo>
                <a:cubicBezTo>
                  <a:pt x="557" y="459"/>
                  <a:pt x="552" y="455"/>
                  <a:pt x="545" y="454"/>
                </a:cubicBezTo>
                <a:cubicBezTo>
                  <a:pt x="537" y="453"/>
                  <a:pt x="533" y="459"/>
                  <a:pt x="528" y="463"/>
                </a:cubicBezTo>
                <a:cubicBezTo>
                  <a:pt x="528" y="463"/>
                  <a:pt x="528" y="463"/>
                  <a:pt x="528" y="464"/>
                </a:cubicBezTo>
                <a:cubicBezTo>
                  <a:pt x="528" y="466"/>
                  <a:pt x="526" y="467"/>
                  <a:pt x="524" y="467"/>
                </a:cubicBezTo>
                <a:cubicBezTo>
                  <a:pt x="520" y="467"/>
                  <a:pt x="514" y="471"/>
                  <a:pt x="514" y="476"/>
                </a:cubicBezTo>
                <a:cubicBezTo>
                  <a:pt x="514" y="479"/>
                  <a:pt x="511" y="481"/>
                  <a:pt x="508" y="481"/>
                </a:cubicBezTo>
                <a:cubicBezTo>
                  <a:pt x="508" y="481"/>
                  <a:pt x="508" y="481"/>
                  <a:pt x="508" y="481"/>
                </a:cubicBezTo>
                <a:cubicBezTo>
                  <a:pt x="510" y="486"/>
                  <a:pt x="505" y="489"/>
                  <a:pt x="502" y="488"/>
                </a:cubicBezTo>
                <a:cubicBezTo>
                  <a:pt x="501" y="490"/>
                  <a:pt x="500" y="492"/>
                  <a:pt x="499" y="493"/>
                </a:cubicBezTo>
                <a:cubicBezTo>
                  <a:pt x="499" y="496"/>
                  <a:pt x="495" y="499"/>
                  <a:pt x="492" y="498"/>
                </a:cubicBezTo>
                <a:cubicBezTo>
                  <a:pt x="492" y="499"/>
                  <a:pt x="492" y="500"/>
                  <a:pt x="491" y="501"/>
                </a:cubicBezTo>
                <a:cubicBezTo>
                  <a:pt x="490" y="502"/>
                  <a:pt x="489" y="504"/>
                  <a:pt x="488" y="505"/>
                </a:cubicBezTo>
                <a:cubicBezTo>
                  <a:pt x="488" y="506"/>
                  <a:pt x="487" y="507"/>
                  <a:pt x="486" y="507"/>
                </a:cubicBezTo>
                <a:cubicBezTo>
                  <a:pt x="486" y="512"/>
                  <a:pt x="482" y="516"/>
                  <a:pt x="480" y="522"/>
                </a:cubicBezTo>
                <a:cubicBezTo>
                  <a:pt x="479" y="523"/>
                  <a:pt x="477" y="524"/>
                  <a:pt x="476" y="524"/>
                </a:cubicBezTo>
                <a:cubicBezTo>
                  <a:pt x="476" y="526"/>
                  <a:pt x="475" y="527"/>
                  <a:pt x="475" y="529"/>
                </a:cubicBezTo>
                <a:cubicBezTo>
                  <a:pt x="475" y="531"/>
                  <a:pt x="475" y="532"/>
                  <a:pt x="474" y="534"/>
                </a:cubicBezTo>
                <a:cubicBezTo>
                  <a:pt x="474" y="536"/>
                  <a:pt x="473" y="538"/>
                  <a:pt x="473" y="539"/>
                </a:cubicBezTo>
                <a:cubicBezTo>
                  <a:pt x="473" y="540"/>
                  <a:pt x="473" y="540"/>
                  <a:pt x="473" y="540"/>
                </a:cubicBezTo>
                <a:cubicBezTo>
                  <a:pt x="474" y="541"/>
                  <a:pt x="474" y="542"/>
                  <a:pt x="474" y="543"/>
                </a:cubicBezTo>
                <a:cubicBezTo>
                  <a:pt x="474" y="544"/>
                  <a:pt x="474" y="544"/>
                  <a:pt x="474" y="544"/>
                </a:cubicBezTo>
                <a:cubicBezTo>
                  <a:pt x="474" y="545"/>
                  <a:pt x="474" y="545"/>
                  <a:pt x="474" y="545"/>
                </a:cubicBezTo>
                <a:cubicBezTo>
                  <a:pt x="473" y="547"/>
                  <a:pt x="473" y="549"/>
                  <a:pt x="472" y="551"/>
                </a:cubicBezTo>
                <a:cubicBezTo>
                  <a:pt x="472" y="553"/>
                  <a:pt x="471" y="556"/>
                  <a:pt x="470" y="559"/>
                </a:cubicBezTo>
                <a:cubicBezTo>
                  <a:pt x="469" y="561"/>
                  <a:pt x="469" y="564"/>
                  <a:pt x="469" y="566"/>
                </a:cubicBezTo>
                <a:cubicBezTo>
                  <a:pt x="470" y="566"/>
                  <a:pt x="470" y="567"/>
                  <a:pt x="471" y="567"/>
                </a:cubicBezTo>
                <a:cubicBezTo>
                  <a:pt x="477" y="565"/>
                  <a:pt x="483" y="566"/>
                  <a:pt x="489" y="568"/>
                </a:cubicBezTo>
                <a:cubicBezTo>
                  <a:pt x="489" y="568"/>
                  <a:pt x="489" y="568"/>
                  <a:pt x="489" y="568"/>
                </a:cubicBezTo>
                <a:cubicBezTo>
                  <a:pt x="490" y="566"/>
                  <a:pt x="492" y="566"/>
                  <a:pt x="493" y="567"/>
                </a:cubicBezTo>
                <a:cubicBezTo>
                  <a:pt x="495" y="570"/>
                  <a:pt x="498" y="571"/>
                  <a:pt x="502" y="571"/>
                </a:cubicBezTo>
                <a:cubicBezTo>
                  <a:pt x="504" y="571"/>
                  <a:pt x="505" y="570"/>
                  <a:pt x="508" y="569"/>
                </a:cubicBezTo>
                <a:cubicBezTo>
                  <a:pt x="512" y="569"/>
                  <a:pt x="516" y="570"/>
                  <a:pt x="520" y="570"/>
                </a:cubicBezTo>
                <a:cubicBezTo>
                  <a:pt x="529" y="570"/>
                  <a:pt x="539" y="571"/>
                  <a:pt x="547" y="569"/>
                </a:cubicBezTo>
                <a:cubicBezTo>
                  <a:pt x="548" y="569"/>
                  <a:pt x="550" y="569"/>
                  <a:pt x="552" y="569"/>
                </a:cubicBezTo>
                <a:cubicBezTo>
                  <a:pt x="549" y="565"/>
                  <a:pt x="551" y="561"/>
                  <a:pt x="552" y="557"/>
                </a:cubicBezTo>
                <a:cubicBezTo>
                  <a:pt x="553" y="552"/>
                  <a:pt x="553" y="547"/>
                  <a:pt x="551" y="542"/>
                </a:cubicBezTo>
                <a:cubicBezTo>
                  <a:pt x="551" y="542"/>
                  <a:pt x="551" y="541"/>
                  <a:pt x="552" y="542"/>
                </a:cubicBezTo>
                <a:cubicBezTo>
                  <a:pt x="553" y="545"/>
                  <a:pt x="559" y="553"/>
                  <a:pt x="561" y="559"/>
                </a:cubicBezTo>
                <a:cubicBezTo>
                  <a:pt x="561" y="559"/>
                  <a:pt x="562" y="559"/>
                  <a:pt x="562" y="559"/>
                </a:cubicBezTo>
                <a:cubicBezTo>
                  <a:pt x="562" y="558"/>
                  <a:pt x="563" y="558"/>
                  <a:pt x="563" y="557"/>
                </a:cubicBezTo>
                <a:cubicBezTo>
                  <a:pt x="565" y="554"/>
                  <a:pt x="570" y="552"/>
                  <a:pt x="573" y="550"/>
                </a:cubicBezTo>
                <a:cubicBezTo>
                  <a:pt x="577" y="548"/>
                  <a:pt x="579" y="550"/>
                  <a:pt x="580" y="548"/>
                </a:cubicBezTo>
                <a:cubicBezTo>
                  <a:pt x="580" y="546"/>
                  <a:pt x="582" y="546"/>
                  <a:pt x="584" y="546"/>
                </a:cubicBezTo>
                <a:cubicBezTo>
                  <a:pt x="585" y="546"/>
                  <a:pt x="585" y="546"/>
                  <a:pt x="586" y="546"/>
                </a:cubicBezTo>
                <a:lnTo>
                  <a:pt x="585" y="545"/>
                </a:lnTo>
                <a:cubicBezTo>
                  <a:pt x="585" y="542"/>
                  <a:pt x="587" y="540"/>
                  <a:pt x="590" y="541"/>
                </a:cubicBezTo>
                <a:cubicBezTo>
                  <a:pt x="591" y="541"/>
                  <a:pt x="592" y="541"/>
                  <a:pt x="593" y="541"/>
                </a:cubicBezTo>
                <a:cubicBezTo>
                  <a:pt x="592" y="534"/>
                  <a:pt x="591" y="527"/>
                  <a:pt x="592" y="520"/>
                </a:cubicBezTo>
                <a:cubicBezTo>
                  <a:pt x="593" y="519"/>
                  <a:pt x="594" y="519"/>
                  <a:pt x="594" y="518"/>
                </a:cubicBezTo>
                <a:cubicBezTo>
                  <a:pt x="595" y="518"/>
                  <a:pt x="595" y="518"/>
                  <a:pt x="596" y="518"/>
                </a:cubicBezTo>
                <a:cubicBezTo>
                  <a:pt x="596" y="518"/>
                  <a:pt x="596" y="518"/>
                  <a:pt x="597" y="517"/>
                </a:cubicBezTo>
                <a:cubicBezTo>
                  <a:pt x="597" y="514"/>
                  <a:pt x="596" y="510"/>
                  <a:pt x="596" y="506"/>
                </a:cubicBezTo>
                <a:cubicBezTo>
                  <a:pt x="596" y="505"/>
                  <a:pt x="596" y="505"/>
                  <a:pt x="597" y="504"/>
                </a:cubicBezTo>
                <a:cubicBezTo>
                  <a:pt x="598" y="504"/>
                  <a:pt x="600" y="503"/>
                  <a:pt x="601" y="503"/>
                </a:cubicBezTo>
                <a:cubicBezTo>
                  <a:pt x="601" y="492"/>
                  <a:pt x="620" y="499"/>
                  <a:pt x="620" y="486"/>
                </a:cubicBezTo>
                <a:cubicBezTo>
                  <a:pt x="620" y="486"/>
                  <a:pt x="620" y="486"/>
                  <a:pt x="621" y="486"/>
                </a:cubicBezTo>
                <a:lnTo>
                  <a:pt x="632" y="485"/>
                </a:lnTo>
                <a:cubicBezTo>
                  <a:pt x="632" y="485"/>
                  <a:pt x="632" y="485"/>
                  <a:pt x="632" y="485"/>
                </a:cubicBezTo>
                <a:cubicBezTo>
                  <a:pt x="630" y="487"/>
                  <a:pt x="627" y="488"/>
                  <a:pt x="624" y="487"/>
                </a:cubicBezTo>
                <a:cubicBezTo>
                  <a:pt x="620" y="486"/>
                  <a:pt x="621" y="491"/>
                  <a:pt x="620" y="492"/>
                </a:cubicBezTo>
                <a:cubicBezTo>
                  <a:pt x="616" y="497"/>
                  <a:pt x="604" y="496"/>
                  <a:pt x="606" y="504"/>
                </a:cubicBezTo>
                <a:cubicBezTo>
                  <a:pt x="607" y="507"/>
                  <a:pt x="604" y="508"/>
                  <a:pt x="602" y="507"/>
                </a:cubicBezTo>
                <a:close/>
                <a:moveTo>
                  <a:pt x="317" y="578"/>
                </a:moveTo>
                <a:cubicBezTo>
                  <a:pt x="317" y="578"/>
                  <a:pt x="317" y="578"/>
                  <a:pt x="317" y="578"/>
                </a:cubicBezTo>
                <a:lnTo>
                  <a:pt x="316" y="578"/>
                </a:lnTo>
                <a:cubicBezTo>
                  <a:pt x="316" y="578"/>
                  <a:pt x="316" y="578"/>
                  <a:pt x="317" y="578"/>
                </a:cubicBezTo>
                <a:close/>
                <a:moveTo>
                  <a:pt x="353" y="656"/>
                </a:moveTo>
                <a:cubicBezTo>
                  <a:pt x="352" y="656"/>
                  <a:pt x="352" y="655"/>
                  <a:pt x="352" y="655"/>
                </a:cubicBezTo>
                <a:cubicBezTo>
                  <a:pt x="352" y="655"/>
                  <a:pt x="352" y="656"/>
                  <a:pt x="352" y="656"/>
                </a:cubicBezTo>
                <a:lnTo>
                  <a:pt x="353" y="656"/>
                </a:lnTo>
                <a:close/>
                <a:moveTo>
                  <a:pt x="421" y="416"/>
                </a:moveTo>
                <a:lnTo>
                  <a:pt x="421" y="416"/>
                </a:lnTo>
                <a:lnTo>
                  <a:pt x="421" y="415"/>
                </a:lnTo>
                <a:cubicBezTo>
                  <a:pt x="421" y="415"/>
                  <a:pt x="421" y="416"/>
                  <a:pt x="421" y="416"/>
                </a:cubicBezTo>
                <a:close/>
                <a:moveTo>
                  <a:pt x="356" y="625"/>
                </a:moveTo>
                <a:lnTo>
                  <a:pt x="356" y="625"/>
                </a:lnTo>
                <a:close/>
                <a:moveTo>
                  <a:pt x="470" y="502"/>
                </a:moveTo>
                <a:cubicBezTo>
                  <a:pt x="469" y="497"/>
                  <a:pt x="468" y="492"/>
                  <a:pt x="463" y="490"/>
                </a:cubicBezTo>
                <a:cubicBezTo>
                  <a:pt x="461" y="489"/>
                  <a:pt x="460" y="487"/>
                  <a:pt x="460" y="485"/>
                </a:cubicBezTo>
                <a:cubicBezTo>
                  <a:pt x="461" y="480"/>
                  <a:pt x="460" y="475"/>
                  <a:pt x="458" y="471"/>
                </a:cubicBezTo>
                <a:cubicBezTo>
                  <a:pt x="457" y="469"/>
                  <a:pt x="456" y="468"/>
                  <a:pt x="456" y="467"/>
                </a:cubicBezTo>
                <a:cubicBezTo>
                  <a:pt x="454" y="466"/>
                  <a:pt x="453" y="465"/>
                  <a:pt x="451" y="464"/>
                </a:cubicBezTo>
                <a:cubicBezTo>
                  <a:pt x="450" y="463"/>
                  <a:pt x="448" y="461"/>
                  <a:pt x="448" y="459"/>
                </a:cubicBezTo>
                <a:cubicBezTo>
                  <a:pt x="442" y="453"/>
                  <a:pt x="435" y="448"/>
                  <a:pt x="426" y="445"/>
                </a:cubicBezTo>
                <a:cubicBezTo>
                  <a:pt x="425" y="446"/>
                  <a:pt x="425" y="447"/>
                  <a:pt x="424" y="447"/>
                </a:cubicBezTo>
                <a:cubicBezTo>
                  <a:pt x="423" y="449"/>
                  <a:pt x="423" y="450"/>
                  <a:pt x="422" y="451"/>
                </a:cubicBezTo>
                <a:cubicBezTo>
                  <a:pt x="421" y="452"/>
                  <a:pt x="420" y="453"/>
                  <a:pt x="419" y="453"/>
                </a:cubicBezTo>
                <a:cubicBezTo>
                  <a:pt x="419" y="455"/>
                  <a:pt x="417" y="457"/>
                  <a:pt x="414" y="457"/>
                </a:cubicBezTo>
                <a:cubicBezTo>
                  <a:pt x="414" y="458"/>
                  <a:pt x="414" y="458"/>
                  <a:pt x="414" y="458"/>
                </a:cubicBezTo>
                <a:cubicBezTo>
                  <a:pt x="413" y="462"/>
                  <a:pt x="412" y="466"/>
                  <a:pt x="409" y="469"/>
                </a:cubicBezTo>
                <a:cubicBezTo>
                  <a:pt x="408" y="472"/>
                  <a:pt x="405" y="473"/>
                  <a:pt x="403" y="472"/>
                </a:cubicBezTo>
                <a:cubicBezTo>
                  <a:pt x="403" y="473"/>
                  <a:pt x="403" y="474"/>
                  <a:pt x="402" y="475"/>
                </a:cubicBezTo>
                <a:cubicBezTo>
                  <a:pt x="403" y="477"/>
                  <a:pt x="402" y="479"/>
                  <a:pt x="401" y="481"/>
                </a:cubicBezTo>
                <a:cubicBezTo>
                  <a:pt x="398" y="484"/>
                  <a:pt x="396" y="485"/>
                  <a:pt x="394" y="488"/>
                </a:cubicBezTo>
                <a:cubicBezTo>
                  <a:pt x="392" y="493"/>
                  <a:pt x="389" y="498"/>
                  <a:pt x="384" y="502"/>
                </a:cubicBezTo>
                <a:cubicBezTo>
                  <a:pt x="386" y="505"/>
                  <a:pt x="382" y="510"/>
                  <a:pt x="378" y="509"/>
                </a:cubicBezTo>
                <a:cubicBezTo>
                  <a:pt x="378" y="509"/>
                  <a:pt x="378" y="509"/>
                  <a:pt x="378" y="509"/>
                </a:cubicBezTo>
                <a:cubicBezTo>
                  <a:pt x="378" y="509"/>
                  <a:pt x="378" y="509"/>
                  <a:pt x="378" y="509"/>
                </a:cubicBezTo>
                <a:cubicBezTo>
                  <a:pt x="377" y="513"/>
                  <a:pt x="375" y="517"/>
                  <a:pt x="373" y="520"/>
                </a:cubicBezTo>
                <a:cubicBezTo>
                  <a:pt x="371" y="524"/>
                  <a:pt x="368" y="528"/>
                  <a:pt x="366" y="533"/>
                </a:cubicBezTo>
                <a:cubicBezTo>
                  <a:pt x="366" y="534"/>
                  <a:pt x="366" y="535"/>
                  <a:pt x="365" y="537"/>
                </a:cubicBezTo>
                <a:cubicBezTo>
                  <a:pt x="365" y="538"/>
                  <a:pt x="365" y="539"/>
                  <a:pt x="364" y="540"/>
                </a:cubicBezTo>
                <a:cubicBezTo>
                  <a:pt x="363" y="541"/>
                  <a:pt x="362" y="542"/>
                  <a:pt x="361" y="543"/>
                </a:cubicBezTo>
                <a:cubicBezTo>
                  <a:pt x="361" y="543"/>
                  <a:pt x="361" y="543"/>
                  <a:pt x="361" y="544"/>
                </a:cubicBezTo>
                <a:cubicBezTo>
                  <a:pt x="361" y="545"/>
                  <a:pt x="361" y="547"/>
                  <a:pt x="361" y="549"/>
                </a:cubicBezTo>
                <a:cubicBezTo>
                  <a:pt x="361" y="549"/>
                  <a:pt x="360" y="550"/>
                  <a:pt x="360" y="551"/>
                </a:cubicBezTo>
                <a:cubicBezTo>
                  <a:pt x="360" y="551"/>
                  <a:pt x="360" y="552"/>
                  <a:pt x="360" y="552"/>
                </a:cubicBezTo>
                <a:cubicBezTo>
                  <a:pt x="360" y="558"/>
                  <a:pt x="358" y="563"/>
                  <a:pt x="356" y="569"/>
                </a:cubicBezTo>
                <a:cubicBezTo>
                  <a:pt x="356" y="570"/>
                  <a:pt x="356" y="571"/>
                  <a:pt x="356" y="573"/>
                </a:cubicBezTo>
                <a:cubicBezTo>
                  <a:pt x="356" y="574"/>
                  <a:pt x="356" y="575"/>
                  <a:pt x="356" y="575"/>
                </a:cubicBezTo>
                <a:cubicBezTo>
                  <a:pt x="357" y="576"/>
                  <a:pt x="357" y="576"/>
                  <a:pt x="357" y="576"/>
                </a:cubicBezTo>
                <a:cubicBezTo>
                  <a:pt x="360" y="584"/>
                  <a:pt x="361" y="590"/>
                  <a:pt x="358" y="597"/>
                </a:cubicBezTo>
                <a:cubicBezTo>
                  <a:pt x="358" y="599"/>
                  <a:pt x="357" y="600"/>
                  <a:pt x="355" y="601"/>
                </a:cubicBezTo>
                <a:cubicBezTo>
                  <a:pt x="355" y="603"/>
                  <a:pt x="355" y="604"/>
                  <a:pt x="354" y="605"/>
                </a:cubicBezTo>
                <a:cubicBezTo>
                  <a:pt x="355" y="609"/>
                  <a:pt x="355" y="613"/>
                  <a:pt x="356" y="617"/>
                </a:cubicBezTo>
                <a:cubicBezTo>
                  <a:pt x="357" y="618"/>
                  <a:pt x="358" y="620"/>
                  <a:pt x="357" y="622"/>
                </a:cubicBezTo>
                <a:cubicBezTo>
                  <a:pt x="357" y="624"/>
                  <a:pt x="357" y="625"/>
                  <a:pt x="357" y="626"/>
                </a:cubicBezTo>
                <a:cubicBezTo>
                  <a:pt x="357" y="625"/>
                  <a:pt x="358" y="626"/>
                  <a:pt x="358" y="626"/>
                </a:cubicBezTo>
                <a:cubicBezTo>
                  <a:pt x="356" y="630"/>
                  <a:pt x="356" y="633"/>
                  <a:pt x="357" y="637"/>
                </a:cubicBezTo>
                <a:cubicBezTo>
                  <a:pt x="360" y="638"/>
                  <a:pt x="362" y="640"/>
                  <a:pt x="362" y="642"/>
                </a:cubicBezTo>
                <a:cubicBezTo>
                  <a:pt x="363" y="640"/>
                  <a:pt x="366" y="640"/>
                  <a:pt x="368" y="641"/>
                </a:cubicBezTo>
                <a:cubicBezTo>
                  <a:pt x="369" y="641"/>
                  <a:pt x="369" y="641"/>
                  <a:pt x="370" y="642"/>
                </a:cubicBezTo>
                <a:cubicBezTo>
                  <a:pt x="372" y="643"/>
                  <a:pt x="374" y="644"/>
                  <a:pt x="376" y="645"/>
                </a:cubicBezTo>
                <a:cubicBezTo>
                  <a:pt x="377" y="644"/>
                  <a:pt x="379" y="643"/>
                  <a:pt x="380" y="642"/>
                </a:cubicBezTo>
                <a:cubicBezTo>
                  <a:pt x="381" y="642"/>
                  <a:pt x="382" y="641"/>
                  <a:pt x="383" y="641"/>
                </a:cubicBezTo>
                <a:cubicBezTo>
                  <a:pt x="384" y="639"/>
                  <a:pt x="385" y="639"/>
                  <a:pt x="386" y="638"/>
                </a:cubicBezTo>
                <a:cubicBezTo>
                  <a:pt x="386" y="637"/>
                  <a:pt x="386" y="636"/>
                  <a:pt x="386" y="636"/>
                </a:cubicBezTo>
                <a:cubicBezTo>
                  <a:pt x="388" y="632"/>
                  <a:pt x="390" y="629"/>
                  <a:pt x="393" y="627"/>
                </a:cubicBezTo>
                <a:cubicBezTo>
                  <a:pt x="395" y="623"/>
                  <a:pt x="399" y="620"/>
                  <a:pt x="403" y="621"/>
                </a:cubicBezTo>
                <a:cubicBezTo>
                  <a:pt x="402" y="617"/>
                  <a:pt x="404" y="613"/>
                  <a:pt x="407" y="611"/>
                </a:cubicBezTo>
                <a:cubicBezTo>
                  <a:pt x="413" y="607"/>
                  <a:pt x="417" y="604"/>
                  <a:pt x="421" y="598"/>
                </a:cubicBezTo>
                <a:cubicBezTo>
                  <a:pt x="424" y="595"/>
                  <a:pt x="423" y="592"/>
                  <a:pt x="425" y="588"/>
                </a:cubicBezTo>
                <a:cubicBezTo>
                  <a:pt x="428" y="583"/>
                  <a:pt x="432" y="581"/>
                  <a:pt x="434" y="576"/>
                </a:cubicBezTo>
                <a:cubicBezTo>
                  <a:pt x="436" y="572"/>
                  <a:pt x="438" y="570"/>
                  <a:pt x="441" y="567"/>
                </a:cubicBezTo>
                <a:cubicBezTo>
                  <a:pt x="441" y="567"/>
                  <a:pt x="441" y="567"/>
                  <a:pt x="442" y="566"/>
                </a:cubicBezTo>
                <a:cubicBezTo>
                  <a:pt x="442" y="566"/>
                  <a:pt x="442" y="565"/>
                  <a:pt x="443" y="564"/>
                </a:cubicBezTo>
                <a:cubicBezTo>
                  <a:pt x="443" y="563"/>
                  <a:pt x="444" y="562"/>
                  <a:pt x="445" y="562"/>
                </a:cubicBezTo>
                <a:cubicBezTo>
                  <a:pt x="446" y="561"/>
                  <a:pt x="446" y="561"/>
                  <a:pt x="447" y="560"/>
                </a:cubicBezTo>
                <a:cubicBezTo>
                  <a:pt x="446" y="558"/>
                  <a:pt x="447" y="556"/>
                  <a:pt x="449" y="554"/>
                </a:cubicBezTo>
                <a:cubicBezTo>
                  <a:pt x="454" y="548"/>
                  <a:pt x="454" y="539"/>
                  <a:pt x="457" y="532"/>
                </a:cubicBezTo>
                <a:cubicBezTo>
                  <a:pt x="457" y="532"/>
                  <a:pt x="457" y="531"/>
                  <a:pt x="458" y="530"/>
                </a:cubicBezTo>
                <a:cubicBezTo>
                  <a:pt x="458" y="524"/>
                  <a:pt x="461" y="517"/>
                  <a:pt x="465" y="510"/>
                </a:cubicBezTo>
                <a:cubicBezTo>
                  <a:pt x="467" y="507"/>
                  <a:pt x="468" y="505"/>
                  <a:pt x="470" y="502"/>
                </a:cubicBezTo>
                <a:close/>
              </a:path>
            </a:pathLst>
          </a:custGeom>
          <a:solidFill>
            <a:srgbClr val="A5A5A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2" name="leaf_70892" title=""/>
          <p:cNvSpPr>
            <a:spLocks noChangeAspect="1" noChangeArrowheads="1"/>
          </p:cNvSpPr>
          <p:nvPr/>
        </p:nvSpPr>
        <p:spPr bwMode="auto">
          <a:xfrm>
            <a:off x="5435600" y="128087"/>
            <a:ext cx="368300" cy="360363"/>
          </a:xfrm>
          <a:custGeom>
            <a:gdLst>
              <a:gd name="T0" fmla="*/ 305654 w 729"/>
              <a:gd name="T1" fmla="*/ 252406 h 711"/>
              <a:gd name="T2" fmla="*/ 348597 w 729"/>
              <a:gd name="T3" fmla="*/ 294474 h 711"/>
              <a:gd name="T4" fmla="*/ 289487 w 729"/>
              <a:gd name="T5" fmla="*/ 323871 h 711"/>
              <a:gd name="T6" fmla="*/ 281909 w 729"/>
              <a:gd name="T7" fmla="*/ 320323 h 711"/>
              <a:gd name="T8" fmla="*/ 222294 w 729"/>
              <a:gd name="T9" fmla="*/ 209832 h 711"/>
              <a:gd name="T10" fmla="*/ 37891 w 729"/>
              <a:gd name="T11" fmla="*/ 9630 h 711"/>
              <a:gd name="T12" fmla="*/ 36881 w 729"/>
              <a:gd name="T13" fmla="*/ 5575 h 711"/>
              <a:gd name="T14" fmla="*/ 31323 w 729"/>
              <a:gd name="T15" fmla="*/ 3548 h 711"/>
              <a:gd name="T16" fmla="*/ 62646 w 729"/>
              <a:gd name="T17" fmla="*/ 280282 h 711"/>
              <a:gd name="T18" fmla="*/ 367795 w 729"/>
              <a:gd name="T19" fmla="*/ 273187 h 711"/>
              <a:gd name="T20" fmla="*/ 64667 w 729"/>
              <a:gd name="T21" fmla="*/ 266598 h 711"/>
              <a:gd name="T22" fmla="*/ 44964 w 729"/>
              <a:gd name="T23" fmla="*/ 98327 h 711"/>
              <a:gd name="T24" fmla="*/ 29808 w 729"/>
              <a:gd name="T25" fmla="*/ 93258 h 711"/>
              <a:gd name="T26" fmla="*/ 61636 w 729"/>
              <a:gd name="T27" fmla="*/ 140901 h 711"/>
              <a:gd name="T28" fmla="*/ 35870 w 729"/>
              <a:gd name="T29" fmla="*/ 133299 h 711"/>
              <a:gd name="T30" fmla="*/ 89423 w 729"/>
              <a:gd name="T31" fmla="*/ 191079 h 711"/>
              <a:gd name="T32" fmla="*/ 62141 w 729"/>
              <a:gd name="T33" fmla="*/ 177901 h 711"/>
              <a:gd name="T34" fmla="*/ 94980 w 729"/>
              <a:gd name="T35" fmla="*/ 199188 h 711"/>
              <a:gd name="T36" fmla="*/ 126808 w 729"/>
              <a:gd name="T37" fmla="*/ 241763 h 711"/>
              <a:gd name="T38" fmla="*/ 88412 w 729"/>
              <a:gd name="T39" fmla="*/ 232133 h 711"/>
              <a:gd name="T40" fmla="*/ 166720 w 729"/>
              <a:gd name="T41" fmla="*/ 283830 h 711"/>
              <a:gd name="T42" fmla="*/ 129840 w 729"/>
              <a:gd name="T43" fmla="*/ 283323 h 711"/>
              <a:gd name="T44" fmla="*/ 210674 w 729"/>
              <a:gd name="T45" fmla="*/ 314747 h 711"/>
              <a:gd name="T46" fmla="*/ 179350 w 729"/>
              <a:gd name="T47" fmla="*/ 317788 h 711"/>
              <a:gd name="T48" fmla="*/ 246039 w 729"/>
              <a:gd name="T49" fmla="*/ 329446 h 711"/>
              <a:gd name="T50" fmla="*/ 240986 w 729"/>
              <a:gd name="T51" fmla="*/ 316775 h 711"/>
              <a:gd name="T52" fmla="*/ 207642 w 729"/>
              <a:gd name="T53" fmla="*/ 271159 h 711"/>
              <a:gd name="T54" fmla="*/ 211684 w 729"/>
              <a:gd name="T55" fmla="*/ 304611 h 711"/>
              <a:gd name="T56" fmla="*/ 181877 w 729"/>
              <a:gd name="T57" fmla="*/ 284844 h 711"/>
              <a:gd name="T58" fmla="*/ 159647 w 729"/>
              <a:gd name="T59" fmla="*/ 237201 h 711"/>
              <a:gd name="T60" fmla="*/ 141965 w 729"/>
              <a:gd name="T61" fmla="*/ 247845 h 711"/>
              <a:gd name="T62" fmla="*/ 132366 w 729"/>
              <a:gd name="T63" fmla="*/ 192599 h 711"/>
              <a:gd name="T64" fmla="*/ 127819 w 729"/>
              <a:gd name="T65" fmla="*/ 232133 h 711"/>
              <a:gd name="T66" fmla="*/ 102558 w 729"/>
              <a:gd name="T67" fmla="*/ 195640 h 711"/>
              <a:gd name="T68" fmla="*/ 97001 w 729"/>
              <a:gd name="T69" fmla="*/ 144449 h 711"/>
              <a:gd name="T70" fmla="*/ 71235 w 729"/>
              <a:gd name="T71" fmla="*/ 148504 h 711"/>
              <a:gd name="T72" fmla="*/ 70225 w 729"/>
              <a:gd name="T73" fmla="*/ 114546 h 711"/>
              <a:gd name="T74" fmla="*/ 61636 w 729"/>
              <a:gd name="T75" fmla="*/ 128737 h 711"/>
              <a:gd name="T76" fmla="*/ 53047 w 729"/>
              <a:gd name="T77" fmla="*/ 107450 h 711"/>
              <a:gd name="T78" fmla="*/ 58605 w 729"/>
              <a:gd name="T79" fmla="*/ 81601 h 711"/>
              <a:gd name="T80" fmla="*/ 47490 w 729"/>
              <a:gd name="T81" fmla="*/ 90217 h 711"/>
              <a:gd name="T82" fmla="*/ 34860 w 729"/>
              <a:gd name="T83" fmla="*/ 26356 h 711"/>
              <a:gd name="T84" fmla="*/ 187434 w 729"/>
              <a:gd name="T85" fmla="*/ 169284 h 711"/>
              <a:gd name="T86" fmla="*/ 260690 w 729"/>
              <a:gd name="T87" fmla="*/ 321843 h 71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729" h="711">
                <a:moveTo>
                  <a:pt x="595" y="492"/>
                </a:moveTo>
                <a:cubicBezTo>
                  <a:pt x="593" y="498"/>
                  <a:pt x="601" y="502"/>
                  <a:pt x="605" y="498"/>
                </a:cubicBezTo>
                <a:cubicBezTo>
                  <a:pt x="636" y="466"/>
                  <a:pt x="659" y="469"/>
                  <a:pt x="675" y="508"/>
                </a:cubicBezTo>
                <a:cubicBezTo>
                  <a:pt x="706" y="527"/>
                  <a:pt x="711" y="551"/>
                  <a:pt x="690" y="581"/>
                </a:cubicBezTo>
                <a:cubicBezTo>
                  <a:pt x="676" y="608"/>
                  <a:pt x="646" y="625"/>
                  <a:pt x="619" y="632"/>
                </a:cubicBezTo>
                <a:cubicBezTo>
                  <a:pt x="604" y="637"/>
                  <a:pt x="589" y="639"/>
                  <a:pt x="573" y="639"/>
                </a:cubicBezTo>
                <a:cubicBezTo>
                  <a:pt x="572" y="635"/>
                  <a:pt x="570" y="632"/>
                  <a:pt x="565" y="632"/>
                </a:cubicBezTo>
                <a:cubicBezTo>
                  <a:pt x="562" y="632"/>
                  <a:pt x="560" y="632"/>
                  <a:pt x="558" y="632"/>
                </a:cubicBezTo>
                <a:cubicBezTo>
                  <a:pt x="556" y="631"/>
                  <a:pt x="555" y="631"/>
                  <a:pt x="553" y="631"/>
                </a:cubicBezTo>
                <a:cubicBezTo>
                  <a:pt x="464" y="617"/>
                  <a:pt x="469" y="479"/>
                  <a:pt x="440" y="414"/>
                </a:cubicBezTo>
                <a:cubicBezTo>
                  <a:pt x="420" y="368"/>
                  <a:pt x="390" y="327"/>
                  <a:pt x="353" y="293"/>
                </a:cubicBezTo>
                <a:cubicBezTo>
                  <a:pt x="254" y="204"/>
                  <a:pt x="111" y="158"/>
                  <a:pt x="75" y="19"/>
                </a:cubicBezTo>
                <a:cubicBezTo>
                  <a:pt x="76" y="18"/>
                  <a:pt x="76" y="18"/>
                  <a:pt x="76" y="17"/>
                </a:cubicBezTo>
                <a:cubicBezTo>
                  <a:pt x="76" y="14"/>
                  <a:pt x="75" y="12"/>
                  <a:pt x="73" y="11"/>
                </a:cubicBezTo>
                <a:cubicBezTo>
                  <a:pt x="73" y="9"/>
                  <a:pt x="72" y="8"/>
                  <a:pt x="72" y="6"/>
                </a:cubicBezTo>
                <a:cubicBezTo>
                  <a:pt x="71" y="0"/>
                  <a:pt x="62" y="2"/>
                  <a:pt x="62" y="7"/>
                </a:cubicBezTo>
                <a:cubicBezTo>
                  <a:pt x="61" y="14"/>
                  <a:pt x="61" y="20"/>
                  <a:pt x="61" y="27"/>
                </a:cubicBezTo>
                <a:cubicBezTo>
                  <a:pt x="9" y="197"/>
                  <a:pt x="0" y="411"/>
                  <a:pt x="124" y="553"/>
                </a:cubicBezTo>
                <a:cubicBezTo>
                  <a:pt x="224" y="669"/>
                  <a:pt x="393" y="711"/>
                  <a:pt x="536" y="660"/>
                </a:cubicBezTo>
                <a:cubicBezTo>
                  <a:pt x="620" y="669"/>
                  <a:pt x="728" y="641"/>
                  <a:pt x="728" y="539"/>
                </a:cubicBezTo>
                <a:cubicBezTo>
                  <a:pt x="729" y="468"/>
                  <a:pt x="626" y="410"/>
                  <a:pt x="595" y="492"/>
                </a:cubicBezTo>
                <a:close/>
                <a:moveTo>
                  <a:pt x="128" y="526"/>
                </a:moveTo>
                <a:cubicBezTo>
                  <a:pt x="28" y="398"/>
                  <a:pt x="38" y="232"/>
                  <a:pt x="64" y="80"/>
                </a:cubicBezTo>
                <a:cubicBezTo>
                  <a:pt x="68" y="119"/>
                  <a:pt x="77" y="157"/>
                  <a:pt x="89" y="194"/>
                </a:cubicBezTo>
                <a:cubicBezTo>
                  <a:pt x="80" y="190"/>
                  <a:pt x="71" y="185"/>
                  <a:pt x="63" y="179"/>
                </a:cubicBezTo>
                <a:cubicBezTo>
                  <a:pt x="60" y="178"/>
                  <a:pt x="57" y="182"/>
                  <a:pt x="59" y="184"/>
                </a:cubicBezTo>
                <a:cubicBezTo>
                  <a:pt x="69" y="194"/>
                  <a:pt x="81" y="202"/>
                  <a:pt x="93" y="208"/>
                </a:cubicBezTo>
                <a:cubicBezTo>
                  <a:pt x="101" y="232"/>
                  <a:pt x="111" y="255"/>
                  <a:pt x="122" y="278"/>
                </a:cubicBezTo>
                <a:cubicBezTo>
                  <a:pt x="106" y="272"/>
                  <a:pt x="91" y="264"/>
                  <a:pt x="76" y="255"/>
                </a:cubicBezTo>
                <a:cubicBezTo>
                  <a:pt x="71" y="251"/>
                  <a:pt x="66" y="259"/>
                  <a:pt x="71" y="263"/>
                </a:cubicBezTo>
                <a:cubicBezTo>
                  <a:pt x="89" y="276"/>
                  <a:pt x="109" y="287"/>
                  <a:pt x="130" y="294"/>
                </a:cubicBezTo>
                <a:cubicBezTo>
                  <a:pt x="144" y="323"/>
                  <a:pt x="160" y="350"/>
                  <a:pt x="177" y="377"/>
                </a:cubicBezTo>
                <a:cubicBezTo>
                  <a:pt x="169" y="375"/>
                  <a:pt x="161" y="372"/>
                  <a:pt x="154" y="369"/>
                </a:cubicBezTo>
                <a:cubicBezTo>
                  <a:pt x="143" y="363"/>
                  <a:pt x="134" y="356"/>
                  <a:pt x="123" y="351"/>
                </a:cubicBezTo>
                <a:cubicBezTo>
                  <a:pt x="121" y="350"/>
                  <a:pt x="119" y="353"/>
                  <a:pt x="120" y="355"/>
                </a:cubicBezTo>
                <a:cubicBezTo>
                  <a:pt x="133" y="377"/>
                  <a:pt x="163" y="389"/>
                  <a:pt x="188" y="393"/>
                </a:cubicBezTo>
                <a:cubicBezTo>
                  <a:pt x="191" y="399"/>
                  <a:pt x="195" y="404"/>
                  <a:pt x="199" y="410"/>
                </a:cubicBezTo>
                <a:cubicBezTo>
                  <a:pt x="215" y="432"/>
                  <a:pt x="232" y="455"/>
                  <a:pt x="251" y="477"/>
                </a:cubicBezTo>
                <a:cubicBezTo>
                  <a:pt x="226" y="470"/>
                  <a:pt x="202" y="461"/>
                  <a:pt x="178" y="451"/>
                </a:cubicBezTo>
                <a:cubicBezTo>
                  <a:pt x="173" y="450"/>
                  <a:pt x="171" y="456"/>
                  <a:pt x="175" y="458"/>
                </a:cubicBezTo>
                <a:cubicBezTo>
                  <a:pt x="202" y="476"/>
                  <a:pt x="235" y="488"/>
                  <a:pt x="267" y="496"/>
                </a:cubicBezTo>
                <a:cubicBezTo>
                  <a:pt x="286" y="519"/>
                  <a:pt x="307" y="541"/>
                  <a:pt x="330" y="560"/>
                </a:cubicBezTo>
                <a:cubicBezTo>
                  <a:pt x="306" y="560"/>
                  <a:pt x="282" y="556"/>
                  <a:pt x="259" y="550"/>
                </a:cubicBezTo>
                <a:cubicBezTo>
                  <a:pt x="253" y="548"/>
                  <a:pt x="251" y="557"/>
                  <a:pt x="257" y="559"/>
                </a:cubicBezTo>
                <a:cubicBezTo>
                  <a:pt x="286" y="571"/>
                  <a:pt x="315" y="575"/>
                  <a:pt x="346" y="574"/>
                </a:cubicBezTo>
                <a:cubicBezTo>
                  <a:pt x="368" y="592"/>
                  <a:pt x="392" y="608"/>
                  <a:pt x="417" y="621"/>
                </a:cubicBezTo>
                <a:cubicBezTo>
                  <a:pt x="397" y="622"/>
                  <a:pt x="377" y="622"/>
                  <a:pt x="356" y="619"/>
                </a:cubicBezTo>
                <a:cubicBezTo>
                  <a:pt x="352" y="619"/>
                  <a:pt x="351" y="626"/>
                  <a:pt x="355" y="627"/>
                </a:cubicBezTo>
                <a:cubicBezTo>
                  <a:pt x="384" y="637"/>
                  <a:pt x="416" y="639"/>
                  <a:pt x="446" y="635"/>
                </a:cubicBezTo>
                <a:cubicBezTo>
                  <a:pt x="459" y="641"/>
                  <a:pt x="473" y="646"/>
                  <a:pt x="487" y="650"/>
                </a:cubicBezTo>
                <a:cubicBezTo>
                  <a:pt x="355" y="677"/>
                  <a:pt x="214" y="635"/>
                  <a:pt x="128" y="526"/>
                </a:cubicBezTo>
                <a:close/>
                <a:moveTo>
                  <a:pt x="477" y="625"/>
                </a:moveTo>
                <a:cubicBezTo>
                  <a:pt x="470" y="623"/>
                  <a:pt x="463" y="620"/>
                  <a:pt x="456" y="618"/>
                </a:cubicBezTo>
                <a:cubicBezTo>
                  <a:pt x="428" y="598"/>
                  <a:pt x="417" y="567"/>
                  <a:pt x="411" y="535"/>
                </a:cubicBezTo>
                <a:cubicBezTo>
                  <a:pt x="410" y="528"/>
                  <a:pt x="402" y="531"/>
                  <a:pt x="401" y="536"/>
                </a:cubicBezTo>
                <a:cubicBezTo>
                  <a:pt x="398" y="560"/>
                  <a:pt x="406" y="582"/>
                  <a:pt x="419" y="601"/>
                </a:cubicBezTo>
                <a:cubicBezTo>
                  <a:pt x="398" y="590"/>
                  <a:pt x="379" y="578"/>
                  <a:pt x="361" y="564"/>
                </a:cubicBezTo>
                <a:cubicBezTo>
                  <a:pt x="361" y="563"/>
                  <a:pt x="360" y="562"/>
                  <a:pt x="360" y="562"/>
                </a:cubicBezTo>
                <a:cubicBezTo>
                  <a:pt x="336" y="536"/>
                  <a:pt x="327" y="504"/>
                  <a:pt x="327" y="469"/>
                </a:cubicBezTo>
                <a:cubicBezTo>
                  <a:pt x="327" y="463"/>
                  <a:pt x="317" y="461"/>
                  <a:pt x="316" y="468"/>
                </a:cubicBezTo>
                <a:cubicBezTo>
                  <a:pt x="312" y="491"/>
                  <a:pt x="316" y="514"/>
                  <a:pt x="325" y="534"/>
                </a:cubicBezTo>
                <a:cubicBezTo>
                  <a:pt x="310" y="520"/>
                  <a:pt x="295" y="505"/>
                  <a:pt x="281" y="489"/>
                </a:cubicBezTo>
                <a:cubicBezTo>
                  <a:pt x="281" y="489"/>
                  <a:pt x="281" y="488"/>
                  <a:pt x="280" y="488"/>
                </a:cubicBezTo>
                <a:cubicBezTo>
                  <a:pt x="261" y="453"/>
                  <a:pt x="258" y="419"/>
                  <a:pt x="262" y="380"/>
                </a:cubicBezTo>
                <a:cubicBezTo>
                  <a:pt x="262" y="375"/>
                  <a:pt x="254" y="374"/>
                  <a:pt x="253" y="379"/>
                </a:cubicBezTo>
                <a:cubicBezTo>
                  <a:pt x="244" y="405"/>
                  <a:pt x="245" y="432"/>
                  <a:pt x="253" y="458"/>
                </a:cubicBezTo>
                <a:cubicBezTo>
                  <a:pt x="235" y="436"/>
                  <a:pt x="218" y="414"/>
                  <a:pt x="202" y="392"/>
                </a:cubicBezTo>
                <a:cubicBezTo>
                  <a:pt x="203" y="390"/>
                  <a:pt x="204" y="389"/>
                  <a:pt x="203" y="386"/>
                </a:cubicBezTo>
                <a:cubicBezTo>
                  <a:pt x="191" y="353"/>
                  <a:pt x="193" y="322"/>
                  <a:pt x="201" y="288"/>
                </a:cubicBezTo>
                <a:cubicBezTo>
                  <a:pt x="202" y="284"/>
                  <a:pt x="195" y="280"/>
                  <a:pt x="192" y="285"/>
                </a:cubicBezTo>
                <a:cubicBezTo>
                  <a:pt x="179" y="309"/>
                  <a:pt x="177" y="337"/>
                  <a:pt x="182" y="363"/>
                </a:cubicBezTo>
                <a:cubicBezTo>
                  <a:pt x="168" y="340"/>
                  <a:pt x="154" y="317"/>
                  <a:pt x="141" y="293"/>
                </a:cubicBezTo>
                <a:cubicBezTo>
                  <a:pt x="142" y="291"/>
                  <a:pt x="142" y="290"/>
                  <a:pt x="142" y="288"/>
                </a:cubicBezTo>
                <a:cubicBezTo>
                  <a:pt x="133" y="267"/>
                  <a:pt x="134" y="248"/>
                  <a:pt x="139" y="226"/>
                </a:cubicBezTo>
                <a:cubicBezTo>
                  <a:pt x="141" y="221"/>
                  <a:pt x="133" y="217"/>
                  <a:pt x="130" y="222"/>
                </a:cubicBezTo>
                <a:cubicBezTo>
                  <a:pt x="125" y="232"/>
                  <a:pt x="123" y="243"/>
                  <a:pt x="122" y="254"/>
                </a:cubicBezTo>
                <a:cubicBezTo>
                  <a:pt x="117" y="243"/>
                  <a:pt x="113" y="232"/>
                  <a:pt x="108" y="220"/>
                </a:cubicBezTo>
                <a:cubicBezTo>
                  <a:pt x="107" y="217"/>
                  <a:pt x="106" y="215"/>
                  <a:pt x="105" y="212"/>
                </a:cubicBezTo>
                <a:cubicBezTo>
                  <a:pt x="108" y="211"/>
                  <a:pt x="111" y="208"/>
                  <a:pt x="109" y="205"/>
                </a:cubicBezTo>
                <a:cubicBezTo>
                  <a:pt x="100" y="188"/>
                  <a:pt x="107" y="175"/>
                  <a:pt x="116" y="161"/>
                </a:cubicBezTo>
                <a:cubicBezTo>
                  <a:pt x="119" y="157"/>
                  <a:pt x="114" y="154"/>
                  <a:pt x="110" y="155"/>
                </a:cubicBezTo>
                <a:cubicBezTo>
                  <a:pt x="101" y="160"/>
                  <a:pt x="96" y="168"/>
                  <a:pt x="94" y="178"/>
                </a:cubicBezTo>
                <a:cubicBezTo>
                  <a:pt x="86" y="151"/>
                  <a:pt x="80" y="123"/>
                  <a:pt x="76" y="94"/>
                </a:cubicBezTo>
                <a:cubicBezTo>
                  <a:pt x="75" y="89"/>
                  <a:pt x="72" y="68"/>
                  <a:pt x="69" y="52"/>
                </a:cubicBezTo>
                <a:cubicBezTo>
                  <a:pt x="69" y="51"/>
                  <a:pt x="70" y="50"/>
                  <a:pt x="70" y="50"/>
                </a:cubicBezTo>
                <a:cubicBezTo>
                  <a:pt x="97" y="184"/>
                  <a:pt x="291" y="242"/>
                  <a:pt x="371" y="334"/>
                </a:cubicBezTo>
                <a:cubicBezTo>
                  <a:pt x="435" y="408"/>
                  <a:pt x="433" y="489"/>
                  <a:pt x="467" y="574"/>
                </a:cubicBezTo>
                <a:cubicBezTo>
                  <a:pt x="478" y="600"/>
                  <a:pt x="494" y="622"/>
                  <a:pt x="516" y="635"/>
                </a:cubicBezTo>
                <a:cubicBezTo>
                  <a:pt x="502" y="632"/>
                  <a:pt x="489" y="629"/>
                  <a:pt x="477" y="625"/>
                </a:cubicBezTo>
                <a:close/>
              </a:path>
            </a:pathLst>
          </a:custGeom>
          <a:solidFill>
            <a:srgbClr val="A5A5A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3" name="leaf_70892" title=""/>
          <p:cNvSpPr>
            <a:spLocks noChangeAspect="1" noChangeArrowheads="1"/>
          </p:cNvSpPr>
          <p:nvPr/>
        </p:nvSpPr>
        <p:spPr bwMode="auto">
          <a:xfrm flipH="1">
            <a:off x="6419850" y="151900"/>
            <a:ext cx="369888" cy="358775"/>
          </a:xfrm>
          <a:custGeom>
            <a:gdLst>
              <a:gd name="T0" fmla="*/ 306972 w 729"/>
              <a:gd name="T1" fmla="*/ 251294 h 711"/>
              <a:gd name="T2" fmla="*/ 350100 w 729"/>
              <a:gd name="T3" fmla="*/ 293176 h 711"/>
              <a:gd name="T4" fmla="*/ 290735 w 729"/>
              <a:gd name="T5" fmla="*/ 322443 h 711"/>
              <a:gd name="T6" fmla="*/ 283124 w 729"/>
              <a:gd name="T7" fmla="*/ 318911 h 711"/>
              <a:gd name="T8" fmla="*/ 223252 w 729"/>
              <a:gd name="T9" fmla="*/ 208907 h 711"/>
              <a:gd name="T10" fmla="*/ 38054 w 729"/>
              <a:gd name="T11" fmla="*/ 9588 h 711"/>
              <a:gd name="T12" fmla="*/ 37040 w 729"/>
              <a:gd name="T13" fmla="*/ 5551 h 711"/>
              <a:gd name="T14" fmla="*/ 31458 w 729"/>
              <a:gd name="T15" fmla="*/ 3532 h 711"/>
              <a:gd name="T16" fmla="*/ 62916 w 729"/>
              <a:gd name="T17" fmla="*/ 279047 h 711"/>
              <a:gd name="T18" fmla="*/ 369381 w 729"/>
              <a:gd name="T19" fmla="*/ 271983 h 711"/>
              <a:gd name="T20" fmla="*/ 64946 w 729"/>
              <a:gd name="T21" fmla="*/ 265423 h 711"/>
              <a:gd name="T22" fmla="*/ 45158 w 729"/>
              <a:gd name="T23" fmla="*/ 97894 h 711"/>
              <a:gd name="T24" fmla="*/ 29936 w 729"/>
              <a:gd name="T25" fmla="*/ 92848 h 711"/>
              <a:gd name="T26" fmla="*/ 61902 w 729"/>
              <a:gd name="T27" fmla="*/ 140281 h 711"/>
              <a:gd name="T28" fmla="*/ 36025 w 729"/>
              <a:gd name="T29" fmla="*/ 132711 h 711"/>
              <a:gd name="T30" fmla="*/ 89808 w 729"/>
              <a:gd name="T31" fmla="*/ 190237 h 711"/>
              <a:gd name="T32" fmla="*/ 62409 w 729"/>
              <a:gd name="T33" fmla="*/ 177117 h 711"/>
              <a:gd name="T34" fmla="*/ 95389 w 729"/>
              <a:gd name="T35" fmla="*/ 198310 h 711"/>
              <a:gd name="T36" fmla="*/ 127355 w 729"/>
              <a:gd name="T37" fmla="*/ 240697 h 711"/>
              <a:gd name="T38" fmla="*/ 88793 w 729"/>
              <a:gd name="T39" fmla="*/ 231110 h 711"/>
              <a:gd name="T40" fmla="*/ 167439 w 729"/>
              <a:gd name="T41" fmla="*/ 282579 h 711"/>
              <a:gd name="T42" fmla="*/ 130399 w 729"/>
              <a:gd name="T43" fmla="*/ 282075 h 711"/>
              <a:gd name="T44" fmla="*/ 211582 w 729"/>
              <a:gd name="T45" fmla="*/ 313360 h 711"/>
              <a:gd name="T46" fmla="*/ 180124 w 729"/>
              <a:gd name="T47" fmla="*/ 316388 h 711"/>
              <a:gd name="T48" fmla="*/ 247099 w 729"/>
              <a:gd name="T49" fmla="*/ 327994 h 711"/>
              <a:gd name="T50" fmla="*/ 242025 w 729"/>
              <a:gd name="T51" fmla="*/ 315379 h 711"/>
              <a:gd name="T52" fmla="*/ 208538 w 729"/>
              <a:gd name="T53" fmla="*/ 269964 h 711"/>
              <a:gd name="T54" fmla="*/ 212597 w 729"/>
              <a:gd name="T55" fmla="*/ 303268 h 711"/>
              <a:gd name="T56" fmla="*/ 182661 w 729"/>
              <a:gd name="T57" fmla="*/ 283589 h 711"/>
              <a:gd name="T58" fmla="*/ 160336 w 729"/>
              <a:gd name="T59" fmla="*/ 236156 h 711"/>
              <a:gd name="T60" fmla="*/ 142577 w 729"/>
              <a:gd name="T61" fmla="*/ 246752 h 711"/>
              <a:gd name="T62" fmla="*/ 132936 w 729"/>
              <a:gd name="T63" fmla="*/ 191750 h 711"/>
              <a:gd name="T64" fmla="*/ 128370 w 729"/>
              <a:gd name="T65" fmla="*/ 231110 h 711"/>
              <a:gd name="T66" fmla="*/ 103000 w 729"/>
              <a:gd name="T67" fmla="*/ 194778 h 711"/>
              <a:gd name="T68" fmla="*/ 97419 w 729"/>
              <a:gd name="T69" fmla="*/ 143813 h 711"/>
              <a:gd name="T70" fmla="*/ 71542 w 729"/>
              <a:gd name="T71" fmla="*/ 147850 h 711"/>
              <a:gd name="T72" fmla="*/ 70527 w 729"/>
              <a:gd name="T73" fmla="*/ 114041 h 711"/>
              <a:gd name="T74" fmla="*/ 61902 w 729"/>
              <a:gd name="T75" fmla="*/ 128170 h 711"/>
              <a:gd name="T76" fmla="*/ 53276 w 729"/>
              <a:gd name="T77" fmla="*/ 106977 h 711"/>
              <a:gd name="T78" fmla="*/ 58857 w 729"/>
              <a:gd name="T79" fmla="*/ 81242 h 711"/>
              <a:gd name="T80" fmla="*/ 47695 w 729"/>
              <a:gd name="T81" fmla="*/ 89820 h 711"/>
              <a:gd name="T82" fmla="*/ 35010 w 729"/>
              <a:gd name="T83" fmla="*/ 26240 h 711"/>
              <a:gd name="T84" fmla="*/ 188242 w 729"/>
              <a:gd name="T85" fmla="*/ 168538 h 711"/>
              <a:gd name="T86" fmla="*/ 261814 w 729"/>
              <a:gd name="T87" fmla="*/ 320425 h 71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729" h="711">
                <a:moveTo>
                  <a:pt x="595" y="492"/>
                </a:moveTo>
                <a:cubicBezTo>
                  <a:pt x="593" y="498"/>
                  <a:pt x="601" y="502"/>
                  <a:pt x="605" y="498"/>
                </a:cubicBezTo>
                <a:cubicBezTo>
                  <a:pt x="636" y="466"/>
                  <a:pt x="659" y="469"/>
                  <a:pt x="675" y="508"/>
                </a:cubicBezTo>
                <a:cubicBezTo>
                  <a:pt x="706" y="527"/>
                  <a:pt x="711" y="551"/>
                  <a:pt x="690" y="581"/>
                </a:cubicBezTo>
                <a:cubicBezTo>
                  <a:pt x="676" y="608"/>
                  <a:pt x="646" y="625"/>
                  <a:pt x="619" y="632"/>
                </a:cubicBezTo>
                <a:cubicBezTo>
                  <a:pt x="604" y="637"/>
                  <a:pt x="589" y="639"/>
                  <a:pt x="573" y="639"/>
                </a:cubicBezTo>
                <a:cubicBezTo>
                  <a:pt x="572" y="635"/>
                  <a:pt x="570" y="632"/>
                  <a:pt x="565" y="632"/>
                </a:cubicBezTo>
                <a:cubicBezTo>
                  <a:pt x="562" y="632"/>
                  <a:pt x="560" y="632"/>
                  <a:pt x="558" y="632"/>
                </a:cubicBezTo>
                <a:cubicBezTo>
                  <a:pt x="556" y="631"/>
                  <a:pt x="555" y="631"/>
                  <a:pt x="553" y="631"/>
                </a:cubicBezTo>
                <a:cubicBezTo>
                  <a:pt x="464" y="617"/>
                  <a:pt x="469" y="479"/>
                  <a:pt x="440" y="414"/>
                </a:cubicBezTo>
                <a:cubicBezTo>
                  <a:pt x="420" y="368"/>
                  <a:pt x="390" y="327"/>
                  <a:pt x="353" y="293"/>
                </a:cubicBezTo>
                <a:cubicBezTo>
                  <a:pt x="254" y="204"/>
                  <a:pt x="111" y="158"/>
                  <a:pt x="75" y="19"/>
                </a:cubicBezTo>
                <a:cubicBezTo>
                  <a:pt x="76" y="18"/>
                  <a:pt x="76" y="18"/>
                  <a:pt x="76" y="17"/>
                </a:cubicBezTo>
                <a:cubicBezTo>
                  <a:pt x="76" y="14"/>
                  <a:pt x="75" y="12"/>
                  <a:pt x="73" y="11"/>
                </a:cubicBezTo>
                <a:cubicBezTo>
                  <a:pt x="73" y="9"/>
                  <a:pt x="72" y="8"/>
                  <a:pt x="72" y="6"/>
                </a:cubicBezTo>
                <a:cubicBezTo>
                  <a:pt x="71" y="0"/>
                  <a:pt x="62" y="2"/>
                  <a:pt x="62" y="7"/>
                </a:cubicBezTo>
                <a:cubicBezTo>
                  <a:pt x="61" y="14"/>
                  <a:pt x="61" y="20"/>
                  <a:pt x="61" y="27"/>
                </a:cubicBezTo>
                <a:cubicBezTo>
                  <a:pt x="9" y="197"/>
                  <a:pt x="0" y="411"/>
                  <a:pt x="124" y="553"/>
                </a:cubicBezTo>
                <a:cubicBezTo>
                  <a:pt x="224" y="669"/>
                  <a:pt x="393" y="711"/>
                  <a:pt x="536" y="660"/>
                </a:cubicBezTo>
                <a:cubicBezTo>
                  <a:pt x="620" y="669"/>
                  <a:pt x="728" y="641"/>
                  <a:pt x="728" y="539"/>
                </a:cubicBezTo>
                <a:cubicBezTo>
                  <a:pt x="729" y="468"/>
                  <a:pt x="626" y="410"/>
                  <a:pt x="595" y="492"/>
                </a:cubicBezTo>
                <a:close/>
                <a:moveTo>
                  <a:pt x="128" y="526"/>
                </a:moveTo>
                <a:cubicBezTo>
                  <a:pt x="28" y="398"/>
                  <a:pt x="38" y="232"/>
                  <a:pt x="64" y="80"/>
                </a:cubicBezTo>
                <a:cubicBezTo>
                  <a:pt x="68" y="119"/>
                  <a:pt x="77" y="157"/>
                  <a:pt x="89" y="194"/>
                </a:cubicBezTo>
                <a:cubicBezTo>
                  <a:pt x="80" y="190"/>
                  <a:pt x="71" y="185"/>
                  <a:pt x="63" y="179"/>
                </a:cubicBezTo>
                <a:cubicBezTo>
                  <a:pt x="60" y="178"/>
                  <a:pt x="57" y="182"/>
                  <a:pt x="59" y="184"/>
                </a:cubicBezTo>
                <a:cubicBezTo>
                  <a:pt x="69" y="194"/>
                  <a:pt x="81" y="202"/>
                  <a:pt x="93" y="208"/>
                </a:cubicBezTo>
                <a:cubicBezTo>
                  <a:pt x="101" y="232"/>
                  <a:pt x="111" y="255"/>
                  <a:pt x="122" y="278"/>
                </a:cubicBezTo>
                <a:cubicBezTo>
                  <a:pt x="106" y="272"/>
                  <a:pt x="91" y="264"/>
                  <a:pt x="76" y="255"/>
                </a:cubicBezTo>
                <a:cubicBezTo>
                  <a:pt x="71" y="251"/>
                  <a:pt x="66" y="259"/>
                  <a:pt x="71" y="263"/>
                </a:cubicBezTo>
                <a:cubicBezTo>
                  <a:pt x="89" y="276"/>
                  <a:pt x="109" y="287"/>
                  <a:pt x="130" y="294"/>
                </a:cubicBezTo>
                <a:cubicBezTo>
                  <a:pt x="144" y="323"/>
                  <a:pt x="160" y="350"/>
                  <a:pt x="177" y="377"/>
                </a:cubicBezTo>
                <a:cubicBezTo>
                  <a:pt x="169" y="375"/>
                  <a:pt x="161" y="372"/>
                  <a:pt x="154" y="369"/>
                </a:cubicBezTo>
                <a:cubicBezTo>
                  <a:pt x="143" y="363"/>
                  <a:pt x="134" y="356"/>
                  <a:pt x="123" y="351"/>
                </a:cubicBezTo>
                <a:cubicBezTo>
                  <a:pt x="121" y="350"/>
                  <a:pt x="119" y="353"/>
                  <a:pt x="120" y="355"/>
                </a:cubicBezTo>
                <a:cubicBezTo>
                  <a:pt x="133" y="377"/>
                  <a:pt x="163" y="389"/>
                  <a:pt x="188" y="393"/>
                </a:cubicBezTo>
                <a:cubicBezTo>
                  <a:pt x="191" y="399"/>
                  <a:pt x="195" y="404"/>
                  <a:pt x="199" y="410"/>
                </a:cubicBezTo>
                <a:cubicBezTo>
                  <a:pt x="215" y="432"/>
                  <a:pt x="232" y="455"/>
                  <a:pt x="251" y="477"/>
                </a:cubicBezTo>
                <a:cubicBezTo>
                  <a:pt x="226" y="470"/>
                  <a:pt x="202" y="461"/>
                  <a:pt x="178" y="451"/>
                </a:cubicBezTo>
                <a:cubicBezTo>
                  <a:pt x="173" y="450"/>
                  <a:pt x="171" y="456"/>
                  <a:pt x="175" y="458"/>
                </a:cubicBezTo>
                <a:cubicBezTo>
                  <a:pt x="202" y="476"/>
                  <a:pt x="235" y="488"/>
                  <a:pt x="267" y="496"/>
                </a:cubicBezTo>
                <a:cubicBezTo>
                  <a:pt x="286" y="519"/>
                  <a:pt x="307" y="541"/>
                  <a:pt x="330" y="560"/>
                </a:cubicBezTo>
                <a:cubicBezTo>
                  <a:pt x="306" y="560"/>
                  <a:pt x="282" y="556"/>
                  <a:pt x="259" y="550"/>
                </a:cubicBezTo>
                <a:cubicBezTo>
                  <a:pt x="253" y="548"/>
                  <a:pt x="251" y="557"/>
                  <a:pt x="257" y="559"/>
                </a:cubicBezTo>
                <a:cubicBezTo>
                  <a:pt x="286" y="571"/>
                  <a:pt x="315" y="575"/>
                  <a:pt x="346" y="574"/>
                </a:cubicBezTo>
                <a:cubicBezTo>
                  <a:pt x="368" y="592"/>
                  <a:pt x="392" y="608"/>
                  <a:pt x="417" y="621"/>
                </a:cubicBezTo>
                <a:cubicBezTo>
                  <a:pt x="397" y="622"/>
                  <a:pt x="377" y="622"/>
                  <a:pt x="356" y="619"/>
                </a:cubicBezTo>
                <a:cubicBezTo>
                  <a:pt x="352" y="619"/>
                  <a:pt x="351" y="626"/>
                  <a:pt x="355" y="627"/>
                </a:cubicBezTo>
                <a:cubicBezTo>
                  <a:pt x="384" y="637"/>
                  <a:pt x="416" y="639"/>
                  <a:pt x="446" y="635"/>
                </a:cubicBezTo>
                <a:cubicBezTo>
                  <a:pt x="459" y="641"/>
                  <a:pt x="473" y="646"/>
                  <a:pt x="487" y="650"/>
                </a:cubicBezTo>
                <a:cubicBezTo>
                  <a:pt x="355" y="677"/>
                  <a:pt x="214" y="635"/>
                  <a:pt x="128" y="526"/>
                </a:cubicBezTo>
                <a:close/>
                <a:moveTo>
                  <a:pt x="477" y="625"/>
                </a:moveTo>
                <a:cubicBezTo>
                  <a:pt x="470" y="623"/>
                  <a:pt x="463" y="620"/>
                  <a:pt x="456" y="618"/>
                </a:cubicBezTo>
                <a:cubicBezTo>
                  <a:pt x="428" y="598"/>
                  <a:pt x="417" y="567"/>
                  <a:pt x="411" y="535"/>
                </a:cubicBezTo>
                <a:cubicBezTo>
                  <a:pt x="410" y="528"/>
                  <a:pt x="402" y="531"/>
                  <a:pt x="401" y="536"/>
                </a:cubicBezTo>
                <a:cubicBezTo>
                  <a:pt x="398" y="560"/>
                  <a:pt x="406" y="582"/>
                  <a:pt x="419" y="601"/>
                </a:cubicBezTo>
                <a:cubicBezTo>
                  <a:pt x="398" y="590"/>
                  <a:pt x="379" y="578"/>
                  <a:pt x="361" y="564"/>
                </a:cubicBezTo>
                <a:cubicBezTo>
                  <a:pt x="361" y="563"/>
                  <a:pt x="360" y="562"/>
                  <a:pt x="360" y="562"/>
                </a:cubicBezTo>
                <a:cubicBezTo>
                  <a:pt x="336" y="536"/>
                  <a:pt x="327" y="504"/>
                  <a:pt x="327" y="469"/>
                </a:cubicBezTo>
                <a:cubicBezTo>
                  <a:pt x="327" y="463"/>
                  <a:pt x="317" y="461"/>
                  <a:pt x="316" y="468"/>
                </a:cubicBezTo>
                <a:cubicBezTo>
                  <a:pt x="312" y="491"/>
                  <a:pt x="316" y="514"/>
                  <a:pt x="325" y="534"/>
                </a:cubicBezTo>
                <a:cubicBezTo>
                  <a:pt x="310" y="520"/>
                  <a:pt x="295" y="505"/>
                  <a:pt x="281" y="489"/>
                </a:cubicBezTo>
                <a:cubicBezTo>
                  <a:pt x="281" y="489"/>
                  <a:pt x="281" y="488"/>
                  <a:pt x="280" y="488"/>
                </a:cubicBezTo>
                <a:cubicBezTo>
                  <a:pt x="261" y="453"/>
                  <a:pt x="258" y="419"/>
                  <a:pt x="262" y="380"/>
                </a:cubicBezTo>
                <a:cubicBezTo>
                  <a:pt x="262" y="375"/>
                  <a:pt x="254" y="374"/>
                  <a:pt x="253" y="379"/>
                </a:cubicBezTo>
                <a:cubicBezTo>
                  <a:pt x="244" y="405"/>
                  <a:pt x="245" y="432"/>
                  <a:pt x="253" y="458"/>
                </a:cubicBezTo>
                <a:cubicBezTo>
                  <a:pt x="235" y="436"/>
                  <a:pt x="218" y="414"/>
                  <a:pt x="202" y="392"/>
                </a:cubicBezTo>
                <a:cubicBezTo>
                  <a:pt x="203" y="390"/>
                  <a:pt x="204" y="389"/>
                  <a:pt x="203" y="386"/>
                </a:cubicBezTo>
                <a:cubicBezTo>
                  <a:pt x="191" y="353"/>
                  <a:pt x="193" y="322"/>
                  <a:pt x="201" y="288"/>
                </a:cubicBezTo>
                <a:cubicBezTo>
                  <a:pt x="202" y="284"/>
                  <a:pt x="195" y="280"/>
                  <a:pt x="192" y="285"/>
                </a:cubicBezTo>
                <a:cubicBezTo>
                  <a:pt x="179" y="309"/>
                  <a:pt x="177" y="337"/>
                  <a:pt x="182" y="363"/>
                </a:cubicBezTo>
                <a:cubicBezTo>
                  <a:pt x="168" y="340"/>
                  <a:pt x="154" y="317"/>
                  <a:pt x="141" y="293"/>
                </a:cubicBezTo>
                <a:cubicBezTo>
                  <a:pt x="142" y="291"/>
                  <a:pt x="142" y="290"/>
                  <a:pt x="142" y="288"/>
                </a:cubicBezTo>
                <a:cubicBezTo>
                  <a:pt x="133" y="267"/>
                  <a:pt x="134" y="248"/>
                  <a:pt x="139" y="226"/>
                </a:cubicBezTo>
                <a:cubicBezTo>
                  <a:pt x="141" y="221"/>
                  <a:pt x="133" y="217"/>
                  <a:pt x="130" y="222"/>
                </a:cubicBezTo>
                <a:cubicBezTo>
                  <a:pt x="125" y="232"/>
                  <a:pt x="123" y="243"/>
                  <a:pt x="122" y="254"/>
                </a:cubicBezTo>
                <a:cubicBezTo>
                  <a:pt x="117" y="243"/>
                  <a:pt x="113" y="232"/>
                  <a:pt x="108" y="220"/>
                </a:cubicBezTo>
                <a:cubicBezTo>
                  <a:pt x="107" y="217"/>
                  <a:pt x="106" y="215"/>
                  <a:pt x="105" y="212"/>
                </a:cubicBezTo>
                <a:cubicBezTo>
                  <a:pt x="108" y="211"/>
                  <a:pt x="111" y="208"/>
                  <a:pt x="109" y="205"/>
                </a:cubicBezTo>
                <a:cubicBezTo>
                  <a:pt x="100" y="188"/>
                  <a:pt x="107" y="175"/>
                  <a:pt x="116" y="161"/>
                </a:cubicBezTo>
                <a:cubicBezTo>
                  <a:pt x="119" y="157"/>
                  <a:pt x="114" y="154"/>
                  <a:pt x="110" y="155"/>
                </a:cubicBezTo>
                <a:cubicBezTo>
                  <a:pt x="101" y="160"/>
                  <a:pt x="96" y="168"/>
                  <a:pt x="94" y="178"/>
                </a:cubicBezTo>
                <a:cubicBezTo>
                  <a:pt x="86" y="151"/>
                  <a:pt x="80" y="123"/>
                  <a:pt x="76" y="94"/>
                </a:cubicBezTo>
                <a:cubicBezTo>
                  <a:pt x="75" y="89"/>
                  <a:pt x="72" y="68"/>
                  <a:pt x="69" y="52"/>
                </a:cubicBezTo>
                <a:cubicBezTo>
                  <a:pt x="69" y="51"/>
                  <a:pt x="70" y="50"/>
                  <a:pt x="70" y="50"/>
                </a:cubicBezTo>
                <a:cubicBezTo>
                  <a:pt x="97" y="184"/>
                  <a:pt x="291" y="242"/>
                  <a:pt x="371" y="334"/>
                </a:cubicBezTo>
                <a:cubicBezTo>
                  <a:pt x="435" y="408"/>
                  <a:pt x="433" y="489"/>
                  <a:pt x="467" y="574"/>
                </a:cubicBezTo>
                <a:cubicBezTo>
                  <a:pt x="478" y="600"/>
                  <a:pt x="494" y="622"/>
                  <a:pt x="516" y="635"/>
                </a:cubicBezTo>
                <a:cubicBezTo>
                  <a:pt x="502" y="632"/>
                  <a:pt x="489" y="629"/>
                  <a:pt x="477" y="625"/>
                </a:cubicBezTo>
                <a:close/>
              </a:path>
            </a:pathLst>
          </a:custGeom>
          <a:solidFill>
            <a:srgbClr val="A5A5A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4" name="文本框 14" title=""/>
          <p:cNvSpPr txBox="1">
            <a:spLocks noChangeArrowheads="1"/>
          </p:cNvSpPr>
          <p:nvPr/>
        </p:nvSpPr>
        <p:spPr bwMode="auto">
          <a:xfrm>
            <a:off x="4175125" y="289775"/>
            <a:ext cx="3860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600" b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No.5  </a:t>
            </a:r>
            <a:r>
              <a:rPr lang="zh-CN" altLang="en-US" sz="3600" b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感动</a:t>
            </a:r>
            <a:endParaRPr lang="zh-CN" altLang="en-US" sz="3600" b="1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" name="矩形 2" title=""/>
          <p:cNvSpPr/>
          <p:nvPr/>
        </p:nvSpPr>
        <p:spPr>
          <a:xfrm>
            <a:off x="157480" y="1435100"/>
            <a:ext cx="12035155" cy="4615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en-US" sz="28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神态、心理描写：</a:t>
            </a:r>
            <a:endParaRPr lang="en-US" altLang="zh-CN" sz="2800" b="1" kern="100">
              <a:solidFill>
                <a:srgbClr val="FF0000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8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Tears __________ her eyes </a:t>
            </a: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热泪盈眶</a:t>
            </a: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), she offered her heartfelt gratitude.</a:t>
            </a:r>
            <a:endParaRPr lang="zh-CN" altLang="zh-CN" sz="28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All those present to listen to her sad story ____ ________</a:t>
            </a:r>
            <a:r>
              <a:rPr lang="en-US" altLang="zh-CN" sz="28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to tears</a:t>
            </a: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 (</a:t>
            </a:r>
            <a:r>
              <a:rPr lang="zh-CN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感动得流泪</a:t>
            </a: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28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8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Touched deeply/immensely</a:t>
            </a: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we…  </a:t>
            </a:r>
            <a:r>
              <a:rPr lang="zh-CN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被深深感动</a:t>
            </a: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我们</a:t>
            </a: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…</a:t>
            </a:r>
            <a:endParaRPr lang="zh-CN" altLang="zh-CN" sz="28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8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With tears streaming down her face</a:t>
            </a: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she...  </a:t>
            </a:r>
            <a:r>
              <a:rPr lang="zh-CN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泪水顺着她的脸颊流了下来</a:t>
            </a:r>
            <a:r>
              <a:rPr lang="en-US" altLang="zh-CN" sz="28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…</a:t>
            </a:r>
            <a:endParaRPr lang="zh-CN" altLang="zh-CN" sz="28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endParaRPr lang="zh-CN" altLang="zh-CN" sz="28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 title=""/>
          <p:cNvSpPr txBox="1"/>
          <p:nvPr/>
        </p:nvSpPr>
        <p:spPr>
          <a:xfrm>
            <a:off x="1750768" y="2177537"/>
            <a:ext cx="408056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sz="32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filling</a:t>
            </a:r>
            <a:endParaRPr kumimoji="1" lang="en-US" sz="3200" b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 title=""/>
          <p:cNvSpPr txBox="1"/>
          <p:nvPr/>
        </p:nvSpPr>
        <p:spPr>
          <a:xfrm>
            <a:off x="6920303" y="2854447"/>
            <a:ext cx="408056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sz="32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were moved</a:t>
            </a:r>
            <a:endParaRPr kumimoji="1" lang="en-US" sz="3200" b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cxnSp>
        <p:nvCxnSpPr>
          <p:cNvPr id="6" name="直接连接符 5" title=""/>
          <p:cNvCxnSpPr/>
          <p:nvPr/>
        </p:nvCxnSpPr>
        <p:spPr>
          <a:xfrm flipV="1">
            <a:off x="26988" y="4829175"/>
            <a:ext cx="12192000" cy="0"/>
          </a:xfrm>
          <a:prstGeom prst="line">
            <a:avLst/>
          </a:prstGeom>
          <a:ln w="762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 title=""/>
          <p:cNvCxnSpPr/>
          <p:nvPr/>
        </p:nvCxnSpPr>
        <p:spPr>
          <a:xfrm flipV="1">
            <a:off x="0" y="2028825"/>
            <a:ext cx="12192000" cy="0"/>
          </a:xfrm>
          <a:prstGeom prst="line">
            <a:avLst/>
          </a:prstGeom>
          <a:ln w="762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titl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71550"/>
            <a:ext cx="4438015" cy="4446905"/>
          </a:xfrm>
          <a:prstGeom prst="rect">
            <a:avLst/>
          </a:prstGeom>
        </p:spPr>
      </p:pic>
      <p:sp>
        <p:nvSpPr>
          <p:cNvPr id="11" name="矩形 10" title=""/>
          <p:cNvSpPr>
            <a:spLocks noChangeArrowheads="1"/>
          </p:cNvSpPr>
          <p:nvPr/>
        </p:nvSpPr>
        <p:spPr bwMode="auto">
          <a:xfrm>
            <a:off x="5344680" y="2767632"/>
            <a:ext cx="5288280" cy="13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000" b="1">
                <a:solidFill>
                  <a:srgbClr val="6E9C60"/>
                </a:solidFill>
                <a:latin typeface="仿宋" panose="02010609060101010101" charset="-122"/>
                <a:ea typeface="仿宋" panose="02010609060101010101" charset="-122"/>
              </a:rPr>
              <a:t>客观环境烘托心理变化</a:t>
            </a:r>
            <a:endParaRPr lang="en-US" altLang="zh-CN" sz="4000" b="1">
              <a:solidFill>
                <a:srgbClr val="6E9C6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algn="ctr" eaLnBrk="1" hangingPunct="1"/>
            <a:endParaRPr lang="zh-CN" altLang="en-US" sz="4000" b="1">
              <a:solidFill>
                <a:srgbClr val="8DC5AA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0731" name="branches-with-leaves_13418" title=""/>
          <p:cNvSpPr>
            <a:spLocks noChangeAspect="1" noChangeArrowheads="1"/>
          </p:cNvSpPr>
          <p:nvPr/>
        </p:nvSpPr>
        <p:spPr bwMode="auto">
          <a:xfrm>
            <a:off x="5830888" y="-116388"/>
            <a:ext cx="549275" cy="609600"/>
          </a:xfrm>
          <a:custGeom>
            <a:gdLst>
              <a:gd name="T0" fmla="*/ 74249 w 651"/>
              <a:gd name="T1" fmla="*/ 522635 h 722"/>
              <a:gd name="T2" fmla="*/ 0 w 651"/>
              <a:gd name="T3" fmla="*/ 366435 h 722"/>
              <a:gd name="T4" fmla="*/ 423558 w 651"/>
              <a:gd name="T5" fmla="*/ 374879 h 722"/>
              <a:gd name="T6" fmla="*/ 449714 w 651"/>
              <a:gd name="T7" fmla="*/ 287914 h 722"/>
              <a:gd name="T8" fmla="*/ 188998 w 651"/>
              <a:gd name="T9" fmla="*/ 243165 h 722"/>
              <a:gd name="T10" fmla="*/ 188998 w 651"/>
              <a:gd name="T11" fmla="*/ 607067 h 722"/>
              <a:gd name="T12" fmla="*/ 129936 w 651"/>
              <a:gd name="T13" fmla="*/ 580049 h 722"/>
              <a:gd name="T14" fmla="*/ 128249 w 651"/>
              <a:gd name="T15" fmla="*/ 559785 h 722"/>
              <a:gd name="T16" fmla="*/ 84374 w 651"/>
              <a:gd name="T17" fmla="*/ 542054 h 722"/>
              <a:gd name="T18" fmla="*/ 148498 w 651"/>
              <a:gd name="T19" fmla="*/ 554719 h 722"/>
              <a:gd name="T20" fmla="*/ 150186 w 651"/>
              <a:gd name="T21" fmla="*/ 503216 h 722"/>
              <a:gd name="T22" fmla="*/ 91968 w 651"/>
              <a:gd name="T23" fmla="*/ 413717 h 722"/>
              <a:gd name="T24" fmla="*/ 110530 w 651"/>
              <a:gd name="T25" fmla="*/ 407807 h 722"/>
              <a:gd name="T26" fmla="*/ 59906 w 651"/>
              <a:gd name="T27" fmla="*/ 296357 h 722"/>
              <a:gd name="T28" fmla="*/ 138373 w 651"/>
              <a:gd name="T29" fmla="*/ 286225 h 722"/>
              <a:gd name="T30" fmla="*/ 129936 w 651"/>
              <a:gd name="T31" fmla="*/ 220368 h 722"/>
              <a:gd name="T32" fmla="*/ 129936 w 651"/>
              <a:gd name="T33" fmla="*/ 256674 h 722"/>
              <a:gd name="T34" fmla="*/ 145123 w 651"/>
              <a:gd name="T35" fmla="*/ 335196 h 722"/>
              <a:gd name="T36" fmla="*/ 172123 w 651"/>
              <a:gd name="T37" fmla="*/ 404430 h 722"/>
              <a:gd name="T38" fmla="*/ 180560 w 651"/>
              <a:gd name="T39" fmla="*/ 415406 h 722"/>
              <a:gd name="T40" fmla="*/ 179717 w 651"/>
              <a:gd name="T41" fmla="*/ 530234 h 722"/>
              <a:gd name="T42" fmla="*/ 506244 w 651"/>
              <a:gd name="T43" fmla="*/ 439891 h 722"/>
              <a:gd name="T44" fmla="*/ 468276 w 651"/>
              <a:gd name="T45" fmla="*/ 492239 h 722"/>
              <a:gd name="T46" fmla="*/ 472495 w 651"/>
              <a:gd name="T47" fmla="*/ 531922 h 722"/>
              <a:gd name="T48" fmla="*/ 362808 w 651"/>
              <a:gd name="T49" fmla="*/ 538677 h 722"/>
              <a:gd name="T50" fmla="*/ 317246 w 651"/>
              <a:gd name="T51" fmla="*/ 595247 h 722"/>
              <a:gd name="T52" fmla="*/ 270841 w 651"/>
              <a:gd name="T53" fmla="*/ 550498 h 722"/>
              <a:gd name="T54" fmla="*/ 235404 w 651"/>
              <a:gd name="T55" fmla="*/ 474509 h 722"/>
              <a:gd name="T56" fmla="*/ 277591 w 651"/>
              <a:gd name="T57" fmla="*/ 460155 h 722"/>
              <a:gd name="T58" fmla="*/ 261560 w 651"/>
              <a:gd name="T59" fmla="*/ 379100 h 722"/>
              <a:gd name="T60" fmla="*/ 266622 w 651"/>
              <a:gd name="T61" fmla="*/ 336884 h 722"/>
              <a:gd name="T62" fmla="*/ 286028 w 651"/>
              <a:gd name="T63" fmla="*/ 374879 h 722"/>
              <a:gd name="T64" fmla="*/ 307122 w 651"/>
              <a:gd name="T65" fmla="*/ 395142 h 722"/>
              <a:gd name="T66" fmla="*/ 324840 w 651"/>
              <a:gd name="T67" fmla="*/ 341950 h 722"/>
              <a:gd name="T68" fmla="*/ 341715 w 651"/>
              <a:gd name="T69" fmla="*/ 344483 h 722"/>
              <a:gd name="T70" fmla="*/ 355215 w 651"/>
              <a:gd name="T71" fmla="*/ 265961 h 722"/>
              <a:gd name="T72" fmla="*/ 281809 w 651"/>
              <a:gd name="T73" fmla="*/ 209392 h 722"/>
              <a:gd name="T74" fmla="*/ 296997 w 651"/>
              <a:gd name="T75" fmla="*/ 156199 h 722"/>
              <a:gd name="T76" fmla="*/ 256497 w 651"/>
              <a:gd name="T77" fmla="*/ 76833 h 722"/>
              <a:gd name="T78" fmla="*/ 272528 w 651"/>
              <a:gd name="T79" fmla="*/ 113139 h 722"/>
              <a:gd name="T80" fmla="*/ 302903 w 651"/>
              <a:gd name="T81" fmla="*/ 101319 h 722"/>
              <a:gd name="T82" fmla="*/ 319778 w 651"/>
              <a:gd name="T83" fmla="*/ 131714 h 722"/>
              <a:gd name="T84" fmla="*/ 323153 w 651"/>
              <a:gd name="T85" fmla="*/ 186595 h 722"/>
              <a:gd name="T86" fmla="*/ 397402 w 651"/>
              <a:gd name="T87" fmla="*/ 261740 h 722"/>
              <a:gd name="T88" fmla="*/ 408370 w 651"/>
              <a:gd name="T89" fmla="*/ 193350 h 722"/>
              <a:gd name="T90" fmla="*/ 431995 w 651"/>
              <a:gd name="T91" fmla="*/ 196727 h 722"/>
              <a:gd name="T92" fmla="*/ 450557 w 651"/>
              <a:gd name="T93" fmla="*/ 180685 h 722"/>
              <a:gd name="T94" fmla="*/ 394871 w 651"/>
              <a:gd name="T95" fmla="*/ 282848 h 722"/>
              <a:gd name="T96" fmla="*/ 372090 w 651"/>
              <a:gd name="T97" fmla="*/ 358837 h 722"/>
              <a:gd name="T98" fmla="*/ 421870 w 651"/>
              <a:gd name="T99" fmla="*/ 382478 h 722"/>
              <a:gd name="T100" fmla="*/ 442120 w 651"/>
              <a:gd name="T101" fmla="*/ 385011 h 722"/>
              <a:gd name="T102" fmla="*/ 414277 w 651"/>
              <a:gd name="T103" fmla="*/ 423005 h 722"/>
              <a:gd name="T104" fmla="*/ 396558 w 651"/>
              <a:gd name="T105" fmla="*/ 471976 h 722"/>
              <a:gd name="T106" fmla="*/ 465745 w 651"/>
              <a:gd name="T107" fmla="*/ 457622 h 722"/>
              <a:gd name="T108" fmla="*/ 502869 w 651"/>
              <a:gd name="T109" fmla="*/ 437358 h 722"/>
              <a:gd name="T110" fmla="*/ 267466 w 651"/>
              <a:gd name="T111" fmla="*/ 488018 h 722"/>
              <a:gd name="T112" fmla="*/ 355215 w 651"/>
              <a:gd name="T113" fmla="*/ 350393 h 722"/>
              <a:gd name="T114" fmla="*/ 359433 w 651"/>
              <a:gd name="T115" fmla="*/ 375723 h 722"/>
              <a:gd name="T116" fmla="*/ 318934 w 651"/>
              <a:gd name="T117" fmla="*/ 429760 h 722"/>
              <a:gd name="T118" fmla="*/ 301215 w 651"/>
              <a:gd name="T119" fmla="*/ 486329 h 722"/>
              <a:gd name="T120" fmla="*/ 320621 w 651"/>
              <a:gd name="T121" fmla="*/ 542054 h 722"/>
              <a:gd name="T122" fmla="*/ 377152 w 651"/>
              <a:gd name="T123" fmla="*/ 472820 h 722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651" h="722">
                <a:moveTo>
                  <a:pt x="587" y="710"/>
                </a:moveTo>
                <a:lnTo>
                  <a:pt x="585" y="707"/>
                </a:lnTo>
                <a:cubicBezTo>
                  <a:pt x="539" y="668"/>
                  <a:pt x="563" y="634"/>
                  <a:pt x="563" y="634"/>
                </a:cubicBezTo>
                <a:cubicBezTo>
                  <a:pt x="598" y="651"/>
                  <a:pt x="587" y="710"/>
                  <a:pt x="587" y="710"/>
                </a:cubicBezTo>
                <a:close/>
                <a:moveTo>
                  <a:pt x="129" y="286"/>
                </a:moveTo>
                <a:cubicBezTo>
                  <a:pt x="129" y="286"/>
                  <a:pt x="97" y="277"/>
                  <a:pt x="90" y="309"/>
                </a:cubicBezTo>
                <a:cubicBezTo>
                  <a:pt x="90" y="309"/>
                  <a:pt x="112" y="317"/>
                  <a:pt x="129" y="286"/>
                </a:cubicBezTo>
                <a:close/>
                <a:moveTo>
                  <a:pt x="198" y="403"/>
                </a:moveTo>
                <a:cubicBezTo>
                  <a:pt x="198" y="403"/>
                  <a:pt x="183" y="422"/>
                  <a:pt x="208" y="449"/>
                </a:cubicBezTo>
                <a:cubicBezTo>
                  <a:pt x="208" y="449"/>
                  <a:pt x="227" y="421"/>
                  <a:pt x="198" y="403"/>
                </a:cubicBezTo>
                <a:close/>
                <a:moveTo>
                  <a:pt x="84" y="711"/>
                </a:moveTo>
                <a:cubicBezTo>
                  <a:pt x="84" y="711"/>
                  <a:pt x="112" y="722"/>
                  <a:pt x="134" y="682"/>
                </a:cubicBezTo>
                <a:cubicBezTo>
                  <a:pt x="134" y="682"/>
                  <a:pt x="94" y="670"/>
                  <a:pt x="84" y="711"/>
                </a:cubicBezTo>
                <a:close/>
                <a:moveTo>
                  <a:pt x="88" y="619"/>
                </a:moveTo>
                <a:cubicBezTo>
                  <a:pt x="88" y="619"/>
                  <a:pt x="90" y="636"/>
                  <a:pt x="116" y="635"/>
                </a:cubicBezTo>
                <a:cubicBezTo>
                  <a:pt x="116" y="635"/>
                  <a:pt x="111" y="612"/>
                  <a:pt x="88" y="619"/>
                </a:cubicBezTo>
                <a:close/>
                <a:moveTo>
                  <a:pt x="123" y="608"/>
                </a:moveTo>
                <a:cubicBezTo>
                  <a:pt x="123" y="608"/>
                  <a:pt x="111" y="615"/>
                  <a:pt x="119" y="634"/>
                </a:cubicBezTo>
                <a:cubicBezTo>
                  <a:pt x="119" y="634"/>
                  <a:pt x="134" y="623"/>
                  <a:pt x="123" y="608"/>
                </a:cubicBezTo>
                <a:close/>
                <a:moveTo>
                  <a:pt x="163" y="232"/>
                </a:moveTo>
                <a:cubicBezTo>
                  <a:pt x="163" y="232"/>
                  <a:pt x="158" y="209"/>
                  <a:pt x="135" y="215"/>
                </a:cubicBezTo>
                <a:cubicBezTo>
                  <a:pt x="135" y="215"/>
                  <a:pt x="138" y="232"/>
                  <a:pt x="163" y="232"/>
                </a:cubicBezTo>
                <a:close/>
                <a:moveTo>
                  <a:pt x="170" y="204"/>
                </a:moveTo>
                <a:cubicBezTo>
                  <a:pt x="170" y="204"/>
                  <a:pt x="158" y="211"/>
                  <a:pt x="166" y="230"/>
                </a:cubicBezTo>
                <a:cubicBezTo>
                  <a:pt x="166" y="230"/>
                  <a:pt x="182" y="220"/>
                  <a:pt x="170" y="204"/>
                </a:cubicBezTo>
                <a:close/>
                <a:moveTo>
                  <a:pt x="0" y="434"/>
                </a:moveTo>
                <a:cubicBezTo>
                  <a:pt x="0" y="434"/>
                  <a:pt x="33" y="445"/>
                  <a:pt x="59" y="401"/>
                </a:cubicBezTo>
                <a:cubicBezTo>
                  <a:pt x="59" y="401"/>
                  <a:pt x="12" y="388"/>
                  <a:pt x="0" y="434"/>
                </a:cubicBezTo>
                <a:close/>
                <a:moveTo>
                  <a:pt x="312" y="457"/>
                </a:moveTo>
                <a:cubicBezTo>
                  <a:pt x="312" y="457"/>
                  <a:pt x="290" y="451"/>
                  <a:pt x="285" y="473"/>
                </a:cubicBezTo>
                <a:cubicBezTo>
                  <a:pt x="285" y="473"/>
                  <a:pt x="300" y="479"/>
                  <a:pt x="312" y="457"/>
                </a:cubicBezTo>
                <a:close/>
                <a:moveTo>
                  <a:pt x="59" y="395"/>
                </a:moveTo>
                <a:cubicBezTo>
                  <a:pt x="59" y="395"/>
                  <a:pt x="56" y="358"/>
                  <a:pt x="16" y="363"/>
                </a:cubicBezTo>
                <a:cubicBezTo>
                  <a:pt x="16" y="363"/>
                  <a:pt x="16" y="390"/>
                  <a:pt x="59" y="395"/>
                </a:cubicBezTo>
                <a:close/>
                <a:moveTo>
                  <a:pt x="511" y="508"/>
                </a:moveTo>
                <a:cubicBezTo>
                  <a:pt x="511" y="508"/>
                  <a:pt x="511" y="534"/>
                  <a:pt x="549" y="539"/>
                </a:cubicBezTo>
                <a:cubicBezTo>
                  <a:pt x="549" y="539"/>
                  <a:pt x="547" y="504"/>
                  <a:pt x="511" y="508"/>
                </a:cubicBezTo>
                <a:close/>
                <a:moveTo>
                  <a:pt x="375" y="119"/>
                </a:moveTo>
                <a:cubicBezTo>
                  <a:pt x="375" y="119"/>
                  <a:pt x="388" y="90"/>
                  <a:pt x="357" y="78"/>
                </a:cubicBezTo>
                <a:cubicBezTo>
                  <a:pt x="357" y="78"/>
                  <a:pt x="347" y="99"/>
                  <a:pt x="375" y="119"/>
                </a:cubicBezTo>
                <a:close/>
                <a:moveTo>
                  <a:pt x="487" y="388"/>
                </a:moveTo>
                <a:cubicBezTo>
                  <a:pt x="487" y="388"/>
                  <a:pt x="469" y="412"/>
                  <a:pt x="502" y="444"/>
                </a:cubicBezTo>
                <a:cubicBezTo>
                  <a:pt x="502" y="444"/>
                  <a:pt x="524" y="409"/>
                  <a:pt x="487" y="388"/>
                </a:cubicBezTo>
                <a:close/>
                <a:moveTo>
                  <a:pt x="605" y="547"/>
                </a:moveTo>
                <a:cubicBezTo>
                  <a:pt x="605" y="547"/>
                  <a:pt x="594" y="569"/>
                  <a:pt x="625" y="590"/>
                </a:cubicBezTo>
                <a:cubicBezTo>
                  <a:pt x="625" y="590"/>
                  <a:pt x="638" y="559"/>
                  <a:pt x="605" y="547"/>
                </a:cubicBezTo>
                <a:close/>
                <a:moveTo>
                  <a:pt x="607" y="544"/>
                </a:moveTo>
                <a:cubicBezTo>
                  <a:pt x="607" y="544"/>
                  <a:pt x="621" y="562"/>
                  <a:pt x="651" y="544"/>
                </a:cubicBezTo>
                <a:cubicBezTo>
                  <a:pt x="651" y="544"/>
                  <a:pt x="629" y="521"/>
                  <a:pt x="607" y="544"/>
                </a:cubicBezTo>
                <a:close/>
                <a:moveTo>
                  <a:pt x="519" y="175"/>
                </a:moveTo>
                <a:cubicBezTo>
                  <a:pt x="519" y="175"/>
                  <a:pt x="529" y="159"/>
                  <a:pt x="507" y="141"/>
                </a:cubicBezTo>
                <a:cubicBezTo>
                  <a:pt x="507" y="141"/>
                  <a:pt x="495" y="164"/>
                  <a:pt x="519" y="175"/>
                </a:cubicBezTo>
                <a:close/>
                <a:moveTo>
                  <a:pt x="518" y="177"/>
                </a:moveTo>
                <a:cubicBezTo>
                  <a:pt x="518" y="177"/>
                  <a:pt x="508" y="163"/>
                  <a:pt x="485" y="175"/>
                </a:cubicBezTo>
                <a:cubicBezTo>
                  <a:pt x="485" y="175"/>
                  <a:pt x="500" y="193"/>
                  <a:pt x="518" y="177"/>
                </a:cubicBezTo>
                <a:close/>
                <a:moveTo>
                  <a:pt x="533" y="341"/>
                </a:moveTo>
                <a:cubicBezTo>
                  <a:pt x="533" y="341"/>
                  <a:pt x="551" y="301"/>
                  <a:pt x="510" y="284"/>
                </a:cubicBezTo>
                <a:cubicBezTo>
                  <a:pt x="510" y="284"/>
                  <a:pt x="494" y="312"/>
                  <a:pt x="533" y="341"/>
                </a:cubicBezTo>
                <a:close/>
                <a:moveTo>
                  <a:pt x="569" y="282"/>
                </a:moveTo>
                <a:cubicBezTo>
                  <a:pt x="569" y="282"/>
                  <a:pt x="542" y="251"/>
                  <a:pt x="512" y="280"/>
                </a:cubicBezTo>
                <a:cubicBezTo>
                  <a:pt x="512" y="280"/>
                  <a:pt x="530" y="304"/>
                  <a:pt x="569" y="282"/>
                </a:cubicBezTo>
                <a:close/>
                <a:moveTo>
                  <a:pt x="357" y="21"/>
                </a:moveTo>
                <a:cubicBezTo>
                  <a:pt x="357" y="21"/>
                  <a:pt x="311" y="13"/>
                  <a:pt x="305" y="59"/>
                </a:cubicBezTo>
                <a:cubicBezTo>
                  <a:pt x="305" y="59"/>
                  <a:pt x="338" y="67"/>
                  <a:pt x="357" y="21"/>
                </a:cubicBezTo>
                <a:close/>
                <a:moveTo>
                  <a:pt x="301" y="58"/>
                </a:moveTo>
                <a:cubicBezTo>
                  <a:pt x="301" y="58"/>
                  <a:pt x="320" y="34"/>
                  <a:pt x="288" y="0"/>
                </a:cubicBezTo>
                <a:cubicBezTo>
                  <a:pt x="288" y="0"/>
                  <a:pt x="264" y="36"/>
                  <a:pt x="301" y="58"/>
                </a:cubicBezTo>
                <a:close/>
                <a:moveTo>
                  <a:pt x="224" y="288"/>
                </a:moveTo>
                <a:cubicBezTo>
                  <a:pt x="224" y="288"/>
                  <a:pt x="174" y="302"/>
                  <a:pt x="191" y="352"/>
                </a:cubicBezTo>
                <a:cubicBezTo>
                  <a:pt x="191" y="352"/>
                  <a:pt x="228" y="344"/>
                  <a:pt x="224" y="288"/>
                </a:cubicBezTo>
                <a:close/>
                <a:moveTo>
                  <a:pt x="293" y="555"/>
                </a:moveTo>
                <a:cubicBezTo>
                  <a:pt x="293" y="555"/>
                  <a:pt x="313" y="538"/>
                  <a:pt x="291" y="506"/>
                </a:cubicBezTo>
                <a:cubicBezTo>
                  <a:pt x="291" y="506"/>
                  <a:pt x="266" y="532"/>
                  <a:pt x="293" y="555"/>
                </a:cubicBezTo>
                <a:close/>
                <a:moveTo>
                  <a:pt x="356" y="238"/>
                </a:moveTo>
                <a:cubicBezTo>
                  <a:pt x="356" y="238"/>
                  <a:pt x="367" y="210"/>
                  <a:pt x="329" y="188"/>
                </a:cubicBezTo>
                <a:cubicBezTo>
                  <a:pt x="329" y="188"/>
                  <a:pt x="316" y="227"/>
                  <a:pt x="356" y="238"/>
                </a:cubicBezTo>
                <a:close/>
                <a:moveTo>
                  <a:pt x="601" y="496"/>
                </a:moveTo>
                <a:cubicBezTo>
                  <a:pt x="601" y="496"/>
                  <a:pt x="614" y="483"/>
                  <a:pt x="597" y="462"/>
                </a:cubicBezTo>
                <a:cubicBezTo>
                  <a:pt x="597" y="462"/>
                  <a:pt x="581" y="481"/>
                  <a:pt x="601" y="496"/>
                </a:cubicBezTo>
                <a:close/>
                <a:moveTo>
                  <a:pt x="259" y="718"/>
                </a:moveTo>
                <a:cubicBezTo>
                  <a:pt x="260" y="719"/>
                  <a:pt x="262" y="720"/>
                  <a:pt x="264" y="721"/>
                </a:cubicBezTo>
                <a:lnTo>
                  <a:pt x="225" y="721"/>
                </a:lnTo>
                <a:cubicBezTo>
                  <a:pt x="225" y="720"/>
                  <a:pt x="224" y="720"/>
                  <a:pt x="224" y="719"/>
                </a:cubicBezTo>
                <a:cubicBezTo>
                  <a:pt x="224" y="714"/>
                  <a:pt x="222" y="710"/>
                  <a:pt x="219" y="706"/>
                </a:cubicBezTo>
                <a:cubicBezTo>
                  <a:pt x="216" y="704"/>
                  <a:pt x="213" y="702"/>
                  <a:pt x="210" y="700"/>
                </a:cubicBezTo>
                <a:cubicBezTo>
                  <a:pt x="206" y="698"/>
                  <a:pt x="207" y="693"/>
                  <a:pt x="209" y="690"/>
                </a:cubicBezTo>
                <a:cubicBezTo>
                  <a:pt x="206" y="688"/>
                  <a:pt x="204" y="685"/>
                  <a:pt x="202" y="683"/>
                </a:cubicBezTo>
                <a:cubicBezTo>
                  <a:pt x="202" y="683"/>
                  <a:pt x="202" y="683"/>
                  <a:pt x="202" y="683"/>
                </a:cubicBezTo>
                <a:cubicBezTo>
                  <a:pt x="201" y="683"/>
                  <a:pt x="201" y="683"/>
                  <a:pt x="201" y="683"/>
                </a:cubicBezTo>
                <a:cubicBezTo>
                  <a:pt x="198" y="682"/>
                  <a:pt x="196" y="681"/>
                  <a:pt x="193" y="681"/>
                </a:cubicBezTo>
                <a:cubicBezTo>
                  <a:pt x="189" y="679"/>
                  <a:pt x="185" y="680"/>
                  <a:pt x="181" y="679"/>
                </a:cubicBezTo>
                <a:cubicBezTo>
                  <a:pt x="178" y="678"/>
                  <a:pt x="176" y="677"/>
                  <a:pt x="173" y="676"/>
                </a:cubicBezTo>
                <a:cubicBezTo>
                  <a:pt x="173" y="677"/>
                  <a:pt x="172" y="677"/>
                  <a:pt x="171" y="677"/>
                </a:cubicBezTo>
                <a:cubicBezTo>
                  <a:pt x="168" y="680"/>
                  <a:pt x="165" y="683"/>
                  <a:pt x="161" y="685"/>
                </a:cubicBezTo>
                <a:cubicBezTo>
                  <a:pt x="159" y="686"/>
                  <a:pt x="155" y="686"/>
                  <a:pt x="154" y="687"/>
                </a:cubicBezTo>
                <a:cubicBezTo>
                  <a:pt x="154" y="692"/>
                  <a:pt x="149" y="695"/>
                  <a:pt x="147" y="700"/>
                </a:cubicBezTo>
                <a:cubicBezTo>
                  <a:pt x="146" y="700"/>
                  <a:pt x="146" y="700"/>
                  <a:pt x="146" y="700"/>
                </a:cubicBezTo>
                <a:cubicBezTo>
                  <a:pt x="147" y="697"/>
                  <a:pt x="147" y="694"/>
                  <a:pt x="148" y="691"/>
                </a:cubicBezTo>
                <a:cubicBezTo>
                  <a:pt x="149" y="690"/>
                  <a:pt x="150" y="689"/>
                  <a:pt x="151" y="688"/>
                </a:cubicBezTo>
                <a:cubicBezTo>
                  <a:pt x="150" y="688"/>
                  <a:pt x="150" y="688"/>
                  <a:pt x="150" y="687"/>
                </a:cubicBezTo>
                <a:cubicBezTo>
                  <a:pt x="143" y="684"/>
                  <a:pt x="133" y="680"/>
                  <a:pt x="126" y="680"/>
                </a:cubicBezTo>
                <a:cubicBezTo>
                  <a:pt x="125" y="680"/>
                  <a:pt x="125" y="678"/>
                  <a:pt x="126" y="678"/>
                </a:cubicBezTo>
                <a:cubicBezTo>
                  <a:pt x="131" y="679"/>
                  <a:pt x="137" y="681"/>
                  <a:pt x="142" y="680"/>
                </a:cubicBezTo>
                <a:cubicBezTo>
                  <a:pt x="146" y="679"/>
                  <a:pt x="148" y="679"/>
                  <a:pt x="151" y="680"/>
                </a:cubicBezTo>
                <a:cubicBezTo>
                  <a:pt x="154" y="677"/>
                  <a:pt x="158" y="676"/>
                  <a:pt x="161" y="673"/>
                </a:cubicBezTo>
                <a:cubicBezTo>
                  <a:pt x="161" y="672"/>
                  <a:pt x="161" y="672"/>
                  <a:pt x="161" y="672"/>
                </a:cubicBezTo>
                <a:cubicBezTo>
                  <a:pt x="161" y="672"/>
                  <a:pt x="161" y="672"/>
                  <a:pt x="161" y="671"/>
                </a:cubicBezTo>
                <a:cubicBezTo>
                  <a:pt x="160" y="671"/>
                  <a:pt x="160" y="670"/>
                  <a:pt x="159" y="670"/>
                </a:cubicBezTo>
                <a:cubicBezTo>
                  <a:pt x="156" y="669"/>
                  <a:pt x="154" y="666"/>
                  <a:pt x="152" y="663"/>
                </a:cubicBezTo>
                <a:cubicBezTo>
                  <a:pt x="151" y="662"/>
                  <a:pt x="151" y="660"/>
                  <a:pt x="151" y="659"/>
                </a:cubicBezTo>
                <a:cubicBezTo>
                  <a:pt x="151" y="658"/>
                  <a:pt x="151" y="658"/>
                  <a:pt x="151" y="657"/>
                </a:cubicBezTo>
                <a:cubicBezTo>
                  <a:pt x="149" y="656"/>
                  <a:pt x="148" y="655"/>
                  <a:pt x="146" y="654"/>
                </a:cubicBezTo>
                <a:cubicBezTo>
                  <a:pt x="146" y="654"/>
                  <a:pt x="145" y="655"/>
                  <a:pt x="144" y="654"/>
                </a:cubicBezTo>
                <a:cubicBezTo>
                  <a:pt x="142" y="654"/>
                  <a:pt x="141" y="653"/>
                  <a:pt x="139" y="652"/>
                </a:cubicBezTo>
                <a:cubicBezTo>
                  <a:pt x="138" y="651"/>
                  <a:pt x="137" y="651"/>
                  <a:pt x="137" y="651"/>
                </a:cubicBezTo>
                <a:cubicBezTo>
                  <a:pt x="135" y="651"/>
                  <a:pt x="133" y="651"/>
                  <a:pt x="132" y="651"/>
                </a:cubicBezTo>
                <a:cubicBezTo>
                  <a:pt x="131" y="651"/>
                  <a:pt x="130" y="650"/>
                  <a:pt x="130" y="649"/>
                </a:cubicBezTo>
                <a:cubicBezTo>
                  <a:pt x="128" y="648"/>
                  <a:pt x="127" y="647"/>
                  <a:pt x="125" y="647"/>
                </a:cubicBezTo>
                <a:cubicBezTo>
                  <a:pt x="124" y="647"/>
                  <a:pt x="122" y="647"/>
                  <a:pt x="121" y="647"/>
                </a:cubicBezTo>
                <a:cubicBezTo>
                  <a:pt x="117" y="647"/>
                  <a:pt x="115" y="645"/>
                  <a:pt x="111" y="646"/>
                </a:cubicBezTo>
                <a:cubicBezTo>
                  <a:pt x="110" y="646"/>
                  <a:pt x="109" y="645"/>
                  <a:pt x="109" y="645"/>
                </a:cubicBezTo>
                <a:cubicBezTo>
                  <a:pt x="106" y="644"/>
                  <a:pt x="103" y="644"/>
                  <a:pt x="100" y="644"/>
                </a:cubicBezTo>
                <a:cubicBezTo>
                  <a:pt x="99" y="644"/>
                  <a:pt x="99" y="642"/>
                  <a:pt x="100" y="642"/>
                </a:cubicBezTo>
                <a:cubicBezTo>
                  <a:pt x="105" y="642"/>
                  <a:pt x="110" y="641"/>
                  <a:pt x="114" y="641"/>
                </a:cubicBezTo>
                <a:cubicBezTo>
                  <a:pt x="117" y="641"/>
                  <a:pt x="120" y="640"/>
                  <a:pt x="123" y="641"/>
                </a:cubicBezTo>
                <a:cubicBezTo>
                  <a:pt x="124" y="640"/>
                  <a:pt x="125" y="640"/>
                  <a:pt x="126" y="640"/>
                </a:cubicBezTo>
                <a:cubicBezTo>
                  <a:pt x="131" y="641"/>
                  <a:pt x="136" y="643"/>
                  <a:pt x="141" y="645"/>
                </a:cubicBezTo>
                <a:cubicBezTo>
                  <a:pt x="142" y="645"/>
                  <a:pt x="142" y="645"/>
                  <a:pt x="143" y="645"/>
                </a:cubicBezTo>
                <a:cubicBezTo>
                  <a:pt x="144" y="645"/>
                  <a:pt x="145" y="646"/>
                  <a:pt x="147" y="647"/>
                </a:cubicBezTo>
                <a:cubicBezTo>
                  <a:pt x="147" y="647"/>
                  <a:pt x="147" y="647"/>
                  <a:pt x="147" y="647"/>
                </a:cubicBezTo>
                <a:cubicBezTo>
                  <a:pt x="148" y="648"/>
                  <a:pt x="148" y="648"/>
                  <a:pt x="149" y="648"/>
                </a:cubicBezTo>
                <a:cubicBezTo>
                  <a:pt x="151" y="650"/>
                  <a:pt x="156" y="650"/>
                  <a:pt x="158" y="652"/>
                </a:cubicBezTo>
                <a:cubicBezTo>
                  <a:pt x="158" y="652"/>
                  <a:pt x="159" y="652"/>
                  <a:pt x="160" y="653"/>
                </a:cubicBezTo>
                <a:cubicBezTo>
                  <a:pt x="162" y="654"/>
                  <a:pt x="165" y="655"/>
                  <a:pt x="168" y="657"/>
                </a:cubicBezTo>
                <a:cubicBezTo>
                  <a:pt x="170" y="656"/>
                  <a:pt x="173" y="657"/>
                  <a:pt x="176" y="657"/>
                </a:cubicBezTo>
                <a:cubicBezTo>
                  <a:pt x="176" y="657"/>
                  <a:pt x="176" y="657"/>
                  <a:pt x="176" y="657"/>
                </a:cubicBezTo>
                <a:lnTo>
                  <a:pt x="176" y="656"/>
                </a:lnTo>
                <a:cubicBezTo>
                  <a:pt x="176" y="654"/>
                  <a:pt x="177" y="652"/>
                  <a:pt x="178" y="651"/>
                </a:cubicBezTo>
                <a:cubicBezTo>
                  <a:pt x="176" y="650"/>
                  <a:pt x="173" y="648"/>
                  <a:pt x="170" y="647"/>
                </a:cubicBezTo>
                <a:cubicBezTo>
                  <a:pt x="170" y="647"/>
                  <a:pt x="170" y="646"/>
                  <a:pt x="170" y="646"/>
                </a:cubicBezTo>
                <a:cubicBezTo>
                  <a:pt x="174" y="647"/>
                  <a:pt x="178" y="649"/>
                  <a:pt x="181" y="651"/>
                </a:cubicBezTo>
                <a:cubicBezTo>
                  <a:pt x="181" y="651"/>
                  <a:pt x="181" y="651"/>
                  <a:pt x="182" y="651"/>
                </a:cubicBezTo>
                <a:cubicBezTo>
                  <a:pt x="184" y="651"/>
                  <a:pt x="185" y="649"/>
                  <a:pt x="185" y="646"/>
                </a:cubicBezTo>
                <a:cubicBezTo>
                  <a:pt x="185" y="645"/>
                  <a:pt x="185" y="645"/>
                  <a:pt x="185" y="645"/>
                </a:cubicBezTo>
                <a:cubicBezTo>
                  <a:pt x="185" y="643"/>
                  <a:pt x="185" y="641"/>
                  <a:pt x="185" y="640"/>
                </a:cubicBezTo>
                <a:cubicBezTo>
                  <a:pt x="185" y="640"/>
                  <a:pt x="184" y="639"/>
                  <a:pt x="184" y="639"/>
                </a:cubicBezTo>
                <a:cubicBezTo>
                  <a:pt x="183" y="630"/>
                  <a:pt x="182" y="621"/>
                  <a:pt x="179" y="612"/>
                </a:cubicBezTo>
                <a:cubicBezTo>
                  <a:pt x="178" y="610"/>
                  <a:pt x="179" y="607"/>
                  <a:pt x="180" y="605"/>
                </a:cubicBezTo>
                <a:cubicBezTo>
                  <a:pt x="179" y="605"/>
                  <a:pt x="179" y="605"/>
                  <a:pt x="178" y="604"/>
                </a:cubicBezTo>
                <a:cubicBezTo>
                  <a:pt x="176" y="602"/>
                  <a:pt x="176" y="598"/>
                  <a:pt x="178" y="596"/>
                </a:cubicBezTo>
                <a:lnTo>
                  <a:pt x="179" y="596"/>
                </a:lnTo>
                <a:cubicBezTo>
                  <a:pt x="178" y="592"/>
                  <a:pt x="177" y="589"/>
                  <a:pt x="177" y="586"/>
                </a:cubicBezTo>
                <a:cubicBezTo>
                  <a:pt x="175" y="583"/>
                  <a:pt x="174" y="580"/>
                  <a:pt x="173" y="579"/>
                </a:cubicBezTo>
                <a:cubicBezTo>
                  <a:pt x="169" y="573"/>
                  <a:pt x="167" y="572"/>
                  <a:pt x="168" y="563"/>
                </a:cubicBezTo>
                <a:cubicBezTo>
                  <a:pt x="168" y="559"/>
                  <a:pt x="169" y="555"/>
                  <a:pt x="170" y="551"/>
                </a:cubicBezTo>
                <a:cubicBezTo>
                  <a:pt x="170" y="550"/>
                  <a:pt x="171" y="549"/>
                  <a:pt x="171" y="547"/>
                </a:cubicBezTo>
                <a:cubicBezTo>
                  <a:pt x="170" y="547"/>
                  <a:pt x="170" y="547"/>
                  <a:pt x="170" y="547"/>
                </a:cubicBezTo>
                <a:cubicBezTo>
                  <a:pt x="165" y="540"/>
                  <a:pt x="164" y="530"/>
                  <a:pt x="160" y="522"/>
                </a:cubicBezTo>
                <a:cubicBezTo>
                  <a:pt x="156" y="520"/>
                  <a:pt x="153" y="517"/>
                  <a:pt x="149" y="516"/>
                </a:cubicBezTo>
                <a:cubicBezTo>
                  <a:pt x="145" y="513"/>
                  <a:pt x="142" y="511"/>
                  <a:pt x="138" y="508"/>
                </a:cubicBezTo>
                <a:cubicBezTo>
                  <a:pt x="136" y="508"/>
                  <a:pt x="134" y="508"/>
                  <a:pt x="133" y="508"/>
                </a:cubicBezTo>
                <a:cubicBezTo>
                  <a:pt x="130" y="509"/>
                  <a:pt x="127" y="507"/>
                  <a:pt x="126" y="505"/>
                </a:cubicBezTo>
                <a:cubicBezTo>
                  <a:pt x="122" y="501"/>
                  <a:pt x="116" y="498"/>
                  <a:pt x="110" y="494"/>
                </a:cubicBezTo>
                <a:cubicBezTo>
                  <a:pt x="109" y="493"/>
                  <a:pt x="109" y="491"/>
                  <a:pt x="109" y="490"/>
                </a:cubicBezTo>
                <a:cubicBezTo>
                  <a:pt x="104" y="488"/>
                  <a:pt x="99" y="485"/>
                  <a:pt x="95" y="481"/>
                </a:cubicBezTo>
                <a:cubicBezTo>
                  <a:pt x="89" y="476"/>
                  <a:pt x="79" y="476"/>
                  <a:pt x="71" y="474"/>
                </a:cubicBezTo>
                <a:cubicBezTo>
                  <a:pt x="66" y="472"/>
                  <a:pt x="62" y="470"/>
                  <a:pt x="57" y="468"/>
                </a:cubicBezTo>
                <a:cubicBezTo>
                  <a:pt x="57" y="468"/>
                  <a:pt x="57" y="468"/>
                  <a:pt x="57" y="468"/>
                </a:cubicBezTo>
                <a:cubicBezTo>
                  <a:pt x="68" y="471"/>
                  <a:pt x="84" y="475"/>
                  <a:pt x="96" y="474"/>
                </a:cubicBezTo>
                <a:cubicBezTo>
                  <a:pt x="103" y="473"/>
                  <a:pt x="109" y="482"/>
                  <a:pt x="117" y="482"/>
                </a:cubicBezTo>
                <a:cubicBezTo>
                  <a:pt x="121" y="482"/>
                  <a:pt x="124" y="487"/>
                  <a:pt x="121" y="489"/>
                </a:cubicBezTo>
                <a:cubicBezTo>
                  <a:pt x="123" y="490"/>
                  <a:pt x="125" y="491"/>
                  <a:pt x="127" y="491"/>
                </a:cubicBezTo>
                <a:cubicBezTo>
                  <a:pt x="128" y="491"/>
                  <a:pt x="129" y="491"/>
                  <a:pt x="130" y="492"/>
                </a:cubicBezTo>
                <a:cubicBezTo>
                  <a:pt x="130" y="492"/>
                  <a:pt x="131" y="492"/>
                  <a:pt x="131" y="492"/>
                </a:cubicBezTo>
                <a:cubicBezTo>
                  <a:pt x="131" y="492"/>
                  <a:pt x="134" y="492"/>
                  <a:pt x="133" y="492"/>
                </a:cubicBezTo>
                <a:cubicBezTo>
                  <a:pt x="133" y="492"/>
                  <a:pt x="133" y="492"/>
                  <a:pt x="133" y="492"/>
                </a:cubicBezTo>
                <a:lnTo>
                  <a:pt x="134" y="492"/>
                </a:lnTo>
                <a:cubicBezTo>
                  <a:pt x="133" y="489"/>
                  <a:pt x="132" y="486"/>
                  <a:pt x="131" y="483"/>
                </a:cubicBezTo>
                <a:cubicBezTo>
                  <a:pt x="129" y="481"/>
                  <a:pt x="130" y="477"/>
                  <a:pt x="132" y="476"/>
                </a:cubicBezTo>
                <a:cubicBezTo>
                  <a:pt x="132" y="475"/>
                  <a:pt x="133" y="475"/>
                  <a:pt x="133" y="474"/>
                </a:cubicBezTo>
                <a:cubicBezTo>
                  <a:pt x="133" y="473"/>
                  <a:pt x="132" y="471"/>
                  <a:pt x="132" y="470"/>
                </a:cubicBezTo>
                <a:cubicBezTo>
                  <a:pt x="132" y="467"/>
                  <a:pt x="132" y="464"/>
                  <a:pt x="132" y="460"/>
                </a:cubicBezTo>
                <a:cubicBezTo>
                  <a:pt x="130" y="456"/>
                  <a:pt x="129" y="450"/>
                  <a:pt x="131" y="445"/>
                </a:cubicBezTo>
                <a:cubicBezTo>
                  <a:pt x="123" y="439"/>
                  <a:pt x="114" y="431"/>
                  <a:pt x="115" y="422"/>
                </a:cubicBezTo>
                <a:cubicBezTo>
                  <a:pt x="108" y="418"/>
                  <a:pt x="103" y="411"/>
                  <a:pt x="97" y="407"/>
                </a:cubicBezTo>
                <a:cubicBezTo>
                  <a:pt x="90" y="407"/>
                  <a:pt x="85" y="405"/>
                  <a:pt x="79" y="404"/>
                </a:cubicBezTo>
                <a:cubicBezTo>
                  <a:pt x="72" y="403"/>
                  <a:pt x="66" y="401"/>
                  <a:pt x="60" y="397"/>
                </a:cubicBezTo>
                <a:cubicBezTo>
                  <a:pt x="59" y="396"/>
                  <a:pt x="60" y="394"/>
                  <a:pt x="61" y="395"/>
                </a:cubicBezTo>
                <a:cubicBezTo>
                  <a:pt x="67" y="398"/>
                  <a:pt x="72" y="398"/>
                  <a:pt x="79" y="397"/>
                </a:cubicBezTo>
                <a:cubicBezTo>
                  <a:pt x="79" y="397"/>
                  <a:pt x="80" y="397"/>
                  <a:pt x="81" y="397"/>
                </a:cubicBezTo>
                <a:cubicBezTo>
                  <a:pt x="77" y="382"/>
                  <a:pt x="76" y="366"/>
                  <a:pt x="70" y="351"/>
                </a:cubicBezTo>
                <a:cubicBezTo>
                  <a:pt x="70" y="351"/>
                  <a:pt x="71" y="350"/>
                  <a:pt x="71" y="351"/>
                </a:cubicBezTo>
                <a:cubicBezTo>
                  <a:pt x="75" y="358"/>
                  <a:pt x="78" y="365"/>
                  <a:pt x="81" y="372"/>
                </a:cubicBezTo>
                <a:cubicBezTo>
                  <a:pt x="83" y="379"/>
                  <a:pt x="85" y="389"/>
                  <a:pt x="93" y="392"/>
                </a:cubicBezTo>
                <a:cubicBezTo>
                  <a:pt x="106" y="395"/>
                  <a:pt x="112" y="409"/>
                  <a:pt x="124" y="412"/>
                </a:cubicBezTo>
                <a:cubicBezTo>
                  <a:pt x="127" y="413"/>
                  <a:pt x="129" y="417"/>
                  <a:pt x="128" y="420"/>
                </a:cubicBezTo>
                <a:cubicBezTo>
                  <a:pt x="127" y="421"/>
                  <a:pt x="127" y="423"/>
                  <a:pt x="128" y="424"/>
                </a:cubicBezTo>
                <a:cubicBezTo>
                  <a:pt x="128" y="424"/>
                  <a:pt x="128" y="424"/>
                  <a:pt x="128" y="424"/>
                </a:cubicBezTo>
                <a:cubicBezTo>
                  <a:pt x="129" y="424"/>
                  <a:pt x="129" y="424"/>
                  <a:pt x="129" y="424"/>
                </a:cubicBezTo>
                <a:cubicBezTo>
                  <a:pt x="131" y="422"/>
                  <a:pt x="134" y="422"/>
                  <a:pt x="136" y="424"/>
                </a:cubicBezTo>
                <a:cubicBezTo>
                  <a:pt x="136" y="424"/>
                  <a:pt x="137" y="424"/>
                  <a:pt x="138" y="424"/>
                </a:cubicBezTo>
                <a:cubicBezTo>
                  <a:pt x="139" y="424"/>
                  <a:pt x="139" y="424"/>
                  <a:pt x="140" y="425"/>
                </a:cubicBezTo>
                <a:cubicBezTo>
                  <a:pt x="148" y="414"/>
                  <a:pt x="159" y="404"/>
                  <a:pt x="161" y="394"/>
                </a:cubicBezTo>
                <a:cubicBezTo>
                  <a:pt x="162" y="385"/>
                  <a:pt x="164" y="377"/>
                  <a:pt x="167" y="369"/>
                </a:cubicBezTo>
                <a:cubicBezTo>
                  <a:pt x="168" y="365"/>
                  <a:pt x="164" y="360"/>
                  <a:pt x="164" y="356"/>
                </a:cubicBezTo>
                <a:cubicBezTo>
                  <a:pt x="165" y="351"/>
                  <a:pt x="165" y="345"/>
                  <a:pt x="164" y="339"/>
                </a:cubicBezTo>
                <a:cubicBezTo>
                  <a:pt x="164" y="339"/>
                  <a:pt x="165" y="339"/>
                  <a:pt x="165" y="339"/>
                </a:cubicBezTo>
                <a:cubicBezTo>
                  <a:pt x="163" y="333"/>
                  <a:pt x="160" y="330"/>
                  <a:pt x="154" y="326"/>
                </a:cubicBezTo>
                <a:cubicBezTo>
                  <a:pt x="146" y="322"/>
                  <a:pt x="142" y="310"/>
                  <a:pt x="143" y="302"/>
                </a:cubicBezTo>
                <a:cubicBezTo>
                  <a:pt x="143" y="301"/>
                  <a:pt x="143" y="301"/>
                  <a:pt x="143" y="301"/>
                </a:cubicBezTo>
                <a:cubicBezTo>
                  <a:pt x="141" y="299"/>
                  <a:pt x="140" y="296"/>
                  <a:pt x="140" y="293"/>
                </a:cubicBezTo>
                <a:cubicBezTo>
                  <a:pt x="140" y="292"/>
                  <a:pt x="139" y="291"/>
                  <a:pt x="138" y="290"/>
                </a:cubicBezTo>
                <a:cubicBezTo>
                  <a:pt x="136" y="289"/>
                  <a:pt x="133" y="288"/>
                  <a:pt x="132" y="286"/>
                </a:cubicBezTo>
                <a:cubicBezTo>
                  <a:pt x="128" y="282"/>
                  <a:pt x="126" y="276"/>
                  <a:pt x="121" y="274"/>
                </a:cubicBezTo>
                <a:cubicBezTo>
                  <a:pt x="121" y="273"/>
                  <a:pt x="121" y="273"/>
                  <a:pt x="122" y="273"/>
                </a:cubicBezTo>
                <a:cubicBezTo>
                  <a:pt x="125" y="274"/>
                  <a:pt x="129" y="276"/>
                  <a:pt x="131" y="278"/>
                </a:cubicBezTo>
                <a:cubicBezTo>
                  <a:pt x="134" y="281"/>
                  <a:pt x="138" y="286"/>
                  <a:pt x="143" y="285"/>
                </a:cubicBezTo>
                <a:cubicBezTo>
                  <a:pt x="145" y="277"/>
                  <a:pt x="149" y="269"/>
                  <a:pt x="154" y="261"/>
                </a:cubicBezTo>
                <a:cubicBezTo>
                  <a:pt x="154" y="261"/>
                  <a:pt x="154" y="261"/>
                  <a:pt x="154" y="261"/>
                </a:cubicBezTo>
                <a:cubicBezTo>
                  <a:pt x="155" y="255"/>
                  <a:pt x="162" y="248"/>
                  <a:pt x="160" y="242"/>
                </a:cubicBezTo>
                <a:cubicBezTo>
                  <a:pt x="157" y="234"/>
                  <a:pt x="168" y="234"/>
                  <a:pt x="172" y="231"/>
                </a:cubicBezTo>
                <a:cubicBezTo>
                  <a:pt x="173" y="231"/>
                  <a:pt x="173" y="232"/>
                  <a:pt x="173" y="232"/>
                </a:cubicBezTo>
                <a:cubicBezTo>
                  <a:pt x="166" y="241"/>
                  <a:pt x="160" y="253"/>
                  <a:pt x="157" y="265"/>
                </a:cubicBezTo>
                <a:cubicBezTo>
                  <a:pt x="157" y="265"/>
                  <a:pt x="156" y="266"/>
                  <a:pt x="156" y="267"/>
                </a:cubicBezTo>
                <a:cubicBezTo>
                  <a:pt x="155" y="272"/>
                  <a:pt x="155" y="277"/>
                  <a:pt x="155" y="281"/>
                </a:cubicBezTo>
                <a:cubicBezTo>
                  <a:pt x="155" y="283"/>
                  <a:pt x="154" y="284"/>
                  <a:pt x="153" y="284"/>
                </a:cubicBezTo>
                <a:lnTo>
                  <a:pt x="152" y="286"/>
                </a:lnTo>
                <a:cubicBezTo>
                  <a:pt x="152" y="287"/>
                  <a:pt x="152" y="289"/>
                  <a:pt x="153" y="290"/>
                </a:cubicBezTo>
                <a:cubicBezTo>
                  <a:pt x="153" y="292"/>
                  <a:pt x="152" y="293"/>
                  <a:pt x="150" y="292"/>
                </a:cubicBezTo>
                <a:cubicBezTo>
                  <a:pt x="150" y="293"/>
                  <a:pt x="150" y="293"/>
                  <a:pt x="150" y="294"/>
                </a:cubicBezTo>
                <a:cubicBezTo>
                  <a:pt x="151" y="295"/>
                  <a:pt x="152" y="297"/>
                  <a:pt x="153" y="299"/>
                </a:cubicBezTo>
                <a:cubicBezTo>
                  <a:pt x="153" y="300"/>
                  <a:pt x="153" y="301"/>
                  <a:pt x="152" y="302"/>
                </a:cubicBezTo>
                <a:cubicBezTo>
                  <a:pt x="153" y="303"/>
                  <a:pt x="153" y="303"/>
                  <a:pt x="154" y="304"/>
                </a:cubicBezTo>
                <a:cubicBezTo>
                  <a:pt x="155" y="306"/>
                  <a:pt x="154" y="308"/>
                  <a:pt x="153" y="310"/>
                </a:cubicBezTo>
                <a:cubicBezTo>
                  <a:pt x="156" y="314"/>
                  <a:pt x="159" y="317"/>
                  <a:pt x="162" y="319"/>
                </a:cubicBezTo>
                <a:cubicBezTo>
                  <a:pt x="166" y="321"/>
                  <a:pt x="168" y="322"/>
                  <a:pt x="171" y="326"/>
                </a:cubicBezTo>
                <a:cubicBezTo>
                  <a:pt x="174" y="333"/>
                  <a:pt x="173" y="345"/>
                  <a:pt x="172" y="354"/>
                </a:cubicBezTo>
                <a:cubicBezTo>
                  <a:pt x="172" y="354"/>
                  <a:pt x="172" y="355"/>
                  <a:pt x="173" y="355"/>
                </a:cubicBezTo>
                <a:cubicBezTo>
                  <a:pt x="173" y="358"/>
                  <a:pt x="175" y="361"/>
                  <a:pt x="176" y="364"/>
                </a:cubicBezTo>
                <a:cubicBezTo>
                  <a:pt x="178" y="363"/>
                  <a:pt x="180" y="362"/>
                  <a:pt x="182" y="362"/>
                </a:cubicBezTo>
                <a:cubicBezTo>
                  <a:pt x="184" y="361"/>
                  <a:pt x="186" y="359"/>
                  <a:pt x="187" y="358"/>
                </a:cubicBezTo>
                <a:cubicBezTo>
                  <a:pt x="188" y="357"/>
                  <a:pt x="188" y="358"/>
                  <a:pt x="188" y="358"/>
                </a:cubicBezTo>
                <a:cubicBezTo>
                  <a:pt x="187" y="360"/>
                  <a:pt x="186" y="361"/>
                  <a:pt x="185" y="362"/>
                </a:cubicBezTo>
                <a:cubicBezTo>
                  <a:pt x="184" y="362"/>
                  <a:pt x="183" y="364"/>
                  <a:pt x="183" y="365"/>
                </a:cubicBezTo>
                <a:cubicBezTo>
                  <a:pt x="181" y="367"/>
                  <a:pt x="180" y="368"/>
                  <a:pt x="177" y="369"/>
                </a:cubicBezTo>
                <a:cubicBezTo>
                  <a:pt x="177" y="369"/>
                  <a:pt x="176" y="369"/>
                  <a:pt x="176" y="369"/>
                </a:cubicBezTo>
                <a:cubicBezTo>
                  <a:pt x="174" y="378"/>
                  <a:pt x="174" y="388"/>
                  <a:pt x="172" y="397"/>
                </a:cubicBezTo>
                <a:cubicBezTo>
                  <a:pt x="169" y="407"/>
                  <a:pt x="164" y="415"/>
                  <a:pt x="159" y="424"/>
                </a:cubicBezTo>
                <a:cubicBezTo>
                  <a:pt x="156" y="430"/>
                  <a:pt x="151" y="436"/>
                  <a:pt x="149" y="442"/>
                </a:cubicBezTo>
                <a:cubicBezTo>
                  <a:pt x="148" y="447"/>
                  <a:pt x="147" y="450"/>
                  <a:pt x="145" y="454"/>
                </a:cubicBezTo>
                <a:cubicBezTo>
                  <a:pt x="145" y="456"/>
                  <a:pt x="145" y="458"/>
                  <a:pt x="145" y="461"/>
                </a:cubicBezTo>
                <a:cubicBezTo>
                  <a:pt x="145" y="461"/>
                  <a:pt x="145" y="462"/>
                  <a:pt x="145" y="463"/>
                </a:cubicBezTo>
                <a:cubicBezTo>
                  <a:pt x="145" y="463"/>
                  <a:pt x="145" y="464"/>
                  <a:pt x="145" y="464"/>
                </a:cubicBezTo>
                <a:cubicBezTo>
                  <a:pt x="148" y="465"/>
                  <a:pt x="150" y="468"/>
                  <a:pt x="149" y="471"/>
                </a:cubicBezTo>
                <a:cubicBezTo>
                  <a:pt x="148" y="472"/>
                  <a:pt x="148" y="473"/>
                  <a:pt x="148" y="474"/>
                </a:cubicBezTo>
                <a:cubicBezTo>
                  <a:pt x="149" y="476"/>
                  <a:pt x="150" y="479"/>
                  <a:pt x="152" y="481"/>
                </a:cubicBezTo>
                <a:cubicBezTo>
                  <a:pt x="155" y="488"/>
                  <a:pt x="161" y="495"/>
                  <a:pt x="166" y="501"/>
                </a:cubicBezTo>
                <a:cubicBezTo>
                  <a:pt x="172" y="509"/>
                  <a:pt x="180" y="516"/>
                  <a:pt x="188" y="523"/>
                </a:cubicBezTo>
                <a:cubicBezTo>
                  <a:pt x="188" y="522"/>
                  <a:pt x="188" y="520"/>
                  <a:pt x="189" y="519"/>
                </a:cubicBezTo>
                <a:cubicBezTo>
                  <a:pt x="193" y="510"/>
                  <a:pt x="197" y="500"/>
                  <a:pt x="204" y="492"/>
                </a:cubicBezTo>
                <a:cubicBezTo>
                  <a:pt x="203" y="488"/>
                  <a:pt x="203" y="484"/>
                  <a:pt x="204" y="479"/>
                </a:cubicBezTo>
                <a:cubicBezTo>
                  <a:pt x="205" y="476"/>
                  <a:pt x="207" y="473"/>
                  <a:pt x="208" y="470"/>
                </a:cubicBezTo>
                <a:cubicBezTo>
                  <a:pt x="209" y="465"/>
                  <a:pt x="211" y="464"/>
                  <a:pt x="207" y="463"/>
                </a:cubicBezTo>
                <a:cubicBezTo>
                  <a:pt x="204" y="462"/>
                  <a:pt x="203" y="457"/>
                  <a:pt x="206" y="456"/>
                </a:cubicBezTo>
                <a:cubicBezTo>
                  <a:pt x="219" y="450"/>
                  <a:pt x="233" y="447"/>
                  <a:pt x="244" y="437"/>
                </a:cubicBezTo>
                <a:cubicBezTo>
                  <a:pt x="246" y="435"/>
                  <a:pt x="250" y="429"/>
                  <a:pt x="253" y="429"/>
                </a:cubicBezTo>
                <a:cubicBezTo>
                  <a:pt x="259" y="429"/>
                  <a:pt x="258" y="419"/>
                  <a:pt x="257" y="415"/>
                </a:cubicBezTo>
                <a:cubicBezTo>
                  <a:pt x="257" y="414"/>
                  <a:pt x="258" y="414"/>
                  <a:pt x="258" y="415"/>
                </a:cubicBezTo>
                <a:cubicBezTo>
                  <a:pt x="260" y="420"/>
                  <a:pt x="260" y="425"/>
                  <a:pt x="259" y="431"/>
                </a:cubicBezTo>
                <a:cubicBezTo>
                  <a:pt x="259" y="431"/>
                  <a:pt x="258" y="432"/>
                  <a:pt x="258" y="432"/>
                </a:cubicBezTo>
                <a:cubicBezTo>
                  <a:pt x="252" y="431"/>
                  <a:pt x="248" y="439"/>
                  <a:pt x="244" y="442"/>
                </a:cubicBezTo>
                <a:cubicBezTo>
                  <a:pt x="241" y="444"/>
                  <a:pt x="238" y="447"/>
                  <a:pt x="235" y="449"/>
                </a:cubicBezTo>
                <a:cubicBezTo>
                  <a:pt x="229" y="452"/>
                  <a:pt x="223" y="456"/>
                  <a:pt x="217" y="459"/>
                </a:cubicBezTo>
                <a:cubicBezTo>
                  <a:pt x="217" y="460"/>
                  <a:pt x="218" y="460"/>
                  <a:pt x="218" y="461"/>
                </a:cubicBezTo>
                <a:cubicBezTo>
                  <a:pt x="219" y="472"/>
                  <a:pt x="212" y="481"/>
                  <a:pt x="214" y="492"/>
                </a:cubicBezTo>
                <a:cubicBezTo>
                  <a:pt x="215" y="492"/>
                  <a:pt x="215" y="492"/>
                  <a:pt x="215" y="492"/>
                </a:cubicBezTo>
                <a:cubicBezTo>
                  <a:pt x="215" y="492"/>
                  <a:pt x="215" y="492"/>
                  <a:pt x="215" y="492"/>
                </a:cubicBezTo>
                <a:cubicBezTo>
                  <a:pt x="215" y="492"/>
                  <a:pt x="215" y="493"/>
                  <a:pt x="214" y="493"/>
                </a:cubicBezTo>
                <a:cubicBezTo>
                  <a:pt x="215" y="494"/>
                  <a:pt x="214" y="496"/>
                  <a:pt x="213" y="497"/>
                </a:cubicBezTo>
                <a:cubicBezTo>
                  <a:pt x="212" y="498"/>
                  <a:pt x="212" y="498"/>
                  <a:pt x="211" y="499"/>
                </a:cubicBezTo>
                <a:cubicBezTo>
                  <a:pt x="209" y="505"/>
                  <a:pt x="209" y="511"/>
                  <a:pt x="206" y="516"/>
                </a:cubicBezTo>
                <a:cubicBezTo>
                  <a:pt x="202" y="523"/>
                  <a:pt x="199" y="529"/>
                  <a:pt x="196" y="536"/>
                </a:cubicBezTo>
                <a:lnTo>
                  <a:pt x="195" y="537"/>
                </a:lnTo>
                <a:cubicBezTo>
                  <a:pt x="196" y="541"/>
                  <a:pt x="196" y="545"/>
                  <a:pt x="196" y="549"/>
                </a:cubicBezTo>
                <a:cubicBezTo>
                  <a:pt x="197" y="551"/>
                  <a:pt x="197" y="554"/>
                  <a:pt x="195" y="557"/>
                </a:cubicBezTo>
                <a:lnTo>
                  <a:pt x="194" y="558"/>
                </a:lnTo>
                <a:cubicBezTo>
                  <a:pt x="194" y="559"/>
                  <a:pt x="194" y="561"/>
                  <a:pt x="193" y="562"/>
                </a:cubicBezTo>
                <a:cubicBezTo>
                  <a:pt x="199" y="575"/>
                  <a:pt x="200" y="588"/>
                  <a:pt x="201" y="602"/>
                </a:cubicBezTo>
                <a:cubicBezTo>
                  <a:pt x="207" y="609"/>
                  <a:pt x="209" y="621"/>
                  <a:pt x="213" y="628"/>
                </a:cubicBezTo>
                <a:cubicBezTo>
                  <a:pt x="218" y="640"/>
                  <a:pt x="219" y="653"/>
                  <a:pt x="223" y="666"/>
                </a:cubicBezTo>
                <a:cubicBezTo>
                  <a:pt x="224" y="666"/>
                  <a:pt x="225" y="667"/>
                  <a:pt x="226" y="669"/>
                </a:cubicBezTo>
                <a:cubicBezTo>
                  <a:pt x="227" y="675"/>
                  <a:pt x="230" y="680"/>
                  <a:pt x="233" y="685"/>
                </a:cubicBezTo>
                <a:cubicBezTo>
                  <a:pt x="234" y="686"/>
                  <a:pt x="234" y="686"/>
                  <a:pt x="234" y="686"/>
                </a:cubicBezTo>
                <a:cubicBezTo>
                  <a:pt x="234" y="685"/>
                  <a:pt x="236" y="684"/>
                  <a:pt x="236" y="685"/>
                </a:cubicBezTo>
                <a:cubicBezTo>
                  <a:pt x="245" y="692"/>
                  <a:pt x="247" y="703"/>
                  <a:pt x="253" y="711"/>
                </a:cubicBezTo>
                <a:cubicBezTo>
                  <a:pt x="255" y="713"/>
                  <a:pt x="256" y="715"/>
                  <a:pt x="258" y="717"/>
                </a:cubicBezTo>
                <a:cubicBezTo>
                  <a:pt x="258" y="717"/>
                  <a:pt x="258" y="717"/>
                  <a:pt x="259" y="718"/>
                </a:cubicBezTo>
                <a:close/>
                <a:moveTo>
                  <a:pt x="132" y="493"/>
                </a:moveTo>
                <a:lnTo>
                  <a:pt x="131" y="493"/>
                </a:lnTo>
                <a:lnTo>
                  <a:pt x="132" y="493"/>
                </a:lnTo>
                <a:close/>
                <a:moveTo>
                  <a:pt x="602" y="507"/>
                </a:moveTo>
                <a:cubicBezTo>
                  <a:pt x="598" y="510"/>
                  <a:pt x="600" y="517"/>
                  <a:pt x="600" y="521"/>
                </a:cubicBezTo>
                <a:cubicBezTo>
                  <a:pt x="600" y="523"/>
                  <a:pt x="599" y="524"/>
                  <a:pt x="598" y="523"/>
                </a:cubicBezTo>
                <a:cubicBezTo>
                  <a:pt x="597" y="523"/>
                  <a:pt x="597" y="523"/>
                  <a:pt x="596" y="523"/>
                </a:cubicBezTo>
                <a:cubicBezTo>
                  <a:pt x="598" y="525"/>
                  <a:pt x="598" y="528"/>
                  <a:pt x="598" y="531"/>
                </a:cubicBezTo>
                <a:cubicBezTo>
                  <a:pt x="599" y="535"/>
                  <a:pt x="600" y="539"/>
                  <a:pt x="601" y="543"/>
                </a:cubicBezTo>
                <a:cubicBezTo>
                  <a:pt x="601" y="546"/>
                  <a:pt x="600" y="548"/>
                  <a:pt x="598" y="548"/>
                </a:cubicBezTo>
                <a:cubicBezTo>
                  <a:pt x="597" y="548"/>
                  <a:pt x="595" y="548"/>
                  <a:pt x="594" y="548"/>
                </a:cubicBezTo>
                <a:cubicBezTo>
                  <a:pt x="594" y="548"/>
                  <a:pt x="594" y="548"/>
                  <a:pt x="594" y="548"/>
                </a:cubicBezTo>
                <a:cubicBezTo>
                  <a:pt x="595" y="551"/>
                  <a:pt x="593" y="554"/>
                  <a:pt x="590" y="554"/>
                </a:cubicBezTo>
                <a:cubicBezTo>
                  <a:pt x="589" y="554"/>
                  <a:pt x="587" y="554"/>
                  <a:pt x="586" y="554"/>
                </a:cubicBezTo>
                <a:cubicBezTo>
                  <a:pt x="586" y="556"/>
                  <a:pt x="584" y="557"/>
                  <a:pt x="582" y="557"/>
                </a:cubicBezTo>
                <a:cubicBezTo>
                  <a:pt x="576" y="557"/>
                  <a:pt x="573" y="562"/>
                  <a:pt x="568" y="562"/>
                </a:cubicBezTo>
                <a:cubicBezTo>
                  <a:pt x="568" y="565"/>
                  <a:pt x="567" y="568"/>
                  <a:pt x="566" y="571"/>
                </a:cubicBezTo>
                <a:cubicBezTo>
                  <a:pt x="565" y="572"/>
                  <a:pt x="565" y="573"/>
                  <a:pt x="564" y="573"/>
                </a:cubicBezTo>
                <a:cubicBezTo>
                  <a:pt x="559" y="575"/>
                  <a:pt x="556" y="578"/>
                  <a:pt x="555" y="583"/>
                </a:cubicBezTo>
                <a:cubicBezTo>
                  <a:pt x="554" y="585"/>
                  <a:pt x="550" y="586"/>
                  <a:pt x="549" y="583"/>
                </a:cubicBezTo>
                <a:cubicBezTo>
                  <a:pt x="549" y="584"/>
                  <a:pt x="548" y="584"/>
                  <a:pt x="548" y="584"/>
                </a:cubicBezTo>
                <a:cubicBezTo>
                  <a:pt x="547" y="585"/>
                  <a:pt x="546" y="585"/>
                  <a:pt x="545" y="585"/>
                </a:cubicBezTo>
                <a:cubicBezTo>
                  <a:pt x="543" y="586"/>
                  <a:pt x="540" y="586"/>
                  <a:pt x="538" y="586"/>
                </a:cubicBezTo>
                <a:cubicBezTo>
                  <a:pt x="534" y="585"/>
                  <a:pt x="529" y="584"/>
                  <a:pt x="525" y="583"/>
                </a:cubicBezTo>
                <a:cubicBezTo>
                  <a:pt x="527" y="584"/>
                  <a:pt x="530" y="586"/>
                  <a:pt x="531" y="588"/>
                </a:cubicBezTo>
                <a:cubicBezTo>
                  <a:pt x="534" y="589"/>
                  <a:pt x="536" y="590"/>
                  <a:pt x="538" y="591"/>
                </a:cubicBezTo>
                <a:cubicBezTo>
                  <a:pt x="540" y="592"/>
                  <a:pt x="541" y="595"/>
                  <a:pt x="540" y="597"/>
                </a:cubicBezTo>
                <a:cubicBezTo>
                  <a:pt x="536" y="610"/>
                  <a:pt x="555" y="616"/>
                  <a:pt x="562" y="626"/>
                </a:cubicBezTo>
                <a:cubicBezTo>
                  <a:pt x="563" y="626"/>
                  <a:pt x="563" y="626"/>
                  <a:pt x="563" y="626"/>
                </a:cubicBezTo>
                <a:cubicBezTo>
                  <a:pt x="572" y="632"/>
                  <a:pt x="579" y="638"/>
                  <a:pt x="588" y="643"/>
                </a:cubicBezTo>
                <a:cubicBezTo>
                  <a:pt x="580" y="638"/>
                  <a:pt x="572" y="635"/>
                  <a:pt x="564" y="631"/>
                </a:cubicBezTo>
                <a:cubicBezTo>
                  <a:pt x="563" y="632"/>
                  <a:pt x="561" y="632"/>
                  <a:pt x="560" y="630"/>
                </a:cubicBezTo>
                <a:cubicBezTo>
                  <a:pt x="557" y="621"/>
                  <a:pt x="544" y="617"/>
                  <a:pt x="539" y="609"/>
                </a:cubicBezTo>
                <a:cubicBezTo>
                  <a:pt x="535" y="605"/>
                  <a:pt x="531" y="603"/>
                  <a:pt x="531" y="598"/>
                </a:cubicBezTo>
                <a:cubicBezTo>
                  <a:pt x="526" y="596"/>
                  <a:pt x="522" y="593"/>
                  <a:pt x="518" y="589"/>
                </a:cubicBezTo>
                <a:cubicBezTo>
                  <a:pt x="515" y="588"/>
                  <a:pt x="510" y="587"/>
                  <a:pt x="509" y="586"/>
                </a:cubicBezTo>
                <a:cubicBezTo>
                  <a:pt x="500" y="584"/>
                  <a:pt x="491" y="582"/>
                  <a:pt x="482" y="581"/>
                </a:cubicBezTo>
                <a:cubicBezTo>
                  <a:pt x="478" y="580"/>
                  <a:pt x="475" y="580"/>
                  <a:pt x="471" y="580"/>
                </a:cubicBezTo>
                <a:cubicBezTo>
                  <a:pt x="470" y="582"/>
                  <a:pt x="468" y="584"/>
                  <a:pt x="465" y="583"/>
                </a:cubicBezTo>
                <a:cubicBezTo>
                  <a:pt x="459" y="581"/>
                  <a:pt x="456" y="590"/>
                  <a:pt x="453" y="594"/>
                </a:cubicBezTo>
                <a:cubicBezTo>
                  <a:pt x="451" y="598"/>
                  <a:pt x="446" y="602"/>
                  <a:pt x="447" y="606"/>
                </a:cubicBezTo>
                <a:cubicBezTo>
                  <a:pt x="448" y="611"/>
                  <a:pt x="444" y="615"/>
                  <a:pt x="439" y="614"/>
                </a:cubicBezTo>
                <a:cubicBezTo>
                  <a:pt x="439" y="615"/>
                  <a:pt x="438" y="616"/>
                  <a:pt x="437" y="617"/>
                </a:cubicBezTo>
                <a:cubicBezTo>
                  <a:pt x="436" y="619"/>
                  <a:pt x="435" y="620"/>
                  <a:pt x="434" y="621"/>
                </a:cubicBezTo>
                <a:cubicBezTo>
                  <a:pt x="434" y="623"/>
                  <a:pt x="433" y="625"/>
                  <a:pt x="432" y="627"/>
                </a:cubicBezTo>
                <a:cubicBezTo>
                  <a:pt x="432" y="631"/>
                  <a:pt x="431" y="635"/>
                  <a:pt x="430" y="638"/>
                </a:cubicBezTo>
                <a:cubicBezTo>
                  <a:pt x="429" y="641"/>
                  <a:pt x="427" y="642"/>
                  <a:pt x="426" y="642"/>
                </a:cubicBezTo>
                <a:cubicBezTo>
                  <a:pt x="425" y="643"/>
                  <a:pt x="424" y="644"/>
                  <a:pt x="424" y="645"/>
                </a:cubicBezTo>
                <a:cubicBezTo>
                  <a:pt x="422" y="652"/>
                  <a:pt x="420" y="658"/>
                  <a:pt x="413" y="659"/>
                </a:cubicBezTo>
                <a:cubicBezTo>
                  <a:pt x="411" y="662"/>
                  <a:pt x="408" y="665"/>
                  <a:pt x="405" y="667"/>
                </a:cubicBezTo>
                <a:cubicBezTo>
                  <a:pt x="405" y="668"/>
                  <a:pt x="405" y="668"/>
                  <a:pt x="405" y="669"/>
                </a:cubicBezTo>
                <a:cubicBezTo>
                  <a:pt x="405" y="672"/>
                  <a:pt x="403" y="673"/>
                  <a:pt x="401" y="674"/>
                </a:cubicBezTo>
                <a:cubicBezTo>
                  <a:pt x="402" y="674"/>
                  <a:pt x="402" y="674"/>
                  <a:pt x="402" y="675"/>
                </a:cubicBezTo>
                <a:cubicBezTo>
                  <a:pt x="403" y="679"/>
                  <a:pt x="401" y="685"/>
                  <a:pt x="398" y="688"/>
                </a:cubicBezTo>
                <a:cubicBezTo>
                  <a:pt x="396" y="690"/>
                  <a:pt x="393" y="691"/>
                  <a:pt x="391" y="691"/>
                </a:cubicBezTo>
                <a:cubicBezTo>
                  <a:pt x="391" y="692"/>
                  <a:pt x="391" y="692"/>
                  <a:pt x="390" y="693"/>
                </a:cubicBezTo>
                <a:cubicBezTo>
                  <a:pt x="389" y="694"/>
                  <a:pt x="388" y="696"/>
                  <a:pt x="387" y="697"/>
                </a:cubicBezTo>
                <a:cubicBezTo>
                  <a:pt x="387" y="697"/>
                  <a:pt x="386" y="698"/>
                  <a:pt x="386" y="698"/>
                </a:cubicBezTo>
                <a:cubicBezTo>
                  <a:pt x="385" y="699"/>
                  <a:pt x="384" y="700"/>
                  <a:pt x="383" y="701"/>
                </a:cubicBezTo>
                <a:cubicBezTo>
                  <a:pt x="382" y="704"/>
                  <a:pt x="379" y="706"/>
                  <a:pt x="376" y="705"/>
                </a:cubicBezTo>
                <a:cubicBezTo>
                  <a:pt x="374" y="707"/>
                  <a:pt x="372" y="709"/>
                  <a:pt x="370" y="710"/>
                </a:cubicBezTo>
                <a:lnTo>
                  <a:pt x="369" y="710"/>
                </a:lnTo>
                <a:cubicBezTo>
                  <a:pt x="370" y="712"/>
                  <a:pt x="371" y="715"/>
                  <a:pt x="370" y="717"/>
                </a:cubicBezTo>
                <a:cubicBezTo>
                  <a:pt x="371" y="718"/>
                  <a:pt x="371" y="720"/>
                  <a:pt x="370" y="721"/>
                </a:cubicBezTo>
                <a:lnTo>
                  <a:pt x="315" y="721"/>
                </a:lnTo>
                <a:cubicBezTo>
                  <a:pt x="315" y="720"/>
                  <a:pt x="316" y="718"/>
                  <a:pt x="318" y="717"/>
                </a:cubicBezTo>
                <a:cubicBezTo>
                  <a:pt x="319" y="716"/>
                  <a:pt x="321" y="715"/>
                  <a:pt x="322" y="715"/>
                </a:cubicBezTo>
                <a:cubicBezTo>
                  <a:pt x="323" y="707"/>
                  <a:pt x="322" y="699"/>
                  <a:pt x="324" y="692"/>
                </a:cubicBezTo>
                <a:lnTo>
                  <a:pt x="323" y="692"/>
                </a:lnTo>
                <a:cubicBezTo>
                  <a:pt x="321" y="691"/>
                  <a:pt x="320" y="688"/>
                  <a:pt x="320" y="686"/>
                </a:cubicBezTo>
                <a:cubicBezTo>
                  <a:pt x="320" y="678"/>
                  <a:pt x="319" y="670"/>
                  <a:pt x="318" y="662"/>
                </a:cubicBezTo>
                <a:cubicBezTo>
                  <a:pt x="317" y="660"/>
                  <a:pt x="318" y="657"/>
                  <a:pt x="320" y="655"/>
                </a:cubicBezTo>
                <a:cubicBezTo>
                  <a:pt x="320" y="655"/>
                  <a:pt x="321" y="654"/>
                  <a:pt x="321" y="654"/>
                </a:cubicBezTo>
                <a:cubicBezTo>
                  <a:pt x="321" y="653"/>
                  <a:pt x="321" y="653"/>
                  <a:pt x="321" y="652"/>
                </a:cubicBezTo>
                <a:cubicBezTo>
                  <a:pt x="322" y="650"/>
                  <a:pt x="322" y="648"/>
                  <a:pt x="322" y="646"/>
                </a:cubicBezTo>
                <a:cubicBezTo>
                  <a:pt x="320" y="642"/>
                  <a:pt x="318" y="638"/>
                  <a:pt x="317" y="634"/>
                </a:cubicBezTo>
                <a:cubicBezTo>
                  <a:pt x="317" y="632"/>
                  <a:pt x="318" y="629"/>
                  <a:pt x="320" y="629"/>
                </a:cubicBezTo>
                <a:cubicBezTo>
                  <a:pt x="320" y="629"/>
                  <a:pt x="320" y="628"/>
                  <a:pt x="320" y="628"/>
                </a:cubicBezTo>
                <a:cubicBezTo>
                  <a:pt x="319" y="628"/>
                  <a:pt x="318" y="626"/>
                  <a:pt x="318" y="626"/>
                </a:cubicBezTo>
                <a:cubicBezTo>
                  <a:pt x="318" y="623"/>
                  <a:pt x="317" y="620"/>
                  <a:pt x="316" y="617"/>
                </a:cubicBezTo>
                <a:cubicBezTo>
                  <a:pt x="315" y="614"/>
                  <a:pt x="317" y="611"/>
                  <a:pt x="319" y="610"/>
                </a:cubicBezTo>
                <a:cubicBezTo>
                  <a:pt x="318" y="607"/>
                  <a:pt x="317" y="603"/>
                  <a:pt x="316" y="600"/>
                </a:cubicBezTo>
                <a:cubicBezTo>
                  <a:pt x="311" y="593"/>
                  <a:pt x="306" y="586"/>
                  <a:pt x="305" y="579"/>
                </a:cubicBezTo>
                <a:cubicBezTo>
                  <a:pt x="300" y="577"/>
                  <a:pt x="296" y="574"/>
                  <a:pt x="294" y="570"/>
                </a:cubicBezTo>
                <a:cubicBezTo>
                  <a:pt x="293" y="569"/>
                  <a:pt x="292" y="568"/>
                  <a:pt x="292" y="568"/>
                </a:cubicBezTo>
                <a:cubicBezTo>
                  <a:pt x="290" y="567"/>
                  <a:pt x="289" y="566"/>
                  <a:pt x="287" y="565"/>
                </a:cubicBezTo>
                <a:cubicBezTo>
                  <a:pt x="284" y="564"/>
                  <a:pt x="281" y="563"/>
                  <a:pt x="278" y="562"/>
                </a:cubicBezTo>
                <a:cubicBezTo>
                  <a:pt x="278" y="562"/>
                  <a:pt x="278" y="561"/>
                  <a:pt x="279" y="562"/>
                </a:cubicBezTo>
                <a:cubicBezTo>
                  <a:pt x="281" y="562"/>
                  <a:pt x="283" y="563"/>
                  <a:pt x="285" y="564"/>
                </a:cubicBezTo>
                <a:cubicBezTo>
                  <a:pt x="284" y="563"/>
                  <a:pt x="282" y="562"/>
                  <a:pt x="280" y="562"/>
                </a:cubicBezTo>
                <a:cubicBezTo>
                  <a:pt x="277" y="561"/>
                  <a:pt x="275" y="560"/>
                  <a:pt x="273" y="559"/>
                </a:cubicBezTo>
                <a:cubicBezTo>
                  <a:pt x="272" y="558"/>
                  <a:pt x="273" y="558"/>
                  <a:pt x="273" y="558"/>
                </a:cubicBezTo>
                <a:cubicBezTo>
                  <a:pt x="280" y="561"/>
                  <a:pt x="287" y="558"/>
                  <a:pt x="294" y="561"/>
                </a:cubicBezTo>
                <a:cubicBezTo>
                  <a:pt x="299" y="564"/>
                  <a:pt x="304" y="567"/>
                  <a:pt x="308" y="571"/>
                </a:cubicBezTo>
                <a:cubicBezTo>
                  <a:pt x="309" y="571"/>
                  <a:pt x="310" y="571"/>
                  <a:pt x="310" y="571"/>
                </a:cubicBezTo>
                <a:cubicBezTo>
                  <a:pt x="311" y="571"/>
                  <a:pt x="311" y="572"/>
                  <a:pt x="312" y="572"/>
                </a:cubicBezTo>
                <a:cubicBezTo>
                  <a:pt x="312" y="571"/>
                  <a:pt x="312" y="571"/>
                  <a:pt x="312" y="570"/>
                </a:cubicBezTo>
                <a:cubicBezTo>
                  <a:pt x="312" y="570"/>
                  <a:pt x="312" y="569"/>
                  <a:pt x="312" y="568"/>
                </a:cubicBezTo>
                <a:cubicBezTo>
                  <a:pt x="311" y="564"/>
                  <a:pt x="314" y="561"/>
                  <a:pt x="317" y="558"/>
                </a:cubicBezTo>
                <a:cubicBezTo>
                  <a:pt x="320" y="555"/>
                  <a:pt x="324" y="552"/>
                  <a:pt x="327" y="548"/>
                </a:cubicBezTo>
                <a:cubicBezTo>
                  <a:pt x="327" y="548"/>
                  <a:pt x="327" y="547"/>
                  <a:pt x="327" y="547"/>
                </a:cubicBezTo>
                <a:cubicBezTo>
                  <a:pt x="328" y="546"/>
                  <a:pt x="328" y="545"/>
                  <a:pt x="329" y="545"/>
                </a:cubicBezTo>
                <a:cubicBezTo>
                  <a:pt x="333" y="536"/>
                  <a:pt x="339" y="529"/>
                  <a:pt x="340" y="519"/>
                </a:cubicBezTo>
                <a:cubicBezTo>
                  <a:pt x="341" y="515"/>
                  <a:pt x="345" y="514"/>
                  <a:pt x="349" y="515"/>
                </a:cubicBezTo>
                <a:cubicBezTo>
                  <a:pt x="350" y="513"/>
                  <a:pt x="351" y="511"/>
                  <a:pt x="352" y="509"/>
                </a:cubicBezTo>
                <a:cubicBezTo>
                  <a:pt x="352" y="508"/>
                  <a:pt x="352" y="508"/>
                  <a:pt x="352" y="507"/>
                </a:cubicBezTo>
                <a:cubicBezTo>
                  <a:pt x="348" y="498"/>
                  <a:pt x="348" y="488"/>
                  <a:pt x="347" y="479"/>
                </a:cubicBezTo>
                <a:cubicBezTo>
                  <a:pt x="343" y="477"/>
                  <a:pt x="341" y="474"/>
                  <a:pt x="340" y="471"/>
                </a:cubicBezTo>
                <a:cubicBezTo>
                  <a:pt x="339" y="470"/>
                  <a:pt x="338" y="470"/>
                  <a:pt x="338" y="470"/>
                </a:cubicBezTo>
                <a:cubicBezTo>
                  <a:pt x="336" y="469"/>
                  <a:pt x="334" y="469"/>
                  <a:pt x="332" y="467"/>
                </a:cubicBezTo>
                <a:cubicBezTo>
                  <a:pt x="332" y="468"/>
                  <a:pt x="330" y="468"/>
                  <a:pt x="330" y="467"/>
                </a:cubicBezTo>
                <a:cubicBezTo>
                  <a:pt x="330" y="466"/>
                  <a:pt x="330" y="466"/>
                  <a:pt x="330" y="465"/>
                </a:cubicBezTo>
                <a:cubicBezTo>
                  <a:pt x="327" y="465"/>
                  <a:pt x="324" y="462"/>
                  <a:pt x="321" y="461"/>
                </a:cubicBezTo>
                <a:cubicBezTo>
                  <a:pt x="316" y="459"/>
                  <a:pt x="312" y="454"/>
                  <a:pt x="309" y="449"/>
                </a:cubicBezTo>
                <a:cubicBezTo>
                  <a:pt x="309" y="449"/>
                  <a:pt x="309" y="449"/>
                  <a:pt x="310" y="449"/>
                </a:cubicBezTo>
                <a:cubicBezTo>
                  <a:pt x="312" y="453"/>
                  <a:pt x="321" y="463"/>
                  <a:pt x="327" y="459"/>
                </a:cubicBezTo>
                <a:cubicBezTo>
                  <a:pt x="329" y="458"/>
                  <a:pt x="332" y="458"/>
                  <a:pt x="335" y="457"/>
                </a:cubicBezTo>
                <a:cubicBezTo>
                  <a:pt x="334" y="454"/>
                  <a:pt x="333" y="451"/>
                  <a:pt x="332" y="447"/>
                </a:cubicBezTo>
                <a:cubicBezTo>
                  <a:pt x="332" y="446"/>
                  <a:pt x="332" y="445"/>
                  <a:pt x="331" y="444"/>
                </a:cubicBezTo>
                <a:cubicBezTo>
                  <a:pt x="330" y="442"/>
                  <a:pt x="329" y="439"/>
                  <a:pt x="328" y="436"/>
                </a:cubicBezTo>
                <a:cubicBezTo>
                  <a:pt x="325" y="432"/>
                  <a:pt x="324" y="429"/>
                  <a:pt x="324" y="426"/>
                </a:cubicBezTo>
                <a:cubicBezTo>
                  <a:pt x="322" y="425"/>
                  <a:pt x="321" y="422"/>
                  <a:pt x="322" y="420"/>
                </a:cubicBezTo>
                <a:cubicBezTo>
                  <a:pt x="323" y="417"/>
                  <a:pt x="322" y="414"/>
                  <a:pt x="322" y="410"/>
                </a:cubicBezTo>
                <a:cubicBezTo>
                  <a:pt x="322" y="410"/>
                  <a:pt x="322" y="409"/>
                  <a:pt x="322" y="408"/>
                </a:cubicBezTo>
                <a:cubicBezTo>
                  <a:pt x="309" y="401"/>
                  <a:pt x="298" y="391"/>
                  <a:pt x="292" y="379"/>
                </a:cubicBezTo>
                <a:cubicBezTo>
                  <a:pt x="291" y="378"/>
                  <a:pt x="292" y="378"/>
                  <a:pt x="293" y="378"/>
                </a:cubicBezTo>
                <a:cubicBezTo>
                  <a:pt x="298" y="386"/>
                  <a:pt x="306" y="392"/>
                  <a:pt x="313" y="397"/>
                </a:cubicBezTo>
                <a:cubicBezTo>
                  <a:pt x="314" y="397"/>
                  <a:pt x="315" y="398"/>
                  <a:pt x="316" y="399"/>
                </a:cubicBezTo>
                <a:cubicBezTo>
                  <a:pt x="319" y="398"/>
                  <a:pt x="322" y="398"/>
                  <a:pt x="324" y="399"/>
                </a:cubicBezTo>
                <a:cubicBezTo>
                  <a:pt x="325" y="399"/>
                  <a:pt x="326" y="399"/>
                  <a:pt x="327" y="399"/>
                </a:cubicBezTo>
                <a:cubicBezTo>
                  <a:pt x="328" y="398"/>
                  <a:pt x="329" y="396"/>
                  <a:pt x="330" y="395"/>
                </a:cubicBezTo>
                <a:cubicBezTo>
                  <a:pt x="331" y="394"/>
                  <a:pt x="332" y="394"/>
                  <a:pt x="333" y="395"/>
                </a:cubicBezTo>
                <a:cubicBezTo>
                  <a:pt x="334" y="394"/>
                  <a:pt x="335" y="393"/>
                  <a:pt x="336" y="392"/>
                </a:cubicBezTo>
                <a:cubicBezTo>
                  <a:pt x="342" y="379"/>
                  <a:pt x="347" y="365"/>
                  <a:pt x="343" y="350"/>
                </a:cubicBezTo>
                <a:cubicBezTo>
                  <a:pt x="343" y="349"/>
                  <a:pt x="344" y="349"/>
                  <a:pt x="344" y="349"/>
                </a:cubicBezTo>
                <a:cubicBezTo>
                  <a:pt x="347" y="359"/>
                  <a:pt x="347" y="369"/>
                  <a:pt x="345" y="378"/>
                </a:cubicBezTo>
                <a:cubicBezTo>
                  <a:pt x="342" y="389"/>
                  <a:pt x="335" y="401"/>
                  <a:pt x="335" y="412"/>
                </a:cubicBezTo>
                <a:cubicBezTo>
                  <a:pt x="335" y="418"/>
                  <a:pt x="334" y="423"/>
                  <a:pt x="334" y="429"/>
                </a:cubicBezTo>
                <a:cubicBezTo>
                  <a:pt x="336" y="433"/>
                  <a:pt x="337" y="438"/>
                  <a:pt x="338" y="442"/>
                </a:cubicBezTo>
                <a:cubicBezTo>
                  <a:pt x="339" y="442"/>
                  <a:pt x="339" y="443"/>
                  <a:pt x="339" y="443"/>
                </a:cubicBezTo>
                <a:lnTo>
                  <a:pt x="339" y="444"/>
                </a:lnTo>
                <a:cubicBezTo>
                  <a:pt x="339" y="444"/>
                  <a:pt x="339" y="444"/>
                  <a:pt x="339" y="445"/>
                </a:cubicBezTo>
                <a:cubicBezTo>
                  <a:pt x="339" y="445"/>
                  <a:pt x="340" y="445"/>
                  <a:pt x="340" y="445"/>
                </a:cubicBezTo>
                <a:cubicBezTo>
                  <a:pt x="340" y="445"/>
                  <a:pt x="340" y="446"/>
                  <a:pt x="340" y="446"/>
                </a:cubicBezTo>
                <a:cubicBezTo>
                  <a:pt x="340" y="446"/>
                  <a:pt x="340" y="446"/>
                  <a:pt x="341" y="446"/>
                </a:cubicBezTo>
                <a:cubicBezTo>
                  <a:pt x="342" y="446"/>
                  <a:pt x="342" y="447"/>
                  <a:pt x="343" y="448"/>
                </a:cubicBezTo>
                <a:cubicBezTo>
                  <a:pt x="344" y="449"/>
                  <a:pt x="345" y="451"/>
                  <a:pt x="344" y="452"/>
                </a:cubicBezTo>
                <a:cubicBezTo>
                  <a:pt x="343" y="452"/>
                  <a:pt x="343" y="453"/>
                  <a:pt x="343" y="453"/>
                </a:cubicBezTo>
                <a:cubicBezTo>
                  <a:pt x="343" y="453"/>
                  <a:pt x="344" y="454"/>
                  <a:pt x="344" y="455"/>
                </a:cubicBezTo>
                <a:cubicBezTo>
                  <a:pt x="344" y="455"/>
                  <a:pt x="345" y="455"/>
                  <a:pt x="345" y="455"/>
                </a:cubicBezTo>
                <a:cubicBezTo>
                  <a:pt x="348" y="453"/>
                  <a:pt x="352" y="454"/>
                  <a:pt x="352" y="458"/>
                </a:cubicBezTo>
                <a:cubicBezTo>
                  <a:pt x="352" y="459"/>
                  <a:pt x="352" y="460"/>
                  <a:pt x="353" y="461"/>
                </a:cubicBezTo>
                <a:cubicBezTo>
                  <a:pt x="356" y="459"/>
                  <a:pt x="361" y="462"/>
                  <a:pt x="362" y="466"/>
                </a:cubicBezTo>
                <a:cubicBezTo>
                  <a:pt x="362" y="467"/>
                  <a:pt x="362" y="468"/>
                  <a:pt x="362" y="468"/>
                </a:cubicBezTo>
                <a:cubicBezTo>
                  <a:pt x="363" y="468"/>
                  <a:pt x="363" y="468"/>
                  <a:pt x="364" y="468"/>
                </a:cubicBezTo>
                <a:cubicBezTo>
                  <a:pt x="367" y="467"/>
                  <a:pt x="369" y="468"/>
                  <a:pt x="371" y="470"/>
                </a:cubicBezTo>
                <a:lnTo>
                  <a:pt x="371" y="469"/>
                </a:lnTo>
                <a:cubicBezTo>
                  <a:pt x="375" y="465"/>
                  <a:pt x="376" y="460"/>
                  <a:pt x="378" y="454"/>
                </a:cubicBezTo>
                <a:cubicBezTo>
                  <a:pt x="378" y="452"/>
                  <a:pt x="381" y="450"/>
                  <a:pt x="383" y="450"/>
                </a:cubicBezTo>
                <a:cubicBezTo>
                  <a:pt x="384" y="450"/>
                  <a:pt x="385" y="450"/>
                  <a:pt x="386" y="450"/>
                </a:cubicBezTo>
                <a:cubicBezTo>
                  <a:pt x="387" y="449"/>
                  <a:pt x="387" y="448"/>
                  <a:pt x="387" y="447"/>
                </a:cubicBezTo>
                <a:cubicBezTo>
                  <a:pt x="387" y="445"/>
                  <a:pt x="388" y="443"/>
                  <a:pt x="390" y="443"/>
                </a:cubicBezTo>
                <a:cubicBezTo>
                  <a:pt x="391" y="442"/>
                  <a:pt x="392" y="442"/>
                  <a:pt x="394" y="442"/>
                </a:cubicBezTo>
                <a:cubicBezTo>
                  <a:pt x="394" y="442"/>
                  <a:pt x="394" y="441"/>
                  <a:pt x="394" y="441"/>
                </a:cubicBezTo>
                <a:cubicBezTo>
                  <a:pt x="398" y="439"/>
                  <a:pt x="400" y="432"/>
                  <a:pt x="401" y="426"/>
                </a:cubicBezTo>
                <a:cubicBezTo>
                  <a:pt x="397" y="421"/>
                  <a:pt x="393" y="414"/>
                  <a:pt x="388" y="410"/>
                </a:cubicBezTo>
                <a:cubicBezTo>
                  <a:pt x="388" y="410"/>
                  <a:pt x="388" y="409"/>
                  <a:pt x="388" y="409"/>
                </a:cubicBezTo>
                <a:lnTo>
                  <a:pt x="389" y="409"/>
                </a:lnTo>
                <a:cubicBezTo>
                  <a:pt x="387" y="408"/>
                  <a:pt x="385" y="407"/>
                  <a:pt x="385" y="405"/>
                </a:cubicBezTo>
                <a:cubicBezTo>
                  <a:pt x="377" y="407"/>
                  <a:pt x="372" y="404"/>
                  <a:pt x="368" y="398"/>
                </a:cubicBezTo>
                <a:cubicBezTo>
                  <a:pt x="367" y="398"/>
                  <a:pt x="368" y="397"/>
                  <a:pt x="368" y="397"/>
                </a:cubicBezTo>
                <a:cubicBezTo>
                  <a:pt x="372" y="401"/>
                  <a:pt x="377" y="404"/>
                  <a:pt x="383" y="402"/>
                </a:cubicBezTo>
                <a:cubicBezTo>
                  <a:pt x="383" y="401"/>
                  <a:pt x="384" y="401"/>
                  <a:pt x="384" y="401"/>
                </a:cubicBezTo>
                <a:cubicBezTo>
                  <a:pt x="385" y="401"/>
                  <a:pt x="385" y="401"/>
                  <a:pt x="386" y="401"/>
                </a:cubicBezTo>
                <a:cubicBezTo>
                  <a:pt x="387" y="400"/>
                  <a:pt x="388" y="401"/>
                  <a:pt x="389" y="402"/>
                </a:cubicBezTo>
                <a:cubicBezTo>
                  <a:pt x="389" y="402"/>
                  <a:pt x="389" y="402"/>
                  <a:pt x="389" y="402"/>
                </a:cubicBezTo>
                <a:cubicBezTo>
                  <a:pt x="384" y="383"/>
                  <a:pt x="387" y="364"/>
                  <a:pt x="373" y="348"/>
                </a:cubicBezTo>
                <a:cubicBezTo>
                  <a:pt x="372" y="348"/>
                  <a:pt x="373" y="347"/>
                  <a:pt x="373" y="348"/>
                </a:cubicBezTo>
                <a:cubicBezTo>
                  <a:pt x="389" y="359"/>
                  <a:pt x="389" y="377"/>
                  <a:pt x="394" y="394"/>
                </a:cubicBezTo>
                <a:cubicBezTo>
                  <a:pt x="395" y="397"/>
                  <a:pt x="395" y="402"/>
                  <a:pt x="397" y="405"/>
                </a:cubicBezTo>
                <a:cubicBezTo>
                  <a:pt x="398" y="405"/>
                  <a:pt x="398" y="406"/>
                  <a:pt x="398" y="406"/>
                </a:cubicBezTo>
                <a:cubicBezTo>
                  <a:pt x="399" y="406"/>
                  <a:pt x="399" y="407"/>
                  <a:pt x="400" y="407"/>
                </a:cubicBezTo>
                <a:cubicBezTo>
                  <a:pt x="401" y="407"/>
                  <a:pt x="403" y="408"/>
                  <a:pt x="405" y="408"/>
                </a:cubicBezTo>
                <a:cubicBezTo>
                  <a:pt x="407" y="408"/>
                  <a:pt x="409" y="408"/>
                  <a:pt x="411" y="409"/>
                </a:cubicBezTo>
                <a:cubicBezTo>
                  <a:pt x="411" y="409"/>
                  <a:pt x="411" y="409"/>
                  <a:pt x="412" y="408"/>
                </a:cubicBezTo>
                <a:cubicBezTo>
                  <a:pt x="414" y="408"/>
                  <a:pt x="415" y="407"/>
                  <a:pt x="417" y="408"/>
                </a:cubicBezTo>
                <a:cubicBezTo>
                  <a:pt x="418" y="408"/>
                  <a:pt x="419" y="408"/>
                  <a:pt x="419" y="409"/>
                </a:cubicBezTo>
                <a:cubicBezTo>
                  <a:pt x="422" y="401"/>
                  <a:pt x="428" y="396"/>
                  <a:pt x="434" y="390"/>
                </a:cubicBezTo>
                <a:cubicBezTo>
                  <a:pt x="434" y="390"/>
                  <a:pt x="434" y="389"/>
                  <a:pt x="434" y="388"/>
                </a:cubicBezTo>
                <a:cubicBezTo>
                  <a:pt x="434" y="386"/>
                  <a:pt x="434" y="384"/>
                  <a:pt x="435" y="383"/>
                </a:cubicBezTo>
                <a:cubicBezTo>
                  <a:pt x="435" y="382"/>
                  <a:pt x="435" y="381"/>
                  <a:pt x="436" y="381"/>
                </a:cubicBezTo>
                <a:cubicBezTo>
                  <a:pt x="435" y="378"/>
                  <a:pt x="436" y="375"/>
                  <a:pt x="437" y="372"/>
                </a:cubicBezTo>
                <a:cubicBezTo>
                  <a:pt x="437" y="367"/>
                  <a:pt x="437" y="362"/>
                  <a:pt x="440" y="358"/>
                </a:cubicBezTo>
                <a:cubicBezTo>
                  <a:pt x="438" y="354"/>
                  <a:pt x="435" y="351"/>
                  <a:pt x="434" y="348"/>
                </a:cubicBezTo>
                <a:cubicBezTo>
                  <a:pt x="430" y="340"/>
                  <a:pt x="435" y="331"/>
                  <a:pt x="426" y="326"/>
                </a:cubicBezTo>
                <a:cubicBezTo>
                  <a:pt x="423" y="324"/>
                  <a:pt x="422" y="320"/>
                  <a:pt x="422" y="317"/>
                </a:cubicBezTo>
                <a:cubicBezTo>
                  <a:pt x="422" y="316"/>
                  <a:pt x="422" y="315"/>
                  <a:pt x="421" y="315"/>
                </a:cubicBezTo>
                <a:cubicBezTo>
                  <a:pt x="419" y="313"/>
                  <a:pt x="419" y="310"/>
                  <a:pt x="419" y="307"/>
                </a:cubicBezTo>
                <a:cubicBezTo>
                  <a:pt x="419" y="306"/>
                  <a:pt x="418" y="305"/>
                  <a:pt x="417" y="303"/>
                </a:cubicBezTo>
                <a:cubicBezTo>
                  <a:pt x="412" y="301"/>
                  <a:pt x="409" y="296"/>
                  <a:pt x="410" y="291"/>
                </a:cubicBezTo>
                <a:cubicBezTo>
                  <a:pt x="409" y="290"/>
                  <a:pt x="409" y="289"/>
                  <a:pt x="409" y="288"/>
                </a:cubicBezTo>
                <a:cubicBezTo>
                  <a:pt x="409" y="288"/>
                  <a:pt x="409" y="288"/>
                  <a:pt x="409" y="288"/>
                </a:cubicBezTo>
                <a:cubicBezTo>
                  <a:pt x="405" y="287"/>
                  <a:pt x="402" y="282"/>
                  <a:pt x="403" y="278"/>
                </a:cubicBezTo>
                <a:cubicBezTo>
                  <a:pt x="400" y="277"/>
                  <a:pt x="398" y="274"/>
                  <a:pt x="398" y="271"/>
                </a:cubicBezTo>
                <a:cubicBezTo>
                  <a:pt x="397" y="270"/>
                  <a:pt x="397" y="269"/>
                  <a:pt x="397" y="268"/>
                </a:cubicBezTo>
                <a:cubicBezTo>
                  <a:pt x="395" y="267"/>
                  <a:pt x="395" y="266"/>
                  <a:pt x="394" y="264"/>
                </a:cubicBezTo>
                <a:cubicBezTo>
                  <a:pt x="394" y="264"/>
                  <a:pt x="394" y="264"/>
                  <a:pt x="394" y="263"/>
                </a:cubicBezTo>
                <a:cubicBezTo>
                  <a:pt x="386" y="258"/>
                  <a:pt x="377" y="255"/>
                  <a:pt x="369" y="251"/>
                </a:cubicBezTo>
                <a:cubicBezTo>
                  <a:pt x="366" y="250"/>
                  <a:pt x="354" y="245"/>
                  <a:pt x="357" y="242"/>
                </a:cubicBezTo>
                <a:cubicBezTo>
                  <a:pt x="355" y="244"/>
                  <a:pt x="350" y="244"/>
                  <a:pt x="349" y="244"/>
                </a:cubicBezTo>
                <a:cubicBezTo>
                  <a:pt x="343" y="245"/>
                  <a:pt x="339" y="246"/>
                  <a:pt x="334" y="248"/>
                </a:cubicBezTo>
                <a:cubicBezTo>
                  <a:pt x="333" y="248"/>
                  <a:pt x="333" y="248"/>
                  <a:pt x="333" y="248"/>
                </a:cubicBezTo>
                <a:cubicBezTo>
                  <a:pt x="337" y="246"/>
                  <a:pt x="351" y="239"/>
                  <a:pt x="354" y="242"/>
                </a:cubicBezTo>
                <a:cubicBezTo>
                  <a:pt x="353" y="241"/>
                  <a:pt x="354" y="238"/>
                  <a:pt x="356" y="239"/>
                </a:cubicBezTo>
                <a:cubicBezTo>
                  <a:pt x="366" y="241"/>
                  <a:pt x="377" y="247"/>
                  <a:pt x="386" y="252"/>
                </a:cubicBezTo>
                <a:cubicBezTo>
                  <a:pt x="386" y="250"/>
                  <a:pt x="385" y="248"/>
                  <a:pt x="384" y="247"/>
                </a:cubicBezTo>
                <a:cubicBezTo>
                  <a:pt x="384" y="246"/>
                  <a:pt x="385" y="245"/>
                  <a:pt x="385" y="245"/>
                </a:cubicBezTo>
                <a:cubicBezTo>
                  <a:pt x="380" y="239"/>
                  <a:pt x="380" y="232"/>
                  <a:pt x="373" y="228"/>
                </a:cubicBezTo>
                <a:cubicBezTo>
                  <a:pt x="370" y="227"/>
                  <a:pt x="370" y="223"/>
                  <a:pt x="371" y="220"/>
                </a:cubicBezTo>
                <a:cubicBezTo>
                  <a:pt x="371" y="220"/>
                  <a:pt x="371" y="219"/>
                  <a:pt x="371" y="219"/>
                </a:cubicBezTo>
                <a:cubicBezTo>
                  <a:pt x="371" y="218"/>
                  <a:pt x="370" y="217"/>
                  <a:pt x="369" y="216"/>
                </a:cubicBezTo>
                <a:cubicBezTo>
                  <a:pt x="365" y="214"/>
                  <a:pt x="362" y="211"/>
                  <a:pt x="361" y="206"/>
                </a:cubicBezTo>
                <a:cubicBezTo>
                  <a:pt x="361" y="206"/>
                  <a:pt x="360" y="205"/>
                  <a:pt x="360" y="204"/>
                </a:cubicBezTo>
                <a:cubicBezTo>
                  <a:pt x="355" y="198"/>
                  <a:pt x="353" y="192"/>
                  <a:pt x="352" y="185"/>
                </a:cubicBezTo>
                <a:cubicBezTo>
                  <a:pt x="347" y="182"/>
                  <a:pt x="345" y="176"/>
                  <a:pt x="341" y="173"/>
                </a:cubicBezTo>
                <a:cubicBezTo>
                  <a:pt x="335" y="168"/>
                  <a:pt x="328" y="162"/>
                  <a:pt x="323" y="155"/>
                </a:cubicBezTo>
                <a:cubicBezTo>
                  <a:pt x="321" y="154"/>
                  <a:pt x="320" y="152"/>
                  <a:pt x="319" y="151"/>
                </a:cubicBezTo>
                <a:cubicBezTo>
                  <a:pt x="315" y="149"/>
                  <a:pt x="312" y="145"/>
                  <a:pt x="309" y="142"/>
                </a:cubicBezTo>
                <a:cubicBezTo>
                  <a:pt x="306" y="138"/>
                  <a:pt x="302" y="134"/>
                  <a:pt x="298" y="130"/>
                </a:cubicBezTo>
                <a:cubicBezTo>
                  <a:pt x="296" y="128"/>
                  <a:pt x="295" y="121"/>
                  <a:pt x="291" y="120"/>
                </a:cubicBezTo>
                <a:cubicBezTo>
                  <a:pt x="283" y="120"/>
                  <a:pt x="277" y="117"/>
                  <a:pt x="269" y="119"/>
                </a:cubicBezTo>
                <a:cubicBezTo>
                  <a:pt x="268" y="120"/>
                  <a:pt x="268" y="119"/>
                  <a:pt x="269" y="118"/>
                </a:cubicBezTo>
                <a:cubicBezTo>
                  <a:pt x="277" y="116"/>
                  <a:pt x="285" y="119"/>
                  <a:pt x="294" y="119"/>
                </a:cubicBezTo>
                <a:cubicBezTo>
                  <a:pt x="294" y="119"/>
                  <a:pt x="294" y="119"/>
                  <a:pt x="295" y="119"/>
                </a:cubicBezTo>
                <a:cubicBezTo>
                  <a:pt x="297" y="124"/>
                  <a:pt x="304" y="128"/>
                  <a:pt x="310" y="132"/>
                </a:cubicBezTo>
                <a:cubicBezTo>
                  <a:pt x="314" y="123"/>
                  <a:pt x="306" y="111"/>
                  <a:pt x="308" y="101"/>
                </a:cubicBezTo>
                <a:cubicBezTo>
                  <a:pt x="308" y="99"/>
                  <a:pt x="305" y="93"/>
                  <a:pt x="304" y="91"/>
                </a:cubicBezTo>
                <a:cubicBezTo>
                  <a:pt x="302" y="85"/>
                  <a:pt x="300" y="80"/>
                  <a:pt x="296" y="75"/>
                </a:cubicBezTo>
                <a:cubicBezTo>
                  <a:pt x="296" y="74"/>
                  <a:pt x="293" y="67"/>
                  <a:pt x="292" y="67"/>
                </a:cubicBezTo>
                <a:cubicBezTo>
                  <a:pt x="289" y="66"/>
                  <a:pt x="286" y="65"/>
                  <a:pt x="283" y="63"/>
                </a:cubicBezTo>
                <a:cubicBezTo>
                  <a:pt x="276" y="57"/>
                  <a:pt x="271" y="50"/>
                  <a:pt x="265" y="45"/>
                </a:cubicBezTo>
                <a:cubicBezTo>
                  <a:pt x="265" y="44"/>
                  <a:pt x="265" y="44"/>
                  <a:pt x="265" y="44"/>
                </a:cubicBezTo>
                <a:cubicBezTo>
                  <a:pt x="274" y="49"/>
                  <a:pt x="284" y="64"/>
                  <a:pt x="294" y="62"/>
                </a:cubicBezTo>
                <a:cubicBezTo>
                  <a:pt x="295" y="62"/>
                  <a:pt x="296" y="62"/>
                  <a:pt x="297" y="64"/>
                </a:cubicBezTo>
                <a:cubicBezTo>
                  <a:pt x="301" y="70"/>
                  <a:pt x="306" y="76"/>
                  <a:pt x="309" y="83"/>
                </a:cubicBezTo>
                <a:cubicBezTo>
                  <a:pt x="312" y="88"/>
                  <a:pt x="313" y="93"/>
                  <a:pt x="316" y="98"/>
                </a:cubicBezTo>
                <a:cubicBezTo>
                  <a:pt x="317" y="100"/>
                  <a:pt x="316" y="104"/>
                  <a:pt x="316" y="106"/>
                </a:cubicBezTo>
                <a:cubicBezTo>
                  <a:pt x="316" y="110"/>
                  <a:pt x="317" y="114"/>
                  <a:pt x="319" y="118"/>
                </a:cubicBezTo>
                <a:cubicBezTo>
                  <a:pt x="320" y="122"/>
                  <a:pt x="320" y="126"/>
                  <a:pt x="320" y="131"/>
                </a:cubicBezTo>
                <a:cubicBezTo>
                  <a:pt x="321" y="132"/>
                  <a:pt x="322" y="133"/>
                  <a:pt x="323" y="134"/>
                </a:cubicBezTo>
                <a:cubicBezTo>
                  <a:pt x="325" y="135"/>
                  <a:pt x="326" y="138"/>
                  <a:pt x="326" y="140"/>
                </a:cubicBezTo>
                <a:cubicBezTo>
                  <a:pt x="323" y="145"/>
                  <a:pt x="330" y="149"/>
                  <a:pt x="334" y="149"/>
                </a:cubicBezTo>
                <a:cubicBezTo>
                  <a:pt x="337" y="148"/>
                  <a:pt x="339" y="151"/>
                  <a:pt x="339" y="154"/>
                </a:cubicBezTo>
                <a:lnTo>
                  <a:pt x="339" y="155"/>
                </a:lnTo>
                <a:cubicBezTo>
                  <a:pt x="345" y="158"/>
                  <a:pt x="349" y="161"/>
                  <a:pt x="354" y="165"/>
                </a:cubicBezTo>
                <a:cubicBezTo>
                  <a:pt x="355" y="166"/>
                  <a:pt x="356" y="167"/>
                  <a:pt x="357" y="169"/>
                </a:cubicBezTo>
                <a:cubicBezTo>
                  <a:pt x="357" y="169"/>
                  <a:pt x="358" y="169"/>
                  <a:pt x="359" y="169"/>
                </a:cubicBezTo>
                <a:cubicBezTo>
                  <a:pt x="359" y="169"/>
                  <a:pt x="359" y="169"/>
                  <a:pt x="360" y="168"/>
                </a:cubicBezTo>
                <a:cubicBezTo>
                  <a:pt x="360" y="168"/>
                  <a:pt x="361" y="167"/>
                  <a:pt x="362" y="167"/>
                </a:cubicBezTo>
                <a:cubicBezTo>
                  <a:pt x="366" y="163"/>
                  <a:pt x="370" y="158"/>
                  <a:pt x="371" y="153"/>
                </a:cubicBezTo>
                <a:cubicBezTo>
                  <a:pt x="368" y="151"/>
                  <a:pt x="367" y="148"/>
                  <a:pt x="367" y="144"/>
                </a:cubicBezTo>
                <a:cubicBezTo>
                  <a:pt x="367" y="137"/>
                  <a:pt x="368" y="134"/>
                  <a:pt x="362" y="130"/>
                </a:cubicBezTo>
                <a:cubicBezTo>
                  <a:pt x="359" y="127"/>
                  <a:pt x="357" y="124"/>
                  <a:pt x="358" y="119"/>
                </a:cubicBezTo>
                <a:cubicBezTo>
                  <a:pt x="358" y="119"/>
                  <a:pt x="359" y="119"/>
                  <a:pt x="359" y="120"/>
                </a:cubicBezTo>
                <a:cubicBezTo>
                  <a:pt x="357" y="129"/>
                  <a:pt x="366" y="129"/>
                  <a:pt x="371" y="134"/>
                </a:cubicBezTo>
                <a:cubicBezTo>
                  <a:pt x="374" y="137"/>
                  <a:pt x="375" y="140"/>
                  <a:pt x="375" y="144"/>
                </a:cubicBezTo>
                <a:cubicBezTo>
                  <a:pt x="376" y="143"/>
                  <a:pt x="377" y="143"/>
                  <a:pt x="378" y="144"/>
                </a:cubicBezTo>
                <a:cubicBezTo>
                  <a:pt x="378" y="144"/>
                  <a:pt x="379" y="144"/>
                  <a:pt x="379" y="144"/>
                </a:cubicBezTo>
                <a:cubicBezTo>
                  <a:pt x="380" y="138"/>
                  <a:pt x="379" y="133"/>
                  <a:pt x="380" y="127"/>
                </a:cubicBezTo>
                <a:cubicBezTo>
                  <a:pt x="380" y="125"/>
                  <a:pt x="379" y="122"/>
                  <a:pt x="381" y="121"/>
                </a:cubicBezTo>
                <a:cubicBezTo>
                  <a:pt x="381" y="121"/>
                  <a:pt x="388" y="116"/>
                  <a:pt x="387" y="117"/>
                </a:cubicBezTo>
                <a:cubicBezTo>
                  <a:pt x="388" y="115"/>
                  <a:pt x="389" y="114"/>
                  <a:pt x="391" y="113"/>
                </a:cubicBezTo>
                <a:cubicBezTo>
                  <a:pt x="392" y="112"/>
                  <a:pt x="393" y="113"/>
                  <a:pt x="392" y="114"/>
                </a:cubicBezTo>
                <a:cubicBezTo>
                  <a:pt x="389" y="118"/>
                  <a:pt x="388" y="119"/>
                  <a:pt x="387" y="123"/>
                </a:cubicBezTo>
                <a:cubicBezTo>
                  <a:pt x="387" y="133"/>
                  <a:pt x="388" y="142"/>
                  <a:pt x="386" y="152"/>
                </a:cubicBezTo>
                <a:cubicBezTo>
                  <a:pt x="386" y="154"/>
                  <a:pt x="382" y="156"/>
                  <a:pt x="380" y="155"/>
                </a:cubicBezTo>
                <a:cubicBezTo>
                  <a:pt x="380" y="155"/>
                  <a:pt x="379" y="156"/>
                  <a:pt x="379" y="156"/>
                </a:cubicBezTo>
                <a:cubicBezTo>
                  <a:pt x="379" y="157"/>
                  <a:pt x="379" y="157"/>
                  <a:pt x="378" y="158"/>
                </a:cubicBezTo>
                <a:cubicBezTo>
                  <a:pt x="377" y="161"/>
                  <a:pt x="376" y="164"/>
                  <a:pt x="377" y="168"/>
                </a:cubicBezTo>
                <a:cubicBezTo>
                  <a:pt x="378" y="171"/>
                  <a:pt x="375" y="173"/>
                  <a:pt x="373" y="173"/>
                </a:cubicBezTo>
                <a:lnTo>
                  <a:pt x="373" y="174"/>
                </a:lnTo>
                <a:cubicBezTo>
                  <a:pt x="373" y="175"/>
                  <a:pt x="373" y="176"/>
                  <a:pt x="372" y="178"/>
                </a:cubicBezTo>
                <a:cubicBezTo>
                  <a:pt x="372" y="181"/>
                  <a:pt x="371" y="185"/>
                  <a:pt x="369" y="187"/>
                </a:cubicBezTo>
                <a:cubicBezTo>
                  <a:pt x="369" y="187"/>
                  <a:pt x="369" y="187"/>
                  <a:pt x="368" y="187"/>
                </a:cubicBezTo>
                <a:cubicBezTo>
                  <a:pt x="368" y="191"/>
                  <a:pt x="368" y="195"/>
                  <a:pt x="371" y="197"/>
                </a:cubicBezTo>
                <a:cubicBezTo>
                  <a:pt x="372" y="198"/>
                  <a:pt x="373" y="200"/>
                  <a:pt x="373" y="201"/>
                </a:cubicBezTo>
                <a:cubicBezTo>
                  <a:pt x="373" y="202"/>
                  <a:pt x="374" y="203"/>
                  <a:pt x="375" y="205"/>
                </a:cubicBezTo>
                <a:cubicBezTo>
                  <a:pt x="376" y="206"/>
                  <a:pt x="377" y="207"/>
                  <a:pt x="378" y="208"/>
                </a:cubicBezTo>
                <a:cubicBezTo>
                  <a:pt x="380" y="210"/>
                  <a:pt x="381" y="212"/>
                  <a:pt x="380" y="212"/>
                </a:cubicBezTo>
                <a:cubicBezTo>
                  <a:pt x="384" y="213"/>
                  <a:pt x="386" y="217"/>
                  <a:pt x="384" y="220"/>
                </a:cubicBezTo>
                <a:cubicBezTo>
                  <a:pt x="384" y="221"/>
                  <a:pt x="384" y="221"/>
                  <a:pt x="383" y="221"/>
                </a:cubicBezTo>
                <a:cubicBezTo>
                  <a:pt x="389" y="226"/>
                  <a:pt x="391" y="234"/>
                  <a:pt x="396" y="239"/>
                </a:cubicBezTo>
                <a:cubicBezTo>
                  <a:pt x="399" y="242"/>
                  <a:pt x="401" y="244"/>
                  <a:pt x="402" y="247"/>
                </a:cubicBezTo>
                <a:cubicBezTo>
                  <a:pt x="402" y="247"/>
                  <a:pt x="403" y="248"/>
                  <a:pt x="404" y="248"/>
                </a:cubicBezTo>
                <a:cubicBezTo>
                  <a:pt x="407" y="251"/>
                  <a:pt x="408" y="253"/>
                  <a:pt x="411" y="256"/>
                </a:cubicBezTo>
                <a:cubicBezTo>
                  <a:pt x="411" y="256"/>
                  <a:pt x="412" y="257"/>
                  <a:pt x="412" y="257"/>
                </a:cubicBezTo>
                <a:cubicBezTo>
                  <a:pt x="414" y="258"/>
                  <a:pt x="414" y="260"/>
                  <a:pt x="415" y="262"/>
                </a:cubicBezTo>
                <a:cubicBezTo>
                  <a:pt x="416" y="264"/>
                  <a:pt x="416" y="266"/>
                  <a:pt x="418" y="268"/>
                </a:cubicBezTo>
                <a:cubicBezTo>
                  <a:pt x="418" y="269"/>
                  <a:pt x="419" y="270"/>
                  <a:pt x="419" y="271"/>
                </a:cubicBezTo>
                <a:cubicBezTo>
                  <a:pt x="422" y="274"/>
                  <a:pt x="424" y="277"/>
                  <a:pt x="428" y="280"/>
                </a:cubicBezTo>
                <a:cubicBezTo>
                  <a:pt x="436" y="288"/>
                  <a:pt x="441" y="301"/>
                  <a:pt x="444" y="312"/>
                </a:cubicBezTo>
                <a:cubicBezTo>
                  <a:pt x="449" y="314"/>
                  <a:pt x="451" y="318"/>
                  <a:pt x="452" y="322"/>
                </a:cubicBezTo>
                <a:cubicBezTo>
                  <a:pt x="456" y="319"/>
                  <a:pt x="461" y="315"/>
                  <a:pt x="465" y="315"/>
                </a:cubicBezTo>
                <a:cubicBezTo>
                  <a:pt x="467" y="315"/>
                  <a:pt x="467" y="318"/>
                  <a:pt x="469" y="315"/>
                </a:cubicBezTo>
                <a:cubicBezTo>
                  <a:pt x="470" y="313"/>
                  <a:pt x="470" y="311"/>
                  <a:pt x="471" y="310"/>
                </a:cubicBezTo>
                <a:cubicBezTo>
                  <a:pt x="474" y="307"/>
                  <a:pt x="478" y="305"/>
                  <a:pt x="481" y="303"/>
                </a:cubicBezTo>
                <a:cubicBezTo>
                  <a:pt x="481" y="303"/>
                  <a:pt x="481" y="302"/>
                  <a:pt x="481" y="302"/>
                </a:cubicBezTo>
                <a:cubicBezTo>
                  <a:pt x="482" y="301"/>
                  <a:pt x="483" y="299"/>
                  <a:pt x="485" y="299"/>
                </a:cubicBezTo>
                <a:cubicBezTo>
                  <a:pt x="487" y="298"/>
                  <a:pt x="490" y="297"/>
                  <a:pt x="492" y="294"/>
                </a:cubicBezTo>
                <a:cubicBezTo>
                  <a:pt x="494" y="290"/>
                  <a:pt x="496" y="286"/>
                  <a:pt x="497" y="283"/>
                </a:cubicBezTo>
                <a:cubicBezTo>
                  <a:pt x="498" y="281"/>
                  <a:pt x="499" y="279"/>
                  <a:pt x="499" y="277"/>
                </a:cubicBezTo>
                <a:cubicBezTo>
                  <a:pt x="500" y="277"/>
                  <a:pt x="500" y="276"/>
                  <a:pt x="500" y="275"/>
                </a:cubicBezTo>
                <a:cubicBezTo>
                  <a:pt x="501" y="271"/>
                  <a:pt x="502" y="267"/>
                  <a:pt x="503" y="264"/>
                </a:cubicBezTo>
                <a:cubicBezTo>
                  <a:pt x="503" y="262"/>
                  <a:pt x="503" y="260"/>
                  <a:pt x="503" y="258"/>
                </a:cubicBezTo>
                <a:cubicBezTo>
                  <a:pt x="501" y="253"/>
                  <a:pt x="500" y="249"/>
                  <a:pt x="498" y="245"/>
                </a:cubicBezTo>
                <a:cubicBezTo>
                  <a:pt x="496" y="242"/>
                  <a:pt x="494" y="238"/>
                  <a:pt x="492" y="235"/>
                </a:cubicBezTo>
                <a:cubicBezTo>
                  <a:pt x="491" y="235"/>
                  <a:pt x="490" y="234"/>
                  <a:pt x="489" y="233"/>
                </a:cubicBezTo>
                <a:cubicBezTo>
                  <a:pt x="488" y="232"/>
                  <a:pt x="485" y="231"/>
                  <a:pt x="484" y="230"/>
                </a:cubicBezTo>
                <a:cubicBezTo>
                  <a:pt x="484" y="230"/>
                  <a:pt x="484" y="229"/>
                  <a:pt x="484" y="229"/>
                </a:cubicBezTo>
                <a:cubicBezTo>
                  <a:pt x="469" y="224"/>
                  <a:pt x="455" y="219"/>
                  <a:pt x="440" y="215"/>
                </a:cubicBezTo>
                <a:cubicBezTo>
                  <a:pt x="439" y="215"/>
                  <a:pt x="439" y="214"/>
                  <a:pt x="440" y="214"/>
                </a:cubicBezTo>
                <a:cubicBezTo>
                  <a:pt x="455" y="218"/>
                  <a:pt x="472" y="221"/>
                  <a:pt x="487" y="227"/>
                </a:cubicBezTo>
                <a:cubicBezTo>
                  <a:pt x="488" y="227"/>
                  <a:pt x="489" y="227"/>
                  <a:pt x="490" y="227"/>
                </a:cubicBezTo>
                <a:cubicBezTo>
                  <a:pt x="490" y="227"/>
                  <a:pt x="490" y="226"/>
                  <a:pt x="490" y="226"/>
                </a:cubicBezTo>
                <a:cubicBezTo>
                  <a:pt x="491" y="225"/>
                  <a:pt x="492" y="224"/>
                  <a:pt x="494" y="224"/>
                </a:cubicBezTo>
                <a:cubicBezTo>
                  <a:pt x="495" y="223"/>
                  <a:pt x="496" y="222"/>
                  <a:pt x="498" y="220"/>
                </a:cubicBezTo>
                <a:cubicBezTo>
                  <a:pt x="501" y="217"/>
                  <a:pt x="503" y="213"/>
                  <a:pt x="503" y="209"/>
                </a:cubicBezTo>
                <a:cubicBezTo>
                  <a:pt x="503" y="208"/>
                  <a:pt x="504" y="208"/>
                  <a:pt x="504" y="209"/>
                </a:cubicBezTo>
                <a:cubicBezTo>
                  <a:pt x="504" y="213"/>
                  <a:pt x="501" y="217"/>
                  <a:pt x="501" y="222"/>
                </a:cubicBezTo>
                <a:cubicBezTo>
                  <a:pt x="500" y="225"/>
                  <a:pt x="500" y="228"/>
                  <a:pt x="499" y="231"/>
                </a:cubicBezTo>
                <a:cubicBezTo>
                  <a:pt x="500" y="236"/>
                  <a:pt x="503" y="241"/>
                  <a:pt x="505" y="246"/>
                </a:cubicBezTo>
                <a:cubicBezTo>
                  <a:pt x="506" y="245"/>
                  <a:pt x="506" y="243"/>
                  <a:pt x="507" y="242"/>
                </a:cubicBezTo>
                <a:cubicBezTo>
                  <a:pt x="509" y="238"/>
                  <a:pt x="511" y="237"/>
                  <a:pt x="512" y="233"/>
                </a:cubicBezTo>
                <a:cubicBezTo>
                  <a:pt x="512" y="233"/>
                  <a:pt x="512" y="232"/>
                  <a:pt x="513" y="232"/>
                </a:cubicBezTo>
                <a:cubicBezTo>
                  <a:pt x="518" y="229"/>
                  <a:pt x="515" y="230"/>
                  <a:pt x="515" y="225"/>
                </a:cubicBezTo>
                <a:cubicBezTo>
                  <a:pt x="515" y="221"/>
                  <a:pt x="519" y="218"/>
                  <a:pt x="522" y="215"/>
                </a:cubicBezTo>
                <a:cubicBezTo>
                  <a:pt x="528" y="210"/>
                  <a:pt x="525" y="201"/>
                  <a:pt x="526" y="194"/>
                </a:cubicBezTo>
                <a:cubicBezTo>
                  <a:pt x="521" y="186"/>
                  <a:pt x="525" y="174"/>
                  <a:pt x="527" y="166"/>
                </a:cubicBezTo>
                <a:cubicBezTo>
                  <a:pt x="529" y="157"/>
                  <a:pt x="532" y="146"/>
                  <a:pt x="541" y="141"/>
                </a:cubicBezTo>
                <a:cubicBezTo>
                  <a:pt x="541" y="141"/>
                  <a:pt x="542" y="142"/>
                  <a:pt x="542" y="142"/>
                </a:cubicBezTo>
                <a:cubicBezTo>
                  <a:pt x="535" y="152"/>
                  <a:pt x="530" y="160"/>
                  <a:pt x="531" y="172"/>
                </a:cubicBezTo>
                <a:cubicBezTo>
                  <a:pt x="531" y="176"/>
                  <a:pt x="533" y="182"/>
                  <a:pt x="533" y="187"/>
                </a:cubicBezTo>
                <a:cubicBezTo>
                  <a:pt x="533" y="187"/>
                  <a:pt x="533" y="187"/>
                  <a:pt x="534" y="187"/>
                </a:cubicBezTo>
                <a:cubicBezTo>
                  <a:pt x="547" y="184"/>
                  <a:pt x="561" y="182"/>
                  <a:pt x="575" y="180"/>
                </a:cubicBezTo>
                <a:cubicBezTo>
                  <a:pt x="576" y="180"/>
                  <a:pt x="576" y="181"/>
                  <a:pt x="575" y="181"/>
                </a:cubicBezTo>
                <a:cubicBezTo>
                  <a:pt x="563" y="185"/>
                  <a:pt x="543" y="183"/>
                  <a:pt x="535" y="193"/>
                </a:cubicBezTo>
                <a:cubicBezTo>
                  <a:pt x="531" y="198"/>
                  <a:pt x="537" y="208"/>
                  <a:pt x="534" y="214"/>
                </a:cubicBezTo>
                <a:cubicBezTo>
                  <a:pt x="530" y="221"/>
                  <a:pt x="519" y="217"/>
                  <a:pt x="521" y="230"/>
                </a:cubicBezTo>
                <a:cubicBezTo>
                  <a:pt x="521" y="231"/>
                  <a:pt x="521" y="232"/>
                  <a:pt x="520" y="233"/>
                </a:cubicBezTo>
                <a:cubicBezTo>
                  <a:pt x="516" y="235"/>
                  <a:pt x="514" y="243"/>
                  <a:pt x="514" y="247"/>
                </a:cubicBezTo>
                <a:cubicBezTo>
                  <a:pt x="515" y="251"/>
                  <a:pt x="513" y="256"/>
                  <a:pt x="510" y="259"/>
                </a:cubicBezTo>
                <a:cubicBezTo>
                  <a:pt x="510" y="261"/>
                  <a:pt x="510" y="262"/>
                  <a:pt x="509" y="264"/>
                </a:cubicBezTo>
                <a:cubicBezTo>
                  <a:pt x="510" y="269"/>
                  <a:pt x="506" y="273"/>
                  <a:pt x="505" y="278"/>
                </a:cubicBezTo>
                <a:cubicBezTo>
                  <a:pt x="504" y="283"/>
                  <a:pt x="503" y="287"/>
                  <a:pt x="501" y="290"/>
                </a:cubicBezTo>
                <a:cubicBezTo>
                  <a:pt x="500" y="292"/>
                  <a:pt x="500" y="293"/>
                  <a:pt x="499" y="295"/>
                </a:cubicBezTo>
                <a:cubicBezTo>
                  <a:pt x="497" y="298"/>
                  <a:pt x="496" y="302"/>
                  <a:pt x="493" y="304"/>
                </a:cubicBezTo>
                <a:cubicBezTo>
                  <a:pt x="492" y="305"/>
                  <a:pt x="491" y="306"/>
                  <a:pt x="490" y="307"/>
                </a:cubicBezTo>
                <a:cubicBezTo>
                  <a:pt x="490" y="307"/>
                  <a:pt x="490" y="308"/>
                  <a:pt x="490" y="308"/>
                </a:cubicBezTo>
                <a:cubicBezTo>
                  <a:pt x="488" y="313"/>
                  <a:pt x="484" y="317"/>
                  <a:pt x="480" y="321"/>
                </a:cubicBezTo>
                <a:cubicBezTo>
                  <a:pt x="475" y="326"/>
                  <a:pt x="470" y="328"/>
                  <a:pt x="468" y="335"/>
                </a:cubicBezTo>
                <a:cubicBezTo>
                  <a:pt x="468" y="336"/>
                  <a:pt x="468" y="338"/>
                  <a:pt x="467" y="339"/>
                </a:cubicBezTo>
                <a:cubicBezTo>
                  <a:pt x="467" y="341"/>
                  <a:pt x="466" y="342"/>
                  <a:pt x="465" y="343"/>
                </a:cubicBezTo>
                <a:cubicBezTo>
                  <a:pt x="464" y="346"/>
                  <a:pt x="464" y="349"/>
                  <a:pt x="464" y="352"/>
                </a:cubicBezTo>
                <a:cubicBezTo>
                  <a:pt x="464" y="353"/>
                  <a:pt x="463" y="355"/>
                  <a:pt x="462" y="356"/>
                </a:cubicBezTo>
                <a:cubicBezTo>
                  <a:pt x="462" y="358"/>
                  <a:pt x="463" y="359"/>
                  <a:pt x="462" y="361"/>
                </a:cubicBezTo>
                <a:cubicBezTo>
                  <a:pt x="461" y="364"/>
                  <a:pt x="460" y="366"/>
                  <a:pt x="460" y="368"/>
                </a:cubicBezTo>
                <a:cubicBezTo>
                  <a:pt x="459" y="369"/>
                  <a:pt x="459" y="370"/>
                  <a:pt x="458" y="371"/>
                </a:cubicBezTo>
                <a:cubicBezTo>
                  <a:pt x="458" y="372"/>
                  <a:pt x="459" y="374"/>
                  <a:pt x="459" y="375"/>
                </a:cubicBezTo>
                <a:cubicBezTo>
                  <a:pt x="459" y="379"/>
                  <a:pt x="460" y="383"/>
                  <a:pt x="460" y="386"/>
                </a:cubicBezTo>
                <a:cubicBezTo>
                  <a:pt x="460" y="389"/>
                  <a:pt x="458" y="392"/>
                  <a:pt x="456" y="393"/>
                </a:cubicBezTo>
                <a:cubicBezTo>
                  <a:pt x="452" y="396"/>
                  <a:pt x="451" y="407"/>
                  <a:pt x="449" y="412"/>
                </a:cubicBezTo>
                <a:cubicBezTo>
                  <a:pt x="448" y="414"/>
                  <a:pt x="446" y="415"/>
                  <a:pt x="444" y="415"/>
                </a:cubicBezTo>
                <a:cubicBezTo>
                  <a:pt x="444" y="416"/>
                  <a:pt x="444" y="416"/>
                  <a:pt x="444" y="417"/>
                </a:cubicBezTo>
                <a:cubicBezTo>
                  <a:pt x="444" y="420"/>
                  <a:pt x="443" y="423"/>
                  <a:pt x="441" y="425"/>
                </a:cubicBezTo>
                <a:cubicBezTo>
                  <a:pt x="440" y="426"/>
                  <a:pt x="439" y="428"/>
                  <a:pt x="438" y="429"/>
                </a:cubicBezTo>
                <a:cubicBezTo>
                  <a:pt x="440" y="429"/>
                  <a:pt x="441" y="430"/>
                  <a:pt x="442" y="431"/>
                </a:cubicBezTo>
                <a:cubicBezTo>
                  <a:pt x="446" y="438"/>
                  <a:pt x="450" y="443"/>
                  <a:pt x="458" y="447"/>
                </a:cubicBezTo>
                <a:cubicBezTo>
                  <a:pt x="459" y="447"/>
                  <a:pt x="460" y="449"/>
                  <a:pt x="460" y="451"/>
                </a:cubicBezTo>
                <a:cubicBezTo>
                  <a:pt x="460" y="453"/>
                  <a:pt x="460" y="455"/>
                  <a:pt x="460" y="457"/>
                </a:cubicBezTo>
                <a:cubicBezTo>
                  <a:pt x="460" y="458"/>
                  <a:pt x="461" y="459"/>
                  <a:pt x="462" y="459"/>
                </a:cubicBezTo>
                <a:cubicBezTo>
                  <a:pt x="464" y="461"/>
                  <a:pt x="466" y="463"/>
                  <a:pt x="467" y="466"/>
                </a:cubicBezTo>
                <a:cubicBezTo>
                  <a:pt x="470" y="470"/>
                  <a:pt x="477" y="481"/>
                  <a:pt x="481" y="491"/>
                </a:cubicBezTo>
                <a:cubicBezTo>
                  <a:pt x="482" y="491"/>
                  <a:pt x="483" y="490"/>
                  <a:pt x="484" y="489"/>
                </a:cubicBezTo>
                <a:cubicBezTo>
                  <a:pt x="484" y="486"/>
                  <a:pt x="487" y="483"/>
                  <a:pt x="490" y="484"/>
                </a:cubicBezTo>
                <a:cubicBezTo>
                  <a:pt x="492" y="482"/>
                  <a:pt x="495" y="480"/>
                  <a:pt x="496" y="478"/>
                </a:cubicBezTo>
                <a:cubicBezTo>
                  <a:pt x="494" y="475"/>
                  <a:pt x="494" y="469"/>
                  <a:pt x="495" y="465"/>
                </a:cubicBezTo>
                <a:cubicBezTo>
                  <a:pt x="495" y="460"/>
                  <a:pt x="497" y="457"/>
                  <a:pt x="500" y="453"/>
                </a:cubicBezTo>
                <a:cubicBezTo>
                  <a:pt x="501" y="448"/>
                  <a:pt x="503" y="445"/>
                  <a:pt x="508" y="442"/>
                </a:cubicBezTo>
                <a:cubicBezTo>
                  <a:pt x="519" y="433"/>
                  <a:pt x="527" y="418"/>
                  <a:pt x="520" y="404"/>
                </a:cubicBezTo>
                <a:cubicBezTo>
                  <a:pt x="520" y="403"/>
                  <a:pt x="521" y="403"/>
                  <a:pt x="521" y="403"/>
                </a:cubicBezTo>
                <a:cubicBezTo>
                  <a:pt x="527" y="410"/>
                  <a:pt x="526" y="419"/>
                  <a:pt x="522" y="428"/>
                </a:cubicBezTo>
                <a:cubicBezTo>
                  <a:pt x="520" y="433"/>
                  <a:pt x="518" y="438"/>
                  <a:pt x="513" y="442"/>
                </a:cubicBezTo>
                <a:cubicBezTo>
                  <a:pt x="509" y="446"/>
                  <a:pt x="506" y="449"/>
                  <a:pt x="505" y="455"/>
                </a:cubicBezTo>
                <a:cubicBezTo>
                  <a:pt x="504" y="456"/>
                  <a:pt x="504" y="457"/>
                  <a:pt x="503" y="457"/>
                </a:cubicBezTo>
                <a:cubicBezTo>
                  <a:pt x="502" y="460"/>
                  <a:pt x="503" y="464"/>
                  <a:pt x="503" y="466"/>
                </a:cubicBezTo>
                <a:cubicBezTo>
                  <a:pt x="503" y="467"/>
                  <a:pt x="503" y="467"/>
                  <a:pt x="503" y="467"/>
                </a:cubicBezTo>
                <a:cubicBezTo>
                  <a:pt x="505" y="467"/>
                  <a:pt x="507" y="467"/>
                  <a:pt x="508" y="469"/>
                </a:cubicBezTo>
                <a:cubicBezTo>
                  <a:pt x="511" y="465"/>
                  <a:pt x="516" y="461"/>
                  <a:pt x="521" y="461"/>
                </a:cubicBezTo>
                <a:cubicBezTo>
                  <a:pt x="521" y="460"/>
                  <a:pt x="522" y="459"/>
                  <a:pt x="522" y="458"/>
                </a:cubicBezTo>
                <a:cubicBezTo>
                  <a:pt x="522" y="457"/>
                  <a:pt x="523" y="456"/>
                  <a:pt x="524" y="456"/>
                </a:cubicBezTo>
                <a:cubicBezTo>
                  <a:pt x="527" y="452"/>
                  <a:pt x="533" y="450"/>
                  <a:pt x="537" y="449"/>
                </a:cubicBezTo>
                <a:cubicBezTo>
                  <a:pt x="546" y="446"/>
                  <a:pt x="555" y="457"/>
                  <a:pt x="565" y="456"/>
                </a:cubicBezTo>
                <a:cubicBezTo>
                  <a:pt x="566" y="456"/>
                  <a:pt x="566" y="457"/>
                  <a:pt x="565" y="458"/>
                </a:cubicBezTo>
                <a:cubicBezTo>
                  <a:pt x="557" y="459"/>
                  <a:pt x="552" y="455"/>
                  <a:pt x="545" y="454"/>
                </a:cubicBezTo>
                <a:cubicBezTo>
                  <a:pt x="537" y="453"/>
                  <a:pt x="533" y="459"/>
                  <a:pt x="528" y="463"/>
                </a:cubicBezTo>
                <a:cubicBezTo>
                  <a:pt x="528" y="463"/>
                  <a:pt x="528" y="463"/>
                  <a:pt x="528" y="464"/>
                </a:cubicBezTo>
                <a:cubicBezTo>
                  <a:pt x="528" y="466"/>
                  <a:pt x="526" y="467"/>
                  <a:pt x="524" y="467"/>
                </a:cubicBezTo>
                <a:cubicBezTo>
                  <a:pt x="520" y="467"/>
                  <a:pt x="514" y="471"/>
                  <a:pt x="514" y="476"/>
                </a:cubicBezTo>
                <a:cubicBezTo>
                  <a:pt x="514" y="479"/>
                  <a:pt x="511" y="481"/>
                  <a:pt x="508" y="481"/>
                </a:cubicBezTo>
                <a:cubicBezTo>
                  <a:pt x="508" y="481"/>
                  <a:pt x="508" y="481"/>
                  <a:pt x="508" y="481"/>
                </a:cubicBezTo>
                <a:cubicBezTo>
                  <a:pt x="510" y="486"/>
                  <a:pt x="505" y="489"/>
                  <a:pt x="502" y="488"/>
                </a:cubicBezTo>
                <a:cubicBezTo>
                  <a:pt x="501" y="490"/>
                  <a:pt x="500" y="492"/>
                  <a:pt x="499" y="493"/>
                </a:cubicBezTo>
                <a:cubicBezTo>
                  <a:pt x="499" y="496"/>
                  <a:pt x="495" y="499"/>
                  <a:pt x="492" y="498"/>
                </a:cubicBezTo>
                <a:cubicBezTo>
                  <a:pt x="492" y="499"/>
                  <a:pt x="492" y="500"/>
                  <a:pt x="491" y="501"/>
                </a:cubicBezTo>
                <a:cubicBezTo>
                  <a:pt x="490" y="502"/>
                  <a:pt x="489" y="504"/>
                  <a:pt x="488" y="505"/>
                </a:cubicBezTo>
                <a:cubicBezTo>
                  <a:pt x="488" y="506"/>
                  <a:pt x="487" y="507"/>
                  <a:pt x="486" y="507"/>
                </a:cubicBezTo>
                <a:cubicBezTo>
                  <a:pt x="486" y="512"/>
                  <a:pt x="482" y="516"/>
                  <a:pt x="480" y="522"/>
                </a:cubicBezTo>
                <a:cubicBezTo>
                  <a:pt x="479" y="523"/>
                  <a:pt x="477" y="524"/>
                  <a:pt x="476" y="524"/>
                </a:cubicBezTo>
                <a:cubicBezTo>
                  <a:pt x="476" y="526"/>
                  <a:pt x="475" y="527"/>
                  <a:pt x="475" y="529"/>
                </a:cubicBezTo>
                <a:cubicBezTo>
                  <a:pt x="475" y="531"/>
                  <a:pt x="475" y="532"/>
                  <a:pt x="474" y="534"/>
                </a:cubicBezTo>
                <a:cubicBezTo>
                  <a:pt x="474" y="536"/>
                  <a:pt x="473" y="538"/>
                  <a:pt x="473" y="539"/>
                </a:cubicBezTo>
                <a:cubicBezTo>
                  <a:pt x="473" y="540"/>
                  <a:pt x="473" y="540"/>
                  <a:pt x="473" y="540"/>
                </a:cubicBezTo>
                <a:cubicBezTo>
                  <a:pt x="474" y="541"/>
                  <a:pt x="474" y="542"/>
                  <a:pt x="474" y="543"/>
                </a:cubicBezTo>
                <a:cubicBezTo>
                  <a:pt x="474" y="544"/>
                  <a:pt x="474" y="544"/>
                  <a:pt x="474" y="544"/>
                </a:cubicBezTo>
                <a:cubicBezTo>
                  <a:pt x="474" y="545"/>
                  <a:pt x="474" y="545"/>
                  <a:pt x="474" y="545"/>
                </a:cubicBezTo>
                <a:cubicBezTo>
                  <a:pt x="473" y="547"/>
                  <a:pt x="473" y="549"/>
                  <a:pt x="472" y="551"/>
                </a:cubicBezTo>
                <a:cubicBezTo>
                  <a:pt x="472" y="553"/>
                  <a:pt x="471" y="556"/>
                  <a:pt x="470" y="559"/>
                </a:cubicBezTo>
                <a:cubicBezTo>
                  <a:pt x="469" y="561"/>
                  <a:pt x="469" y="564"/>
                  <a:pt x="469" y="566"/>
                </a:cubicBezTo>
                <a:cubicBezTo>
                  <a:pt x="470" y="566"/>
                  <a:pt x="470" y="567"/>
                  <a:pt x="471" y="567"/>
                </a:cubicBezTo>
                <a:cubicBezTo>
                  <a:pt x="477" y="565"/>
                  <a:pt x="483" y="566"/>
                  <a:pt x="489" y="568"/>
                </a:cubicBezTo>
                <a:cubicBezTo>
                  <a:pt x="489" y="568"/>
                  <a:pt x="489" y="568"/>
                  <a:pt x="489" y="568"/>
                </a:cubicBezTo>
                <a:cubicBezTo>
                  <a:pt x="490" y="566"/>
                  <a:pt x="492" y="566"/>
                  <a:pt x="493" y="567"/>
                </a:cubicBezTo>
                <a:cubicBezTo>
                  <a:pt x="495" y="570"/>
                  <a:pt x="498" y="571"/>
                  <a:pt x="502" y="571"/>
                </a:cubicBezTo>
                <a:cubicBezTo>
                  <a:pt x="504" y="571"/>
                  <a:pt x="505" y="570"/>
                  <a:pt x="508" y="569"/>
                </a:cubicBezTo>
                <a:cubicBezTo>
                  <a:pt x="512" y="569"/>
                  <a:pt x="516" y="570"/>
                  <a:pt x="520" y="570"/>
                </a:cubicBezTo>
                <a:cubicBezTo>
                  <a:pt x="529" y="570"/>
                  <a:pt x="539" y="571"/>
                  <a:pt x="547" y="569"/>
                </a:cubicBezTo>
                <a:cubicBezTo>
                  <a:pt x="548" y="569"/>
                  <a:pt x="550" y="569"/>
                  <a:pt x="552" y="569"/>
                </a:cubicBezTo>
                <a:cubicBezTo>
                  <a:pt x="549" y="565"/>
                  <a:pt x="551" y="561"/>
                  <a:pt x="552" y="557"/>
                </a:cubicBezTo>
                <a:cubicBezTo>
                  <a:pt x="553" y="552"/>
                  <a:pt x="553" y="547"/>
                  <a:pt x="551" y="542"/>
                </a:cubicBezTo>
                <a:cubicBezTo>
                  <a:pt x="551" y="542"/>
                  <a:pt x="551" y="541"/>
                  <a:pt x="552" y="542"/>
                </a:cubicBezTo>
                <a:cubicBezTo>
                  <a:pt x="553" y="545"/>
                  <a:pt x="559" y="553"/>
                  <a:pt x="561" y="559"/>
                </a:cubicBezTo>
                <a:cubicBezTo>
                  <a:pt x="561" y="559"/>
                  <a:pt x="562" y="559"/>
                  <a:pt x="562" y="559"/>
                </a:cubicBezTo>
                <a:cubicBezTo>
                  <a:pt x="562" y="558"/>
                  <a:pt x="563" y="558"/>
                  <a:pt x="563" y="557"/>
                </a:cubicBezTo>
                <a:cubicBezTo>
                  <a:pt x="565" y="554"/>
                  <a:pt x="570" y="552"/>
                  <a:pt x="573" y="550"/>
                </a:cubicBezTo>
                <a:cubicBezTo>
                  <a:pt x="577" y="548"/>
                  <a:pt x="579" y="550"/>
                  <a:pt x="580" y="548"/>
                </a:cubicBezTo>
                <a:cubicBezTo>
                  <a:pt x="580" y="546"/>
                  <a:pt x="582" y="546"/>
                  <a:pt x="584" y="546"/>
                </a:cubicBezTo>
                <a:cubicBezTo>
                  <a:pt x="585" y="546"/>
                  <a:pt x="585" y="546"/>
                  <a:pt x="586" y="546"/>
                </a:cubicBezTo>
                <a:lnTo>
                  <a:pt x="585" y="545"/>
                </a:lnTo>
                <a:cubicBezTo>
                  <a:pt x="585" y="542"/>
                  <a:pt x="587" y="540"/>
                  <a:pt x="590" y="541"/>
                </a:cubicBezTo>
                <a:cubicBezTo>
                  <a:pt x="591" y="541"/>
                  <a:pt x="592" y="541"/>
                  <a:pt x="593" y="541"/>
                </a:cubicBezTo>
                <a:cubicBezTo>
                  <a:pt x="592" y="534"/>
                  <a:pt x="591" y="527"/>
                  <a:pt x="592" y="520"/>
                </a:cubicBezTo>
                <a:cubicBezTo>
                  <a:pt x="593" y="519"/>
                  <a:pt x="594" y="519"/>
                  <a:pt x="594" y="518"/>
                </a:cubicBezTo>
                <a:cubicBezTo>
                  <a:pt x="595" y="518"/>
                  <a:pt x="595" y="518"/>
                  <a:pt x="596" y="518"/>
                </a:cubicBezTo>
                <a:cubicBezTo>
                  <a:pt x="596" y="518"/>
                  <a:pt x="596" y="518"/>
                  <a:pt x="597" y="517"/>
                </a:cubicBezTo>
                <a:cubicBezTo>
                  <a:pt x="597" y="514"/>
                  <a:pt x="596" y="510"/>
                  <a:pt x="596" y="506"/>
                </a:cubicBezTo>
                <a:cubicBezTo>
                  <a:pt x="596" y="505"/>
                  <a:pt x="596" y="505"/>
                  <a:pt x="597" y="504"/>
                </a:cubicBezTo>
                <a:cubicBezTo>
                  <a:pt x="598" y="504"/>
                  <a:pt x="600" y="503"/>
                  <a:pt x="601" y="503"/>
                </a:cubicBezTo>
                <a:cubicBezTo>
                  <a:pt x="601" y="492"/>
                  <a:pt x="620" y="499"/>
                  <a:pt x="620" y="486"/>
                </a:cubicBezTo>
                <a:cubicBezTo>
                  <a:pt x="620" y="486"/>
                  <a:pt x="620" y="486"/>
                  <a:pt x="621" y="486"/>
                </a:cubicBezTo>
                <a:lnTo>
                  <a:pt x="632" y="485"/>
                </a:lnTo>
                <a:cubicBezTo>
                  <a:pt x="632" y="485"/>
                  <a:pt x="632" y="485"/>
                  <a:pt x="632" y="485"/>
                </a:cubicBezTo>
                <a:cubicBezTo>
                  <a:pt x="630" y="487"/>
                  <a:pt x="627" y="488"/>
                  <a:pt x="624" y="487"/>
                </a:cubicBezTo>
                <a:cubicBezTo>
                  <a:pt x="620" y="486"/>
                  <a:pt x="621" y="491"/>
                  <a:pt x="620" y="492"/>
                </a:cubicBezTo>
                <a:cubicBezTo>
                  <a:pt x="616" y="497"/>
                  <a:pt x="604" y="496"/>
                  <a:pt x="606" y="504"/>
                </a:cubicBezTo>
                <a:cubicBezTo>
                  <a:pt x="607" y="507"/>
                  <a:pt x="604" y="508"/>
                  <a:pt x="602" y="507"/>
                </a:cubicBezTo>
                <a:close/>
                <a:moveTo>
                  <a:pt x="317" y="578"/>
                </a:moveTo>
                <a:cubicBezTo>
                  <a:pt x="317" y="578"/>
                  <a:pt x="317" y="578"/>
                  <a:pt x="317" y="578"/>
                </a:cubicBezTo>
                <a:lnTo>
                  <a:pt x="316" y="578"/>
                </a:lnTo>
                <a:cubicBezTo>
                  <a:pt x="316" y="578"/>
                  <a:pt x="316" y="578"/>
                  <a:pt x="317" y="578"/>
                </a:cubicBezTo>
                <a:close/>
                <a:moveTo>
                  <a:pt x="353" y="656"/>
                </a:moveTo>
                <a:cubicBezTo>
                  <a:pt x="352" y="656"/>
                  <a:pt x="352" y="655"/>
                  <a:pt x="352" y="655"/>
                </a:cubicBezTo>
                <a:cubicBezTo>
                  <a:pt x="352" y="655"/>
                  <a:pt x="352" y="656"/>
                  <a:pt x="352" y="656"/>
                </a:cubicBezTo>
                <a:lnTo>
                  <a:pt x="353" y="656"/>
                </a:lnTo>
                <a:close/>
                <a:moveTo>
                  <a:pt x="421" y="416"/>
                </a:moveTo>
                <a:lnTo>
                  <a:pt x="421" y="416"/>
                </a:lnTo>
                <a:lnTo>
                  <a:pt x="421" y="415"/>
                </a:lnTo>
                <a:cubicBezTo>
                  <a:pt x="421" y="415"/>
                  <a:pt x="421" y="416"/>
                  <a:pt x="421" y="416"/>
                </a:cubicBezTo>
                <a:close/>
                <a:moveTo>
                  <a:pt x="356" y="625"/>
                </a:moveTo>
                <a:lnTo>
                  <a:pt x="356" y="625"/>
                </a:lnTo>
                <a:close/>
                <a:moveTo>
                  <a:pt x="470" y="502"/>
                </a:moveTo>
                <a:cubicBezTo>
                  <a:pt x="469" y="497"/>
                  <a:pt x="468" y="492"/>
                  <a:pt x="463" y="490"/>
                </a:cubicBezTo>
                <a:cubicBezTo>
                  <a:pt x="461" y="489"/>
                  <a:pt x="460" y="487"/>
                  <a:pt x="460" y="485"/>
                </a:cubicBezTo>
                <a:cubicBezTo>
                  <a:pt x="461" y="480"/>
                  <a:pt x="460" y="475"/>
                  <a:pt x="458" y="471"/>
                </a:cubicBezTo>
                <a:cubicBezTo>
                  <a:pt x="457" y="469"/>
                  <a:pt x="456" y="468"/>
                  <a:pt x="456" y="467"/>
                </a:cubicBezTo>
                <a:cubicBezTo>
                  <a:pt x="454" y="466"/>
                  <a:pt x="453" y="465"/>
                  <a:pt x="451" y="464"/>
                </a:cubicBezTo>
                <a:cubicBezTo>
                  <a:pt x="450" y="463"/>
                  <a:pt x="448" y="461"/>
                  <a:pt x="448" y="459"/>
                </a:cubicBezTo>
                <a:cubicBezTo>
                  <a:pt x="442" y="453"/>
                  <a:pt x="435" y="448"/>
                  <a:pt x="426" y="445"/>
                </a:cubicBezTo>
                <a:cubicBezTo>
                  <a:pt x="425" y="446"/>
                  <a:pt x="425" y="447"/>
                  <a:pt x="424" y="447"/>
                </a:cubicBezTo>
                <a:cubicBezTo>
                  <a:pt x="423" y="449"/>
                  <a:pt x="423" y="450"/>
                  <a:pt x="422" y="451"/>
                </a:cubicBezTo>
                <a:cubicBezTo>
                  <a:pt x="421" y="452"/>
                  <a:pt x="420" y="453"/>
                  <a:pt x="419" y="453"/>
                </a:cubicBezTo>
                <a:cubicBezTo>
                  <a:pt x="419" y="455"/>
                  <a:pt x="417" y="457"/>
                  <a:pt x="414" y="457"/>
                </a:cubicBezTo>
                <a:cubicBezTo>
                  <a:pt x="414" y="458"/>
                  <a:pt x="414" y="458"/>
                  <a:pt x="414" y="458"/>
                </a:cubicBezTo>
                <a:cubicBezTo>
                  <a:pt x="413" y="462"/>
                  <a:pt x="412" y="466"/>
                  <a:pt x="409" y="469"/>
                </a:cubicBezTo>
                <a:cubicBezTo>
                  <a:pt x="408" y="472"/>
                  <a:pt x="405" y="473"/>
                  <a:pt x="403" y="472"/>
                </a:cubicBezTo>
                <a:cubicBezTo>
                  <a:pt x="403" y="473"/>
                  <a:pt x="403" y="474"/>
                  <a:pt x="402" y="475"/>
                </a:cubicBezTo>
                <a:cubicBezTo>
                  <a:pt x="403" y="477"/>
                  <a:pt x="402" y="479"/>
                  <a:pt x="401" y="481"/>
                </a:cubicBezTo>
                <a:cubicBezTo>
                  <a:pt x="398" y="484"/>
                  <a:pt x="396" y="485"/>
                  <a:pt x="394" y="488"/>
                </a:cubicBezTo>
                <a:cubicBezTo>
                  <a:pt x="392" y="493"/>
                  <a:pt x="389" y="498"/>
                  <a:pt x="384" y="502"/>
                </a:cubicBezTo>
                <a:cubicBezTo>
                  <a:pt x="386" y="505"/>
                  <a:pt x="382" y="510"/>
                  <a:pt x="378" y="509"/>
                </a:cubicBezTo>
                <a:cubicBezTo>
                  <a:pt x="378" y="509"/>
                  <a:pt x="378" y="509"/>
                  <a:pt x="378" y="509"/>
                </a:cubicBezTo>
                <a:cubicBezTo>
                  <a:pt x="378" y="509"/>
                  <a:pt x="378" y="509"/>
                  <a:pt x="378" y="509"/>
                </a:cubicBezTo>
                <a:cubicBezTo>
                  <a:pt x="377" y="513"/>
                  <a:pt x="375" y="517"/>
                  <a:pt x="373" y="520"/>
                </a:cubicBezTo>
                <a:cubicBezTo>
                  <a:pt x="371" y="524"/>
                  <a:pt x="368" y="528"/>
                  <a:pt x="366" y="533"/>
                </a:cubicBezTo>
                <a:cubicBezTo>
                  <a:pt x="366" y="534"/>
                  <a:pt x="366" y="535"/>
                  <a:pt x="365" y="537"/>
                </a:cubicBezTo>
                <a:cubicBezTo>
                  <a:pt x="365" y="538"/>
                  <a:pt x="365" y="539"/>
                  <a:pt x="364" y="540"/>
                </a:cubicBezTo>
                <a:cubicBezTo>
                  <a:pt x="363" y="541"/>
                  <a:pt x="362" y="542"/>
                  <a:pt x="361" y="543"/>
                </a:cubicBezTo>
                <a:cubicBezTo>
                  <a:pt x="361" y="543"/>
                  <a:pt x="361" y="543"/>
                  <a:pt x="361" y="544"/>
                </a:cubicBezTo>
                <a:cubicBezTo>
                  <a:pt x="361" y="545"/>
                  <a:pt x="361" y="547"/>
                  <a:pt x="361" y="549"/>
                </a:cubicBezTo>
                <a:cubicBezTo>
                  <a:pt x="361" y="549"/>
                  <a:pt x="360" y="550"/>
                  <a:pt x="360" y="551"/>
                </a:cubicBezTo>
                <a:cubicBezTo>
                  <a:pt x="360" y="551"/>
                  <a:pt x="360" y="552"/>
                  <a:pt x="360" y="552"/>
                </a:cubicBezTo>
                <a:cubicBezTo>
                  <a:pt x="360" y="558"/>
                  <a:pt x="358" y="563"/>
                  <a:pt x="356" y="569"/>
                </a:cubicBezTo>
                <a:cubicBezTo>
                  <a:pt x="356" y="570"/>
                  <a:pt x="356" y="571"/>
                  <a:pt x="356" y="573"/>
                </a:cubicBezTo>
                <a:cubicBezTo>
                  <a:pt x="356" y="574"/>
                  <a:pt x="356" y="575"/>
                  <a:pt x="356" y="575"/>
                </a:cubicBezTo>
                <a:cubicBezTo>
                  <a:pt x="357" y="576"/>
                  <a:pt x="357" y="576"/>
                  <a:pt x="357" y="576"/>
                </a:cubicBezTo>
                <a:cubicBezTo>
                  <a:pt x="360" y="584"/>
                  <a:pt x="361" y="590"/>
                  <a:pt x="358" y="597"/>
                </a:cubicBezTo>
                <a:cubicBezTo>
                  <a:pt x="358" y="599"/>
                  <a:pt x="357" y="600"/>
                  <a:pt x="355" y="601"/>
                </a:cubicBezTo>
                <a:cubicBezTo>
                  <a:pt x="355" y="603"/>
                  <a:pt x="355" y="604"/>
                  <a:pt x="354" y="605"/>
                </a:cubicBezTo>
                <a:cubicBezTo>
                  <a:pt x="355" y="609"/>
                  <a:pt x="355" y="613"/>
                  <a:pt x="356" y="617"/>
                </a:cubicBezTo>
                <a:cubicBezTo>
                  <a:pt x="357" y="618"/>
                  <a:pt x="358" y="620"/>
                  <a:pt x="357" y="622"/>
                </a:cubicBezTo>
                <a:cubicBezTo>
                  <a:pt x="357" y="624"/>
                  <a:pt x="357" y="625"/>
                  <a:pt x="357" y="626"/>
                </a:cubicBezTo>
                <a:cubicBezTo>
                  <a:pt x="357" y="625"/>
                  <a:pt x="358" y="626"/>
                  <a:pt x="358" y="626"/>
                </a:cubicBezTo>
                <a:cubicBezTo>
                  <a:pt x="356" y="630"/>
                  <a:pt x="356" y="633"/>
                  <a:pt x="357" y="637"/>
                </a:cubicBezTo>
                <a:cubicBezTo>
                  <a:pt x="360" y="638"/>
                  <a:pt x="362" y="640"/>
                  <a:pt x="362" y="642"/>
                </a:cubicBezTo>
                <a:cubicBezTo>
                  <a:pt x="363" y="640"/>
                  <a:pt x="366" y="640"/>
                  <a:pt x="368" y="641"/>
                </a:cubicBezTo>
                <a:cubicBezTo>
                  <a:pt x="369" y="641"/>
                  <a:pt x="369" y="641"/>
                  <a:pt x="370" y="642"/>
                </a:cubicBezTo>
                <a:cubicBezTo>
                  <a:pt x="372" y="643"/>
                  <a:pt x="374" y="644"/>
                  <a:pt x="376" y="645"/>
                </a:cubicBezTo>
                <a:cubicBezTo>
                  <a:pt x="377" y="644"/>
                  <a:pt x="379" y="643"/>
                  <a:pt x="380" y="642"/>
                </a:cubicBezTo>
                <a:cubicBezTo>
                  <a:pt x="381" y="642"/>
                  <a:pt x="382" y="641"/>
                  <a:pt x="383" y="641"/>
                </a:cubicBezTo>
                <a:cubicBezTo>
                  <a:pt x="384" y="639"/>
                  <a:pt x="385" y="639"/>
                  <a:pt x="386" y="638"/>
                </a:cubicBezTo>
                <a:cubicBezTo>
                  <a:pt x="386" y="637"/>
                  <a:pt x="386" y="636"/>
                  <a:pt x="386" y="636"/>
                </a:cubicBezTo>
                <a:cubicBezTo>
                  <a:pt x="388" y="632"/>
                  <a:pt x="390" y="629"/>
                  <a:pt x="393" y="627"/>
                </a:cubicBezTo>
                <a:cubicBezTo>
                  <a:pt x="395" y="623"/>
                  <a:pt x="399" y="620"/>
                  <a:pt x="403" y="621"/>
                </a:cubicBezTo>
                <a:cubicBezTo>
                  <a:pt x="402" y="617"/>
                  <a:pt x="404" y="613"/>
                  <a:pt x="407" y="611"/>
                </a:cubicBezTo>
                <a:cubicBezTo>
                  <a:pt x="413" y="607"/>
                  <a:pt x="417" y="604"/>
                  <a:pt x="421" y="598"/>
                </a:cubicBezTo>
                <a:cubicBezTo>
                  <a:pt x="424" y="595"/>
                  <a:pt x="423" y="592"/>
                  <a:pt x="425" y="588"/>
                </a:cubicBezTo>
                <a:cubicBezTo>
                  <a:pt x="428" y="583"/>
                  <a:pt x="432" y="581"/>
                  <a:pt x="434" y="576"/>
                </a:cubicBezTo>
                <a:cubicBezTo>
                  <a:pt x="436" y="572"/>
                  <a:pt x="438" y="570"/>
                  <a:pt x="441" y="567"/>
                </a:cubicBezTo>
                <a:cubicBezTo>
                  <a:pt x="441" y="567"/>
                  <a:pt x="441" y="567"/>
                  <a:pt x="442" y="566"/>
                </a:cubicBezTo>
                <a:cubicBezTo>
                  <a:pt x="442" y="566"/>
                  <a:pt x="442" y="565"/>
                  <a:pt x="443" y="564"/>
                </a:cubicBezTo>
                <a:cubicBezTo>
                  <a:pt x="443" y="563"/>
                  <a:pt x="444" y="562"/>
                  <a:pt x="445" y="562"/>
                </a:cubicBezTo>
                <a:cubicBezTo>
                  <a:pt x="446" y="561"/>
                  <a:pt x="446" y="561"/>
                  <a:pt x="447" y="560"/>
                </a:cubicBezTo>
                <a:cubicBezTo>
                  <a:pt x="446" y="558"/>
                  <a:pt x="447" y="556"/>
                  <a:pt x="449" y="554"/>
                </a:cubicBezTo>
                <a:cubicBezTo>
                  <a:pt x="454" y="548"/>
                  <a:pt x="454" y="539"/>
                  <a:pt x="457" y="532"/>
                </a:cubicBezTo>
                <a:cubicBezTo>
                  <a:pt x="457" y="532"/>
                  <a:pt x="457" y="531"/>
                  <a:pt x="458" y="530"/>
                </a:cubicBezTo>
                <a:cubicBezTo>
                  <a:pt x="458" y="524"/>
                  <a:pt x="461" y="517"/>
                  <a:pt x="465" y="510"/>
                </a:cubicBezTo>
                <a:cubicBezTo>
                  <a:pt x="467" y="507"/>
                  <a:pt x="468" y="505"/>
                  <a:pt x="470" y="502"/>
                </a:cubicBezTo>
                <a:close/>
              </a:path>
            </a:pathLst>
          </a:custGeom>
          <a:solidFill>
            <a:srgbClr val="A5A5A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2" name="leaf_70892" title=""/>
          <p:cNvSpPr>
            <a:spLocks noChangeAspect="1" noChangeArrowheads="1"/>
          </p:cNvSpPr>
          <p:nvPr/>
        </p:nvSpPr>
        <p:spPr bwMode="auto">
          <a:xfrm>
            <a:off x="5435600" y="128087"/>
            <a:ext cx="368300" cy="360363"/>
          </a:xfrm>
          <a:custGeom>
            <a:gdLst>
              <a:gd name="T0" fmla="*/ 305654 w 729"/>
              <a:gd name="T1" fmla="*/ 252406 h 711"/>
              <a:gd name="T2" fmla="*/ 348597 w 729"/>
              <a:gd name="T3" fmla="*/ 294474 h 711"/>
              <a:gd name="T4" fmla="*/ 289487 w 729"/>
              <a:gd name="T5" fmla="*/ 323871 h 711"/>
              <a:gd name="T6" fmla="*/ 281909 w 729"/>
              <a:gd name="T7" fmla="*/ 320323 h 711"/>
              <a:gd name="T8" fmla="*/ 222294 w 729"/>
              <a:gd name="T9" fmla="*/ 209832 h 711"/>
              <a:gd name="T10" fmla="*/ 37891 w 729"/>
              <a:gd name="T11" fmla="*/ 9630 h 711"/>
              <a:gd name="T12" fmla="*/ 36881 w 729"/>
              <a:gd name="T13" fmla="*/ 5575 h 711"/>
              <a:gd name="T14" fmla="*/ 31323 w 729"/>
              <a:gd name="T15" fmla="*/ 3548 h 711"/>
              <a:gd name="T16" fmla="*/ 62646 w 729"/>
              <a:gd name="T17" fmla="*/ 280282 h 711"/>
              <a:gd name="T18" fmla="*/ 367795 w 729"/>
              <a:gd name="T19" fmla="*/ 273187 h 711"/>
              <a:gd name="T20" fmla="*/ 64667 w 729"/>
              <a:gd name="T21" fmla="*/ 266598 h 711"/>
              <a:gd name="T22" fmla="*/ 44964 w 729"/>
              <a:gd name="T23" fmla="*/ 98327 h 711"/>
              <a:gd name="T24" fmla="*/ 29808 w 729"/>
              <a:gd name="T25" fmla="*/ 93258 h 711"/>
              <a:gd name="T26" fmla="*/ 61636 w 729"/>
              <a:gd name="T27" fmla="*/ 140901 h 711"/>
              <a:gd name="T28" fmla="*/ 35870 w 729"/>
              <a:gd name="T29" fmla="*/ 133299 h 711"/>
              <a:gd name="T30" fmla="*/ 89423 w 729"/>
              <a:gd name="T31" fmla="*/ 191079 h 711"/>
              <a:gd name="T32" fmla="*/ 62141 w 729"/>
              <a:gd name="T33" fmla="*/ 177901 h 711"/>
              <a:gd name="T34" fmla="*/ 94980 w 729"/>
              <a:gd name="T35" fmla="*/ 199188 h 711"/>
              <a:gd name="T36" fmla="*/ 126808 w 729"/>
              <a:gd name="T37" fmla="*/ 241763 h 711"/>
              <a:gd name="T38" fmla="*/ 88412 w 729"/>
              <a:gd name="T39" fmla="*/ 232133 h 711"/>
              <a:gd name="T40" fmla="*/ 166720 w 729"/>
              <a:gd name="T41" fmla="*/ 283830 h 711"/>
              <a:gd name="T42" fmla="*/ 129840 w 729"/>
              <a:gd name="T43" fmla="*/ 283323 h 711"/>
              <a:gd name="T44" fmla="*/ 210674 w 729"/>
              <a:gd name="T45" fmla="*/ 314747 h 711"/>
              <a:gd name="T46" fmla="*/ 179350 w 729"/>
              <a:gd name="T47" fmla="*/ 317788 h 711"/>
              <a:gd name="T48" fmla="*/ 246039 w 729"/>
              <a:gd name="T49" fmla="*/ 329446 h 711"/>
              <a:gd name="T50" fmla="*/ 240986 w 729"/>
              <a:gd name="T51" fmla="*/ 316775 h 711"/>
              <a:gd name="T52" fmla="*/ 207642 w 729"/>
              <a:gd name="T53" fmla="*/ 271159 h 711"/>
              <a:gd name="T54" fmla="*/ 211684 w 729"/>
              <a:gd name="T55" fmla="*/ 304611 h 711"/>
              <a:gd name="T56" fmla="*/ 181877 w 729"/>
              <a:gd name="T57" fmla="*/ 284844 h 711"/>
              <a:gd name="T58" fmla="*/ 159647 w 729"/>
              <a:gd name="T59" fmla="*/ 237201 h 711"/>
              <a:gd name="T60" fmla="*/ 141965 w 729"/>
              <a:gd name="T61" fmla="*/ 247845 h 711"/>
              <a:gd name="T62" fmla="*/ 132366 w 729"/>
              <a:gd name="T63" fmla="*/ 192599 h 711"/>
              <a:gd name="T64" fmla="*/ 127819 w 729"/>
              <a:gd name="T65" fmla="*/ 232133 h 711"/>
              <a:gd name="T66" fmla="*/ 102558 w 729"/>
              <a:gd name="T67" fmla="*/ 195640 h 711"/>
              <a:gd name="T68" fmla="*/ 97001 w 729"/>
              <a:gd name="T69" fmla="*/ 144449 h 711"/>
              <a:gd name="T70" fmla="*/ 71235 w 729"/>
              <a:gd name="T71" fmla="*/ 148504 h 711"/>
              <a:gd name="T72" fmla="*/ 70225 w 729"/>
              <a:gd name="T73" fmla="*/ 114546 h 711"/>
              <a:gd name="T74" fmla="*/ 61636 w 729"/>
              <a:gd name="T75" fmla="*/ 128737 h 711"/>
              <a:gd name="T76" fmla="*/ 53047 w 729"/>
              <a:gd name="T77" fmla="*/ 107450 h 711"/>
              <a:gd name="T78" fmla="*/ 58605 w 729"/>
              <a:gd name="T79" fmla="*/ 81601 h 711"/>
              <a:gd name="T80" fmla="*/ 47490 w 729"/>
              <a:gd name="T81" fmla="*/ 90217 h 711"/>
              <a:gd name="T82" fmla="*/ 34860 w 729"/>
              <a:gd name="T83" fmla="*/ 26356 h 711"/>
              <a:gd name="T84" fmla="*/ 187434 w 729"/>
              <a:gd name="T85" fmla="*/ 169284 h 711"/>
              <a:gd name="T86" fmla="*/ 260690 w 729"/>
              <a:gd name="T87" fmla="*/ 321843 h 71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729" h="711">
                <a:moveTo>
                  <a:pt x="595" y="492"/>
                </a:moveTo>
                <a:cubicBezTo>
                  <a:pt x="593" y="498"/>
                  <a:pt x="601" y="502"/>
                  <a:pt x="605" y="498"/>
                </a:cubicBezTo>
                <a:cubicBezTo>
                  <a:pt x="636" y="466"/>
                  <a:pt x="659" y="469"/>
                  <a:pt x="675" y="508"/>
                </a:cubicBezTo>
                <a:cubicBezTo>
                  <a:pt x="706" y="527"/>
                  <a:pt x="711" y="551"/>
                  <a:pt x="690" y="581"/>
                </a:cubicBezTo>
                <a:cubicBezTo>
                  <a:pt x="676" y="608"/>
                  <a:pt x="646" y="625"/>
                  <a:pt x="619" y="632"/>
                </a:cubicBezTo>
                <a:cubicBezTo>
                  <a:pt x="604" y="637"/>
                  <a:pt x="589" y="639"/>
                  <a:pt x="573" y="639"/>
                </a:cubicBezTo>
                <a:cubicBezTo>
                  <a:pt x="572" y="635"/>
                  <a:pt x="570" y="632"/>
                  <a:pt x="565" y="632"/>
                </a:cubicBezTo>
                <a:cubicBezTo>
                  <a:pt x="562" y="632"/>
                  <a:pt x="560" y="632"/>
                  <a:pt x="558" y="632"/>
                </a:cubicBezTo>
                <a:cubicBezTo>
                  <a:pt x="556" y="631"/>
                  <a:pt x="555" y="631"/>
                  <a:pt x="553" y="631"/>
                </a:cubicBezTo>
                <a:cubicBezTo>
                  <a:pt x="464" y="617"/>
                  <a:pt x="469" y="479"/>
                  <a:pt x="440" y="414"/>
                </a:cubicBezTo>
                <a:cubicBezTo>
                  <a:pt x="420" y="368"/>
                  <a:pt x="390" y="327"/>
                  <a:pt x="353" y="293"/>
                </a:cubicBezTo>
                <a:cubicBezTo>
                  <a:pt x="254" y="204"/>
                  <a:pt x="111" y="158"/>
                  <a:pt x="75" y="19"/>
                </a:cubicBezTo>
                <a:cubicBezTo>
                  <a:pt x="76" y="18"/>
                  <a:pt x="76" y="18"/>
                  <a:pt x="76" y="17"/>
                </a:cubicBezTo>
                <a:cubicBezTo>
                  <a:pt x="76" y="14"/>
                  <a:pt x="75" y="12"/>
                  <a:pt x="73" y="11"/>
                </a:cubicBezTo>
                <a:cubicBezTo>
                  <a:pt x="73" y="9"/>
                  <a:pt x="72" y="8"/>
                  <a:pt x="72" y="6"/>
                </a:cubicBezTo>
                <a:cubicBezTo>
                  <a:pt x="71" y="0"/>
                  <a:pt x="62" y="2"/>
                  <a:pt x="62" y="7"/>
                </a:cubicBezTo>
                <a:cubicBezTo>
                  <a:pt x="61" y="14"/>
                  <a:pt x="61" y="20"/>
                  <a:pt x="61" y="27"/>
                </a:cubicBezTo>
                <a:cubicBezTo>
                  <a:pt x="9" y="197"/>
                  <a:pt x="0" y="411"/>
                  <a:pt x="124" y="553"/>
                </a:cubicBezTo>
                <a:cubicBezTo>
                  <a:pt x="224" y="669"/>
                  <a:pt x="393" y="711"/>
                  <a:pt x="536" y="660"/>
                </a:cubicBezTo>
                <a:cubicBezTo>
                  <a:pt x="620" y="669"/>
                  <a:pt x="728" y="641"/>
                  <a:pt x="728" y="539"/>
                </a:cubicBezTo>
                <a:cubicBezTo>
                  <a:pt x="729" y="468"/>
                  <a:pt x="626" y="410"/>
                  <a:pt x="595" y="492"/>
                </a:cubicBezTo>
                <a:close/>
                <a:moveTo>
                  <a:pt x="128" y="526"/>
                </a:moveTo>
                <a:cubicBezTo>
                  <a:pt x="28" y="398"/>
                  <a:pt x="38" y="232"/>
                  <a:pt x="64" y="80"/>
                </a:cubicBezTo>
                <a:cubicBezTo>
                  <a:pt x="68" y="119"/>
                  <a:pt x="77" y="157"/>
                  <a:pt x="89" y="194"/>
                </a:cubicBezTo>
                <a:cubicBezTo>
                  <a:pt x="80" y="190"/>
                  <a:pt x="71" y="185"/>
                  <a:pt x="63" y="179"/>
                </a:cubicBezTo>
                <a:cubicBezTo>
                  <a:pt x="60" y="178"/>
                  <a:pt x="57" y="182"/>
                  <a:pt x="59" y="184"/>
                </a:cubicBezTo>
                <a:cubicBezTo>
                  <a:pt x="69" y="194"/>
                  <a:pt x="81" y="202"/>
                  <a:pt x="93" y="208"/>
                </a:cubicBezTo>
                <a:cubicBezTo>
                  <a:pt x="101" y="232"/>
                  <a:pt x="111" y="255"/>
                  <a:pt x="122" y="278"/>
                </a:cubicBezTo>
                <a:cubicBezTo>
                  <a:pt x="106" y="272"/>
                  <a:pt x="91" y="264"/>
                  <a:pt x="76" y="255"/>
                </a:cubicBezTo>
                <a:cubicBezTo>
                  <a:pt x="71" y="251"/>
                  <a:pt x="66" y="259"/>
                  <a:pt x="71" y="263"/>
                </a:cubicBezTo>
                <a:cubicBezTo>
                  <a:pt x="89" y="276"/>
                  <a:pt x="109" y="287"/>
                  <a:pt x="130" y="294"/>
                </a:cubicBezTo>
                <a:cubicBezTo>
                  <a:pt x="144" y="323"/>
                  <a:pt x="160" y="350"/>
                  <a:pt x="177" y="377"/>
                </a:cubicBezTo>
                <a:cubicBezTo>
                  <a:pt x="169" y="375"/>
                  <a:pt x="161" y="372"/>
                  <a:pt x="154" y="369"/>
                </a:cubicBezTo>
                <a:cubicBezTo>
                  <a:pt x="143" y="363"/>
                  <a:pt x="134" y="356"/>
                  <a:pt x="123" y="351"/>
                </a:cubicBezTo>
                <a:cubicBezTo>
                  <a:pt x="121" y="350"/>
                  <a:pt x="119" y="353"/>
                  <a:pt x="120" y="355"/>
                </a:cubicBezTo>
                <a:cubicBezTo>
                  <a:pt x="133" y="377"/>
                  <a:pt x="163" y="389"/>
                  <a:pt x="188" y="393"/>
                </a:cubicBezTo>
                <a:cubicBezTo>
                  <a:pt x="191" y="399"/>
                  <a:pt x="195" y="404"/>
                  <a:pt x="199" y="410"/>
                </a:cubicBezTo>
                <a:cubicBezTo>
                  <a:pt x="215" y="432"/>
                  <a:pt x="232" y="455"/>
                  <a:pt x="251" y="477"/>
                </a:cubicBezTo>
                <a:cubicBezTo>
                  <a:pt x="226" y="470"/>
                  <a:pt x="202" y="461"/>
                  <a:pt x="178" y="451"/>
                </a:cubicBezTo>
                <a:cubicBezTo>
                  <a:pt x="173" y="450"/>
                  <a:pt x="171" y="456"/>
                  <a:pt x="175" y="458"/>
                </a:cubicBezTo>
                <a:cubicBezTo>
                  <a:pt x="202" y="476"/>
                  <a:pt x="235" y="488"/>
                  <a:pt x="267" y="496"/>
                </a:cubicBezTo>
                <a:cubicBezTo>
                  <a:pt x="286" y="519"/>
                  <a:pt x="307" y="541"/>
                  <a:pt x="330" y="560"/>
                </a:cubicBezTo>
                <a:cubicBezTo>
                  <a:pt x="306" y="560"/>
                  <a:pt x="282" y="556"/>
                  <a:pt x="259" y="550"/>
                </a:cubicBezTo>
                <a:cubicBezTo>
                  <a:pt x="253" y="548"/>
                  <a:pt x="251" y="557"/>
                  <a:pt x="257" y="559"/>
                </a:cubicBezTo>
                <a:cubicBezTo>
                  <a:pt x="286" y="571"/>
                  <a:pt x="315" y="575"/>
                  <a:pt x="346" y="574"/>
                </a:cubicBezTo>
                <a:cubicBezTo>
                  <a:pt x="368" y="592"/>
                  <a:pt x="392" y="608"/>
                  <a:pt x="417" y="621"/>
                </a:cubicBezTo>
                <a:cubicBezTo>
                  <a:pt x="397" y="622"/>
                  <a:pt x="377" y="622"/>
                  <a:pt x="356" y="619"/>
                </a:cubicBezTo>
                <a:cubicBezTo>
                  <a:pt x="352" y="619"/>
                  <a:pt x="351" y="626"/>
                  <a:pt x="355" y="627"/>
                </a:cubicBezTo>
                <a:cubicBezTo>
                  <a:pt x="384" y="637"/>
                  <a:pt x="416" y="639"/>
                  <a:pt x="446" y="635"/>
                </a:cubicBezTo>
                <a:cubicBezTo>
                  <a:pt x="459" y="641"/>
                  <a:pt x="473" y="646"/>
                  <a:pt x="487" y="650"/>
                </a:cubicBezTo>
                <a:cubicBezTo>
                  <a:pt x="355" y="677"/>
                  <a:pt x="214" y="635"/>
                  <a:pt x="128" y="526"/>
                </a:cubicBezTo>
                <a:close/>
                <a:moveTo>
                  <a:pt x="477" y="625"/>
                </a:moveTo>
                <a:cubicBezTo>
                  <a:pt x="470" y="623"/>
                  <a:pt x="463" y="620"/>
                  <a:pt x="456" y="618"/>
                </a:cubicBezTo>
                <a:cubicBezTo>
                  <a:pt x="428" y="598"/>
                  <a:pt x="417" y="567"/>
                  <a:pt x="411" y="535"/>
                </a:cubicBezTo>
                <a:cubicBezTo>
                  <a:pt x="410" y="528"/>
                  <a:pt x="402" y="531"/>
                  <a:pt x="401" y="536"/>
                </a:cubicBezTo>
                <a:cubicBezTo>
                  <a:pt x="398" y="560"/>
                  <a:pt x="406" y="582"/>
                  <a:pt x="419" y="601"/>
                </a:cubicBezTo>
                <a:cubicBezTo>
                  <a:pt x="398" y="590"/>
                  <a:pt x="379" y="578"/>
                  <a:pt x="361" y="564"/>
                </a:cubicBezTo>
                <a:cubicBezTo>
                  <a:pt x="361" y="563"/>
                  <a:pt x="360" y="562"/>
                  <a:pt x="360" y="562"/>
                </a:cubicBezTo>
                <a:cubicBezTo>
                  <a:pt x="336" y="536"/>
                  <a:pt x="327" y="504"/>
                  <a:pt x="327" y="469"/>
                </a:cubicBezTo>
                <a:cubicBezTo>
                  <a:pt x="327" y="463"/>
                  <a:pt x="317" y="461"/>
                  <a:pt x="316" y="468"/>
                </a:cubicBezTo>
                <a:cubicBezTo>
                  <a:pt x="312" y="491"/>
                  <a:pt x="316" y="514"/>
                  <a:pt x="325" y="534"/>
                </a:cubicBezTo>
                <a:cubicBezTo>
                  <a:pt x="310" y="520"/>
                  <a:pt x="295" y="505"/>
                  <a:pt x="281" y="489"/>
                </a:cubicBezTo>
                <a:cubicBezTo>
                  <a:pt x="281" y="489"/>
                  <a:pt x="281" y="488"/>
                  <a:pt x="280" y="488"/>
                </a:cubicBezTo>
                <a:cubicBezTo>
                  <a:pt x="261" y="453"/>
                  <a:pt x="258" y="419"/>
                  <a:pt x="262" y="380"/>
                </a:cubicBezTo>
                <a:cubicBezTo>
                  <a:pt x="262" y="375"/>
                  <a:pt x="254" y="374"/>
                  <a:pt x="253" y="379"/>
                </a:cubicBezTo>
                <a:cubicBezTo>
                  <a:pt x="244" y="405"/>
                  <a:pt x="245" y="432"/>
                  <a:pt x="253" y="458"/>
                </a:cubicBezTo>
                <a:cubicBezTo>
                  <a:pt x="235" y="436"/>
                  <a:pt x="218" y="414"/>
                  <a:pt x="202" y="392"/>
                </a:cubicBezTo>
                <a:cubicBezTo>
                  <a:pt x="203" y="390"/>
                  <a:pt x="204" y="389"/>
                  <a:pt x="203" y="386"/>
                </a:cubicBezTo>
                <a:cubicBezTo>
                  <a:pt x="191" y="353"/>
                  <a:pt x="193" y="322"/>
                  <a:pt x="201" y="288"/>
                </a:cubicBezTo>
                <a:cubicBezTo>
                  <a:pt x="202" y="284"/>
                  <a:pt x="195" y="280"/>
                  <a:pt x="192" y="285"/>
                </a:cubicBezTo>
                <a:cubicBezTo>
                  <a:pt x="179" y="309"/>
                  <a:pt x="177" y="337"/>
                  <a:pt x="182" y="363"/>
                </a:cubicBezTo>
                <a:cubicBezTo>
                  <a:pt x="168" y="340"/>
                  <a:pt x="154" y="317"/>
                  <a:pt x="141" y="293"/>
                </a:cubicBezTo>
                <a:cubicBezTo>
                  <a:pt x="142" y="291"/>
                  <a:pt x="142" y="290"/>
                  <a:pt x="142" y="288"/>
                </a:cubicBezTo>
                <a:cubicBezTo>
                  <a:pt x="133" y="267"/>
                  <a:pt x="134" y="248"/>
                  <a:pt x="139" y="226"/>
                </a:cubicBezTo>
                <a:cubicBezTo>
                  <a:pt x="141" y="221"/>
                  <a:pt x="133" y="217"/>
                  <a:pt x="130" y="222"/>
                </a:cubicBezTo>
                <a:cubicBezTo>
                  <a:pt x="125" y="232"/>
                  <a:pt x="123" y="243"/>
                  <a:pt x="122" y="254"/>
                </a:cubicBezTo>
                <a:cubicBezTo>
                  <a:pt x="117" y="243"/>
                  <a:pt x="113" y="232"/>
                  <a:pt x="108" y="220"/>
                </a:cubicBezTo>
                <a:cubicBezTo>
                  <a:pt x="107" y="217"/>
                  <a:pt x="106" y="215"/>
                  <a:pt x="105" y="212"/>
                </a:cubicBezTo>
                <a:cubicBezTo>
                  <a:pt x="108" y="211"/>
                  <a:pt x="111" y="208"/>
                  <a:pt x="109" y="205"/>
                </a:cubicBezTo>
                <a:cubicBezTo>
                  <a:pt x="100" y="188"/>
                  <a:pt x="107" y="175"/>
                  <a:pt x="116" y="161"/>
                </a:cubicBezTo>
                <a:cubicBezTo>
                  <a:pt x="119" y="157"/>
                  <a:pt x="114" y="154"/>
                  <a:pt x="110" y="155"/>
                </a:cubicBezTo>
                <a:cubicBezTo>
                  <a:pt x="101" y="160"/>
                  <a:pt x="96" y="168"/>
                  <a:pt x="94" y="178"/>
                </a:cubicBezTo>
                <a:cubicBezTo>
                  <a:pt x="86" y="151"/>
                  <a:pt x="80" y="123"/>
                  <a:pt x="76" y="94"/>
                </a:cubicBezTo>
                <a:cubicBezTo>
                  <a:pt x="75" y="89"/>
                  <a:pt x="72" y="68"/>
                  <a:pt x="69" y="52"/>
                </a:cubicBezTo>
                <a:cubicBezTo>
                  <a:pt x="69" y="51"/>
                  <a:pt x="70" y="50"/>
                  <a:pt x="70" y="50"/>
                </a:cubicBezTo>
                <a:cubicBezTo>
                  <a:pt x="97" y="184"/>
                  <a:pt x="291" y="242"/>
                  <a:pt x="371" y="334"/>
                </a:cubicBezTo>
                <a:cubicBezTo>
                  <a:pt x="435" y="408"/>
                  <a:pt x="433" y="489"/>
                  <a:pt x="467" y="574"/>
                </a:cubicBezTo>
                <a:cubicBezTo>
                  <a:pt x="478" y="600"/>
                  <a:pt x="494" y="622"/>
                  <a:pt x="516" y="635"/>
                </a:cubicBezTo>
                <a:cubicBezTo>
                  <a:pt x="502" y="632"/>
                  <a:pt x="489" y="629"/>
                  <a:pt x="477" y="625"/>
                </a:cubicBezTo>
                <a:close/>
              </a:path>
            </a:pathLst>
          </a:custGeom>
          <a:solidFill>
            <a:srgbClr val="A5A5A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3" name="leaf_70892" title=""/>
          <p:cNvSpPr>
            <a:spLocks noChangeAspect="1" noChangeArrowheads="1"/>
          </p:cNvSpPr>
          <p:nvPr/>
        </p:nvSpPr>
        <p:spPr bwMode="auto">
          <a:xfrm flipH="1">
            <a:off x="6419850" y="151900"/>
            <a:ext cx="369888" cy="358775"/>
          </a:xfrm>
          <a:custGeom>
            <a:gdLst>
              <a:gd name="T0" fmla="*/ 306972 w 729"/>
              <a:gd name="T1" fmla="*/ 251294 h 711"/>
              <a:gd name="T2" fmla="*/ 350100 w 729"/>
              <a:gd name="T3" fmla="*/ 293176 h 711"/>
              <a:gd name="T4" fmla="*/ 290735 w 729"/>
              <a:gd name="T5" fmla="*/ 322443 h 711"/>
              <a:gd name="T6" fmla="*/ 283124 w 729"/>
              <a:gd name="T7" fmla="*/ 318911 h 711"/>
              <a:gd name="T8" fmla="*/ 223252 w 729"/>
              <a:gd name="T9" fmla="*/ 208907 h 711"/>
              <a:gd name="T10" fmla="*/ 38054 w 729"/>
              <a:gd name="T11" fmla="*/ 9588 h 711"/>
              <a:gd name="T12" fmla="*/ 37040 w 729"/>
              <a:gd name="T13" fmla="*/ 5551 h 711"/>
              <a:gd name="T14" fmla="*/ 31458 w 729"/>
              <a:gd name="T15" fmla="*/ 3532 h 711"/>
              <a:gd name="T16" fmla="*/ 62916 w 729"/>
              <a:gd name="T17" fmla="*/ 279047 h 711"/>
              <a:gd name="T18" fmla="*/ 369381 w 729"/>
              <a:gd name="T19" fmla="*/ 271983 h 711"/>
              <a:gd name="T20" fmla="*/ 64946 w 729"/>
              <a:gd name="T21" fmla="*/ 265423 h 711"/>
              <a:gd name="T22" fmla="*/ 45158 w 729"/>
              <a:gd name="T23" fmla="*/ 97894 h 711"/>
              <a:gd name="T24" fmla="*/ 29936 w 729"/>
              <a:gd name="T25" fmla="*/ 92848 h 711"/>
              <a:gd name="T26" fmla="*/ 61902 w 729"/>
              <a:gd name="T27" fmla="*/ 140281 h 711"/>
              <a:gd name="T28" fmla="*/ 36025 w 729"/>
              <a:gd name="T29" fmla="*/ 132711 h 711"/>
              <a:gd name="T30" fmla="*/ 89808 w 729"/>
              <a:gd name="T31" fmla="*/ 190237 h 711"/>
              <a:gd name="T32" fmla="*/ 62409 w 729"/>
              <a:gd name="T33" fmla="*/ 177117 h 711"/>
              <a:gd name="T34" fmla="*/ 95389 w 729"/>
              <a:gd name="T35" fmla="*/ 198310 h 711"/>
              <a:gd name="T36" fmla="*/ 127355 w 729"/>
              <a:gd name="T37" fmla="*/ 240697 h 711"/>
              <a:gd name="T38" fmla="*/ 88793 w 729"/>
              <a:gd name="T39" fmla="*/ 231110 h 711"/>
              <a:gd name="T40" fmla="*/ 167439 w 729"/>
              <a:gd name="T41" fmla="*/ 282579 h 711"/>
              <a:gd name="T42" fmla="*/ 130399 w 729"/>
              <a:gd name="T43" fmla="*/ 282075 h 711"/>
              <a:gd name="T44" fmla="*/ 211582 w 729"/>
              <a:gd name="T45" fmla="*/ 313360 h 711"/>
              <a:gd name="T46" fmla="*/ 180124 w 729"/>
              <a:gd name="T47" fmla="*/ 316388 h 711"/>
              <a:gd name="T48" fmla="*/ 247099 w 729"/>
              <a:gd name="T49" fmla="*/ 327994 h 711"/>
              <a:gd name="T50" fmla="*/ 242025 w 729"/>
              <a:gd name="T51" fmla="*/ 315379 h 711"/>
              <a:gd name="T52" fmla="*/ 208538 w 729"/>
              <a:gd name="T53" fmla="*/ 269964 h 711"/>
              <a:gd name="T54" fmla="*/ 212597 w 729"/>
              <a:gd name="T55" fmla="*/ 303268 h 711"/>
              <a:gd name="T56" fmla="*/ 182661 w 729"/>
              <a:gd name="T57" fmla="*/ 283589 h 711"/>
              <a:gd name="T58" fmla="*/ 160336 w 729"/>
              <a:gd name="T59" fmla="*/ 236156 h 711"/>
              <a:gd name="T60" fmla="*/ 142577 w 729"/>
              <a:gd name="T61" fmla="*/ 246752 h 711"/>
              <a:gd name="T62" fmla="*/ 132936 w 729"/>
              <a:gd name="T63" fmla="*/ 191750 h 711"/>
              <a:gd name="T64" fmla="*/ 128370 w 729"/>
              <a:gd name="T65" fmla="*/ 231110 h 711"/>
              <a:gd name="T66" fmla="*/ 103000 w 729"/>
              <a:gd name="T67" fmla="*/ 194778 h 711"/>
              <a:gd name="T68" fmla="*/ 97419 w 729"/>
              <a:gd name="T69" fmla="*/ 143813 h 711"/>
              <a:gd name="T70" fmla="*/ 71542 w 729"/>
              <a:gd name="T71" fmla="*/ 147850 h 711"/>
              <a:gd name="T72" fmla="*/ 70527 w 729"/>
              <a:gd name="T73" fmla="*/ 114041 h 711"/>
              <a:gd name="T74" fmla="*/ 61902 w 729"/>
              <a:gd name="T75" fmla="*/ 128170 h 711"/>
              <a:gd name="T76" fmla="*/ 53276 w 729"/>
              <a:gd name="T77" fmla="*/ 106977 h 711"/>
              <a:gd name="T78" fmla="*/ 58857 w 729"/>
              <a:gd name="T79" fmla="*/ 81242 h 711"/>
              <a:gd name="T80" fmla="*/ 47695 w 729"/>
              <a:gd name="T81" fmla="*/ 89820 h 711"/>
              <a:gd name="T82" fmla="*/ 35010 w 729"/>
              <a:gd name="T83" fmla="*/ 26240 h 711"/>
              <a:gd name="T84" fmla="*/ 188242 w 729"/>
              <a:gd name="T85" fmla="*/ 168538 h 711"/>
              <a:gd name="T86" fmla="*/ 261814 w 729"/>
              <a:gd name="T87" fmla="*/ 320425 h 71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729" h="711">
                <a:moveTo>
                  <a:pt x="595" y="492"/>
                </a:moveTo>
                <a:cubicBezTo>
                  <a:pt x="593" y="498"/>
                  <a:pt x="601" y="502"/>
                  <a:pt x="605" y="498"/>
                </a:cubicBezTo>
                <a:cubicBezTo>
                  <a:pt x="636" y="466"/>
                  <a:pt x="659" y="469"/>
                  <a:pt x="675" y="508"/>
                </a:cubicBezTo>
                <a:cubicBezTo>
                  <a:pt x="706" y="527"/>
                  <a:pt x="711" y="551"/>
                  <a:pt x="690" y="581"/>
                </a:cubicBezTo>
                <a:cubicBezTo>
                  <a:pt x="676" y="608"/>
                  <a:pt x="646" y="625"/>
                  <a:pt x="619" y="632"/>
                </a:cubicBezTo>
                <a:cubicBezTo>
                  <a:pt x="604" y="637"/>
                  <a:pt x="589" y="639"/>
                  <a:pt x="573" y="639"/>
                </a:cubicBezTo>
                <a:cubicBezTo>
                  <a:pt x="572" y="635"/>
                  <a:pt x="570" y="632"/>
                  <a:pt x="565" y="632"/>
                </a:cubicBezTo>
                <a:cubicBezTo>
                  <a:pt x="562" y="632"/>
                  <a:pt x="560" y="632"/>
                  <a:pt x="558" y="632"/>
                </a:cubicBezTo>
                <a:cubicBezTo>
                  <a:pt x="556" y="631"/>
                  <a:pt x="555" y="631"/>
                  <a:pt x="553" y="631"/>
                </a:cubicBezTo>
                <a:cubicBezTo>
                  <a:pt x="464" y="617"/>
                  <a:pt x="469" y="479"/>
                  <a:pt x="440" y="414"/>
                </a:cubicBezTo>
                <a:cubicBezTo>
                  <a:pt x="420" y="368"/>
                  <a:pt x="390" y="327"/>
                  <a:pt x="353" y="293"/>
                </a:cubicBezTo>
                <a:cubicBezTo>
                  <a:pt x="254" y="204"/>
                  <a:pt x="111" y="158"/>
                  <a:pt x="75" y="19"/>
                </a:cubicBezTo>
                <a:cubicBezTo>
                  <a:pt x="76" y="18"/>
                  <a:pt x="76" y="18"/>
                  <a:pt x="76" y="17"/>
                </a:cubicBezTo>
                <a:cubicBezTo>
                  <a:pt x="76" y="14"/>
                  <a:pt x="75" y="12"/>
                  <a:pt x="73" y="11"/>
                </a:cubicBezTo>
                <a:cubicBezTo>
                  <a:pt x="73" y="9"/>
                  <a:pt x="72" y="8"/>
                  <a:pt x="72" y="6"/>
                </a:cubicBezTo>
                <a:cubicBezTo>
                  <a:pt x="71" y="0"/>
                  <a:pt x="62" y="2"/>
                  <a:pt x="62" y="7"/>
                </a:cubicBezTo>
                <a:cubicBezTo>
                  <a:pt x="61" y="14"/>
                  <a:pt x="61" y="20"/>
                  <a:pt x="61" y="27"/>
                </a:cubicBezTo>
                <a:cubicBezTo>
                  <a:pt x="9" y="197"/>
                  <a:pt x="0" y="411"/>
                  <a:pt x="124" y="553"/>
                </a:cubicBezTo>
                <a:cubicBezTo>
                  <a:pt x="224" y="669"/>
                  <a:pt x="393" y="711"/>
                  <a:pt x="536" y="660"/>
                </a:cubicBezTo>
                <a:cubicBezTo>
                  <a:pt x="620" y="669"/>
                  <a:pt x="728" y="641"/>
                  <a:pt x="728" y="539"/>
                </a:cubicBezTo>
                <a:cubicBezTo>
                  <a:pt x="729" y="468"/>
                  <a:pt x="626" y="410"/>
                  <a:pt x="595" y="492"/>
                </a:cubicBezTo>
                <a:close/>
                <a:moveTo>
                  <a:pt x="128" y="526"/>
                </a:moveTo>
                <a:cubicBezTo>
                  <a:pt x="28" y="398"/>
                  <a:pt x="38" y="232"/>
                  <a:pt x="64" y="80"/>
                </a:cubicBezTo>
                <a:cubicBezTo>
                  <a:pt x="68" y="119"/>
                  <a:pt x="77" y="157"/>
                  <a:pt x="89" y="194"/>
                </a:cubicBezTo>
                <a:cubicBezTo>
                  <a:pt x="80" y="190"/>
                  <a:pt x="71" y="185"/>
                  <a:pt x="63" y="179"/>
                </a:cubicBezTo>
                <a:cubicBezTo>
                  <a:pt x="60" y="178"/>
                  <a:pt x="57" y="182"/>
                  <a:pt x="59" y="184"/>
                </a:cubicBezTo>
                <a:cubicBezTo>
                  <a:pt x="69" y="194"/>
                  <a:pt x="81" y="202"/>
                  <a:pt x="93" y="208"/>
                </a:cubicBezTo>
                <a:cubicBezTo>
                  <a:pt x="101" y="232"/>
                  <a:pt x="111" y="255"/>
                  <a:pt x="122" y="278"/>
                </a:cubicBezTo>
                <a:cubicBezTo>
                  <a:pt x="106" y="272"/>
                  <a:pt x="91" y="264"/>
                  <a:pt x="76" y="255"/>
                </a:cubicBezTo>
                <a:cubicBezTo>
                  <a:pt x="71" y="251"/>
                  <a:pt x="66" y="259"/>
                  <a:pt x="71" y="263"/>
                </a:cubicBezTo>
                <a:cubicBezTo>
                  <a:pt x="89" y="276"/>
                  <a:pt x="109" y="287"/>
                  <a:pt x="130" y="294"/>
                </a:cubicBezTo>
                <a:cubicBezTo>
                  <a:pt x="144" y="323"/>
                  <a:pt x="160" y="350"/>
                  <a:pt x="177" y="377"/>
                </a:cubicBezTo>
                <a:cubicBezTo>
                  <a:pt x="169" y="375"/>
                  <a:pt x="161" y="372"/>
                  <a:pt x="154" y="369"/>
                </a:cubicBezTo>
                <a:cubicBezTo>
                  <a:pt x="143" y="363"/>
                  <a:pt x="134" y="356"/>
                  <a:pt x="123" y="351"/>
                </a:cubicBezTo>
                <a:cubicBezTo>
                  <a:pt x="121" y="350"/>
                  <a:pt x="119" y="353"/>
                  <a:pt x="120" y="355"/>
                </a:cubicBezTo>
                <a:cubicBezTo>
                  <a:pt x="133" y="377"/>
                  <a:pt x="163" y="389"/>
                  <a:pt x="188" y="393"/>
                </a:cubicBezTo>
                <a:cubicBezTo>
                  <a:pt x="191" y="399"/>
                  <a:pt x="195" y="404"/>
                  <a:pt x="199" y="410"/>
                </a:cubicBezTo>
                <a:cubicBezTo>
                  <a:pt x="215" y="432"/>
                  <a:pt x="232" y="455"/>
                  <a:pt x="251" y="477"/>
                </a:cubicBezTo>
                <a:cubicBezTo>
                  <a:pt x="226" y="470"/>
                  <a:pt x="202" y="461"/>
                  <a:pt x="178" y="451"/>
                </a:cubicBezTo>
                <a:cubicBezTo>
                  <a:pt x="173" y="450"/>
                  <a:pt x="171" y="456"/>
                  <a:pt x="175" y="458"/>
                </a:cubicBezTo>
                <a:cubicBezTo>
                  <a:pt x="202" y="476"/>
                  <a:pt x="235" y="488"/>
                  <a:pt x="267" y="496"/>
                </a:cubicBezTo>
                <a:cubicBezTo>
                  <a:pt x="286" y="519"/>
                  <a:pt x="307" y="541"/>
                  <a:pt x="330" y="560"/>
                </a:cubicBezTo>
                <a:cubicBezTo>
                  <a:pt x="306" y="560"/>
                  <a:pt x="282" y="556"/>
                  <a:pt x="259" y="550"/>
                </a:cubicBezTo>
                <a:cubicBezTo>
                  <a:pt x="253" y="548"/>
                  <a:pt x="251" y="557"/>
                  <a:pt x="257" y="559"/>
                </a:cubicBezTo>
                <a:cubicBezTo>
                  <a:pt x="286" y="571"/>
                  <a:pt x="315" y="575"/>
                  <a:pt x="346" y="574"/>
                </a:cubicBezTo>
                <a:cubicBezTo>
                  <a:pt x="368" y="592"/>
                  <a:pt x="392" y="608"/>
                  <a:pt x="417" y="621"/>
                </a:cubicBezTo>
                <a:cubicBezTo>
                  <a:pt x="397" y="622"/>
                  <a:pt x="377" y="622"/>
                  <a:pt x="356" y="619"/>
                </a:cubicBezTo>
                <a:cubicBezTo>
                  <a:pt x="352" y="619"/>
                  <a:pt x="351" y="626"/>
                  <a:pt x="355" y="627"/>
                </a:cubicBezTo>
                <a:cubicBezTo>
                  <a:pt x="384" y="637"/>
                  <a:pt x="416" y="639"/>
                  <a:pt x="446" y="635"/>
                </a:cubicBezTo>
                <a:cubicBezTo>
                  <a:pt x="459" y="641"/>
                  <a:pt x="473" y="646"/>
                  <a:pt x="487" y="650"/>
                </a:cubicBezTo>
                <a:cubicBezTo>
                  <a:pt x="355" y="677"/>
                  <a:pt x="214" y="635"/>
                  <a:pt x="128" y="526"/>
                </a:cubicBezTo>
                <a:close/>
                <a:moveTo>
                  <a:pt x="477" y="625"/>
                </a:moveTo>
                <a:cubicBezTo>
                  <a:pt x="470" y="623"/>
                  <a:pt x="463" y="620"/>
                  <a:pt x="456" y="618"/>
                </a:cubicBezTo>
                <a:cubicBezTo>
                  <a:pt x="428" y="598"/>
                  <a:pt x="417" y="567"/>
                  <a:pt x="411" y="535"/>
                </a:cubicBezTo>
                <a:cubicBezTo>
                  <a:pt x="410" y="528"/>
                  <a:pt x="402" y="531"/>
                  <a:pt x="401" y="536"/>
                </a:cubicBezTo>
                <a:cubicBezTo>
                  <a:pt x="398" y="560"/>
                  <a:pt x="406" y="582"/>
                  <a:pt x="419" y="601"/>
                </a:cubicBezTo>
                <a:cubicBezTo>
                  <a:pt x="398" y="590"/>
                  <a:pt x="379" y="578"/>
                  <a:pt x="361" y="564"/>
                </a:cubicBezTo>
                <a:cubicBezTo>
                  <a:pt x="361" y="563"/>
                  <a:pt x="360" y="562"/>
                  <a:pt x="360" y="562"/>
                </a:cubicBezTo>
                <a:cubicBezTo>
                  <a:pt x="336" y="536"/>
                  <a:pt x="327" y="504"/>
                  <a:pt x="327" y="469"/>
                </a:cubicBezTo>
                <a:cubicBezTo>
                  <a:pt x="327" y="463"/>
                  <a:pt x="317" y="461"/>
                  <a:pt x="316" y="468"/>
                </a:cubicBezTo>
                <a:cubicBezTo>
                  <a:pt x="312" y="491"/>
                  <a:pt x="316" y="514"/>
                  <a:pt x="325" y="534"/>
                </a:cubicBezTo>
                <a:cubicBezTo>
                  <a:pt x="310" y="520"/>
                  <a:pt x="295" y="505"/>
                  <a:pt x="281" y="489"/>
                </a:cubicBezTo>
                <a:cubicBezTo>
                  <a:pt x="281" y="489"/>
                  <a:pt x="281" y="488"/>
                  <a:pt x="280" y="488"/>
                </a:cubicBezTo>
                <a:cubicBezTo>
                  <a:pt x="261" y="453"/>
                  <a:pt x="258" y="419"/>
                  <a:pt x="262" y="380"/>
                </a:cubicBezTo>
                <a:cubicBezTo>
                  <a:pt x="262" y="375"/>
                  <a:pt x="254" y="374"/>
                  <a:pt x="253" y="379"/>
                </a:cubicBezTo>
                <a:cubicBezTo>
                  <a:pt x="244" y="405"/>
                  <a:pt x="245" y="432"/>
                  <a:pt x="253" y="458"/>
                </a:cubicBezTo>
                <a:cubicBezTo>
                  <a:pt x="235" y="436"/>
                  <a:pt x="218" y="414"/>
                  <a:pt x="202" y="392"/>
                </a:cubicBezTo>
                <a:cubicBezTo>
                  <a:pt x="203" y="390"/>
                  <a:pt x="204" y="389"/>
                  <a:pt x="203" y="386"/>
                </a:cubicBezTo>
                <a:cubicBezTo>
                  <a:pt x="191" y="353"/>
                  <a:pt x="193" y="322"/>
                  <a:pt x="201" y="288"/>
                </a:cubicBezTo>
                <a:cubicBezTo>
                  <a:pt x="202" y="284"/>
                  <a:pt x="195" y="280"/>
                  <a:pt x="192" y="285"/>
                </a:cubicBezTo>
                <a:cubicBezTo>
                  <a:pt x="179" y="309"/>
                  <a:pt x="177" y="337"/>
                  <a:pt x="182" y="363"/>
                </a:cubicBezTo>
                <a:cubicBezTo>
                  <a:pt x="168" y="340"/>
                  <a:pt x="154" y="317"/>
                  <a:pt x="141" y="293"/>
                </a:cubicBezTo>
                <a:cubicBezTo>
                  <a:pt x="142" y="291"/>
                  <a:pt x="142" y="290"/>
                  <a:pt x="142" y="288"/>
                </a:cubicBezTo>
                <a:cubicBezTo>
                  <a:pt x="133" y="267"/>
                  <a:pt x="134" y="248"/>
                  <a:pt x="139" y="226"/>
                </a:cubicBezTo>
                <a:cubicBezTo>
                  <a:pt x="141" y="221"/>
                  <a:pt x="133" y="217"/>
                  <a:pt x="130" y="222"/>
                </a:cubicBezTo>
                <a:cubicBezTo>
                  <a:pt x="125" y="232"/>
                  <a:pt x="123" y="243"/>
                  <a:pt x="122" y="254"/>
                </a:cubicBezTo>
                <a:cubicBezTo>
                  <a:pt x="117" y="243"/>
                  <a:pt x="113" y="232"/>
                  <a:pt x="108" y="220"/>
                </a:cubicBezTo>
                <a:cubicBezTo>
                  <a:pt x="107" y="217"/>
                  <a:pt x="106" y="215"/>
                  <a:pt x="105" y="212"/>
                </a:cubicBezTo>
                <a:cubicBezTo>
                  <a:pt x="108" y="211"/>
                  <a:pt x="111" y="208"/>
                  <a:pt x="109" y="205"/>
                </a:cubicBezTo>
                <a:cubicBezTo>
                  <a:pt x="100" y="188"/>
                  <a:pt x="107" y="175"/>
                  <a:pt x="116" y="161"/>
                </a:cubicBezTo>
                <a:cubicBezTo>
                  <a:pt x="119" y="157"/>
                  <a:pt x="114" y="154"/>
                  <a:pt x="110" y="155"/>
                </a:cubicBezTo>
                <a:cubicBezTo>
                  <a:pt x="101" y="160"/>
                  <a:pt x="96" y="168"/>
                  <a:pt x="94" y="178"/>
                </a:cubicBezTo>
                <a:cubicBezTo>
                  <a:pt x="86" y="151"/>
                  <a:pt x="80" y="123"/>
                  <a:pt x="76" y="94"/>
                </a:cubicBezTo>
                <a:cubicBezTo>
                  <a:pt x="75" y="89"/>
                  <a:pt x="72" y="68"/>
                  <a:pt x="69" y="52"/>
                </a:cubicBezTo>
                <a:cubicBezTo>
                  <a:pt x="69" y="51"/>
                  <a:pt x="70" y="50"/>
                  <a:pt x="70" y="50"/>
                </a:cubicBezTo>
                <a:cubicBezTo>
                  <a:pt x="97" y="184"/>
                  <a:pt x="291" y="242"/>
                  <a:pt x="371" y="334"/>
                </a:cubicBezTo>
                <a:cubicBezTo>
                  <a:pt x="435" y="408"/>
                  <a:pt x="433" y="489"/>
                  <a:pt x="467" y="574"/>
                </a:cubicBezTo>
                <a:cubicBezTo>
                  <a:pt x="478" y="600"/>
                  <a:pt x="494" y="622"/>
                  <a:pt x="516" y="635"/>
                </a:cubicBezTo>
                <a:cubicBezTo>
                  <a:pt x="502" y="632"/>
                  <a:pt x="489" y="629"/>
                  <a:pt x="477" y="625"/>
                </a:cubicBezTo>
                <a:close/>
              </a:path>
            </a:pathLst>
          </a:custGeom>
          <a:solidFill>
            <a:srgbClr val="A5A5A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4" name="文本框 14" title=""/>
          <p:cNvSpPr txBox="1">
            <a:spLocks noChangeArrowheads="1"/>
          </p:cNvSpPr>
          <p:nvPr/>
        </p:nvSpPr>
        <p:spPr bwMode="auto">
          <a:xfrm>
            <a:off x="1899532" y="410668"/>
            <a:ext cx="841198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600" b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No.1  </a:t>
            </a:r>
            <a:r>
              <a:rPr lang="zh-CN" altLang="en-US" sz="3600" b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使用生动的形容词 （积极</a:t>
            </a:r>
            <a:r>
              <a:rPr lang="en-US" altLang="zh-CN" sz="3600" b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&amp;</a:t>
            </a:r>
            <a:r>
              <a:rPr lang="zh-CN" altLang="en-US" sz="3600" b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消极）</a:t>
            </a:r>
            <a:endParaRPr lang="zh-CN" altLang="en-US" sz="3600" b="1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" name="矩形 1" title=""/>
          <p:cNvSpPr/>
          <p:nvPr/>
        </p:nvSpPr>
        <p:spPr>
          <a:xfrm>
            <a:off x="91309" y="1004996"/>
            <a:ext cx="11627726" cy="5800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0"/>
              </a:spcAft>
            </a:pPr>
            <a:r>
              <a:rPr lang="zh-CN" altLang="en-US" sz="2700" b="1" u="sng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【关于风的形容词】</a:t>
            </a:r>
            <a:endParaRPr lang="zh-CN" altLang="en-US" sz="2700" b="1" u="sng" kern="100">
              <a:solidFill>
                <a:srgbClr val="FF0000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ct val="0"/>
              </a:spcAft>
            </a:pPr>
            <a:r>
              <a:rPr lang="zh-CN" altLang="en-US" sz="2700" b="1" kern="1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积极形容词：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gentle/soft </a:t>
            </a:r>
            <a:r>
              <a:rPr lang="zh-CN" altLang="en-US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轻柔的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warm </a:t>
            </a:r>
            <a:r>
              <a:rPr lang="zh-CN" altLang="en-US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温暖的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pleasant </a:t>
            </a:r>
            <a:r>
              <a:rPr lang="zh-CN" altLang="en-US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令人愉悦的</a:t>
            </a:r>
            <a:endParaRPr lang="zh-CN" altLang="en-US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ct val="0"/>
              </a:spcAft>
            </a:pPr>
            <a:r>
              <a:rPr lang="zh-CN" altLang="en-US" sz="2700" b="1" kern="1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消极形容词：</a:t>
            </a:r>
            <a:r>
              <a:rPr lang="en-US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icy/freezing </a:t>
            </a:r>
            <a:r>
              <a:rPr lang="zh-CN" altLang="en-US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冰冷的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strong/violent </a:t>
            </a:r>
            <a:r>
              <a:rPr lang="zh-CN" altLang="en-US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猛烈的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dreadful</a:t>
            </a:r>
            <a:r>
              <a:rPr lang="zh-CN" altLang="en-US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可怕的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howling </a:t>
            </a:r>
            <a:r>
              <a:rPr lang="zh-CN" altLang="en-US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呼啸的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biting </a:t>
            </a:r>
            <a:r>
              <a:rPr lang="zh-CN" altLang="en-US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刺骨的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bone-chilling/ bone-piercing </a:t>
            </a:r>
            <a:r>
              <a:rPr lang="zh-CN" altLang="en-US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刺骨的</a:t>
            </a:r>
            <a:endParaRPr lang="zh-CN" altLang="en-US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>
              <a:spcAft>
                <a:spcPct val="0"/>
              </a:spcAft>
            </a:pPr>
            <a:r>
              <a:rPr lang="en-US" altLang="zh-CN" sz="2700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e.g. a gentle warm breeze </a:t>
            </a:r>
            <a:r>
              <a:rPr lang="zh-CN" altLang="en-US" sz="2700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温和的暖风</a:t>
            </a:r>
            <a:endParaRPr lang="en-US" altLang="zh-CN" sz="2700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ct val="0"/>
              </a:spcAft>
            </a:pPr>
            <a:r>
              <a:rPr lang="en-US" altLang="zh-CN" sz="2700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    an icy howling wind </a:t>
            </a:r>
            <a:r>
              <a:rPr lang="zh-CN" altLang="en-US" sz="2700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刺骨的狂风</a:t>
            </a:r>
            <a:r>
              <a:rPr lang="en-US" altLang="zh-CN" sz="2700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ct val="0"/>
              </a:spcAft>
            </a:pPr>
            <a:endParaRPr lang="en-US" altLang="zh-CN" sz="1000" b="1" u="sng" kern="100">
              <a:solidFill>
                <a:srgbClr val="FF0000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ct val="0"/>
              </a:spcAft>
            </a:pPr>
            <a:r>
              <a:rPr lang="zh-CN" altLang="en-US" sz="2700" b="1" u="sng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【关于雨的形容词】</a:t>
            </a:r>
            <a:endParaRPr lang="zh-CN" altLang="en-US" sz="2700" b="1" u="sng" kern="100">
              <a:solidFill>
                <a:srgbClr val="FF0000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ct val="0"/>
              </a:spcAft>
            </a:pPr>
            <a:r>
              <a:rPr lang="zh-CN" altLang="en-US" sz="2700" b="1" kern="1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积极形容词：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gentle/light </a:t>
            </a:r>
            <a:r>
              <a:rPr lang="zh-CN" altLang="en-US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小的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pleasant </a:t>
            </a:r>
            <a:r>
              <a:rPr lang="zh-CN" altLang="en-US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令人愉悦的 </a:t>
            </a:r>
            <a:endParaRPr lang="zh-CN" altLang="en-US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ct val="0"/>
              </a:spcAft>
            </a:pPr>
            <a:r>
              <a:rPr lang="zh-CN" altLang="en-US" sz="2700" b="1" kern="1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消极形容词：</a:t>
            </a:r>
            <a:r>
              <a:rPr lang="en-US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icy/freezing </a:t>
            </a:r>
            <a:r>
              <a:rPr lang="zh-CN" altLang="en-US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冰冷的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, heavy, </a:t>
            </a:r>
            <a:r>
              <a:rPr lang="en-US" altLang="zh-CN" sz="2700" b="1" kern="10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dreadful</a:t>
            </a:r>
            <a:r>
              <a:rPr lang="en-US" altLang="zh-CN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700" b="1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可怕的</a:t>
            </a:r>
            <a:endParaRPr lang="en-US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endParaRPr lang="en-US" altLang="zh-CN" sz="1000" b="1" u="sng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2700" b="1" u="sng">
                <a:solidFill>
                  <a:srgbClr val="FF0000"/>
                </a:solidFill>
              </a:rPr>
              <a:t>【关于雪的形容词】</a:t>
            </a:r>
            <a:endParaRPr lang="zh-CN" altLang="en-US" sz="2700" u="sng">
              <a:solidFill>
                <a:srgbClr val="FF0000"/>
              </a:solidFill>
            </a:endParaRPr>
          </a:p>
          <a:p>
            <a:r>
              <a:rPr lang="zh-CN" altLang="en-US" sz="27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积极形容词：</a:t>
            </a: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feathery </a:t>
            </a:r>
            <a:r>
              <a:rPr lang="zh-CN" altLang="en-US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鹅毛般的</a:t>
            </a: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tiny </a:t>
            </a:r>
            <a:r>
              <a:rPr lang="zh-CN" altLang="en-US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极小的</a:t>
            </a: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pure/clean</a:t>
            </a:r>
            <a:r>
              <a:rPr lang="zh-CN" altLang="en-US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干净的纯洁的</a:t>
            </a:r>
            <a:endParaRPr lang="zh-CN" altLang="en-US" sz="2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7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消极形容词：</a:t>
            </a:r>
            <a:r>
              <a:rPr lang="en-US" altLang="zh-CN" sz="2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icy/freezing </a:t>
            </a:r>
            <a:r>
              <a:rPr lang="zh-CN" altLang="en-US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冰冷的</a:t>
            </a: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sz="2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heavy, dreadful</a:t>
            </a:r>
            <a:r>
              <a:rPr lang="zh-CN" altLang="en-US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可怕的</a:t>
            </a:r>
            <a:endParaRPr lang="en-US" altLang="zh-CN" sz="27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en-US" altLang="zh-CN" sz="27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e.g. the pure feathery snowflakes </a:t>
            </a:r>
            <a:r>
              <a:rPr lang="zh-CN" altLang="en-US" sz="27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鹅毛般纯洁的雪花</a:t>
            </a:r>
            <a:endParaRPr lang="zh-CN" altLang="en-US" sz="27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0731" name="branches-with-leaves_13418" title=""/>
          <p:cNvSpPr>
            <a:spLocks noChangeAspect="1" noChangeArrowheads="1"/>
          </p:cNvSpPr>
          <p:nvPr/>
        </p:nvSpPr>
        <p:spPr bwMode="auto">
          <a:xfrm>
            <a:off x="5830888" y="-116388"/>
            <a:ext cx="549275" cy="609600"/>
          </a:xfrm>
          <a:custGeom>
            <a:gdLst>
              <a:gd name="T0" fmla="*/ 74249 w 651"/>
              <a:gd name="T1" fmla="*/ 522635 h 722"/>
              <a:gd name="T2" fmla="*/ 0 w 651"/>
              <a:gd name="T3" fmla="*/ 366435 h 722"/>
              <a:gd name="T4" fmla="*/ 423558 w 651"/>
              <a:gd name="T5" fmla="*/ 374879 h 722"/>
              <a:gd name="T6" fmla="*/ 449714 w 651"/>
              <a:gd name="T7" fmla="*/ 287914 h 722"/>
              <a:gd name="T8" fmla="*/ 188998 w 651"/>
              <a:gd name="T9" fmla="*/ 243165 h 722"/>
              <a:gd name="T10" fmla="*/ 188998 w 651"/>
              <a:gd name="T11" fmla="*/ 607067 h 722"/>
              <a:gd name="T12" fmla="*/ 129936 w 651"/>
              <a:gd name="T13" fmla="*/ 580049 h 722"/>
              <a:gd name="T14" fmla="*/ 128249 w 651"/>
              <a:gd name="T15" fmla="*/ 559785 h 722"/>
              <a:gd name="T16" fmla="*/ 84374 w 651"/>
              <a:gd name="T17" fmla="*/ 542054 h 722"/>
              <a:gd name="T18" fmla="*/ 148498 w 651"/>
              <a:gd name="T19" fmla="*/ 554719 h 722"/>
              <a:gd name="T20" fmla="*/ 150186 w 651"/>
              <a:gd name="T21" fmla="*/ 503216 h 722"/>
              <a:gd name="T22" fmla="*/ 91968 w 651"/>
              <a:gd name="T23" fmla="*/ 413717 h 722"/>
              <a:gd name="T24" fmla="*/ 110530 w 651"/>
              <a:gd name="T25" fmla="*/ 407807 h 722"/>
              <a:gd name="T26" fmla="*/ 59906 w 651"/>
              <a:gd name="T27" fmla="*/ 296357 h 722"/>
              <a:gd name="T28" fmla="*/ 138373 w 651"/>
              <a:gd name="T29" fmla="*/ 286225 h 722"/>
              <a:gd name="T30" fmla="*/ 129936 w 651"/>
              <a:gd name="T31" fmla="*/ 220368 h 722"/>
              <a:gd name="T32" fmla="*/ 129936 w 651"/>
              <a:gd name="T33" fmla="*/ 256674 h 722"/>
              <a:gd name="T34" fmla="*/ 145123 w 651"/>
              <a:gd name="T35" fmla="*/ 335196 h 722"/>
              <a:gd name="T36" fmla="*/ 172123 w 651"/>
              <a:gd name="T37" fmla="*/ 404430 h 722"/>
              <a:gd name="T38" fmla="*/ 180560 w 651"/>
              <a:gd name="T39" fmla="*/ 415406 h 722"/>
              <a:gd name="T40" fmla="*/ 179717 w 651"/>
              <a:gd name="T41" fmla="*/ 530234 h 722"/>
              <a:gd name="T42" fmla="*/ 506244 w 651"/>
              <a:gd name="T43" fmla="*/ 439891 h 722"/>
              <a:gd name="T44" fmla="*/ 468276 w 651"/>
              <a:gd name="T45" fmla="*/ 492239 h 722"/>
              <a:gd name="T46" fmla="*/ 472495 w 651"/>
              <a:gd name="T47" fmla="*/ 531922 h 722"/>
              <a:gd name="T48" fmla="*/ 362808 w 651"/>
              <a:gd name="T49" fmla="*/ 538677 h 722"/>
              <a:gd name="T50" fmla="*/ 317246 w 651"/>
              <a:gd name="T51" fmla="*/ 595247 h 722"/>
              <a:gd name="T52" fmla="*/ 270841 w 651"/>
              <a:gd name="T53" fmla="*/ 550498 h 722"/>
              <a:gd name="T54" fmla="*/ 235404 w 651"/>
              <a:gd name="T55" fmla="*/ 474509 h 722"/>
              <a:gd name="T56" fmla="*/ 277591 w 651"/>
              <a:gd name="T57" fmla="*/ 460155 h 722"/>
              <a:gd name="T58" fmla="*/ 261560 w 651"/>
              <a:gd name="T59" fmla="*/ 379100 h 722"/>
              <a:gd name="T60" fmla="*/ 266622 w 651"/>
              <a:gd name="T61" fmla="*/ 336884 h 722"/>
              <a:gd name="T62" fmla="*/ 286028 w 651"/>
              <a:gd name="T63" fmla="*/ 374879 h 722"/>
              <a:gd name="T64" fmla="*/ 307122 w 651"/>
              <a:gd name="T65" fmla="*/ 395142 h 722"/>
              <a:gd name="T66" fmla="*/ 324840 w 651"/>
              <a:gd name="T67" fmla="*/ 341950 h 722"/>
              <a:gd name="T68" fmla="*/ 341715 w 651"/>
              <a:gd name="T69" fmla="*/ 344483 h 722"/>
              <a:gd name="T70" fmla="*/ 355215 w 651"/>
              <a:gd name="T71" fmla="*/ 265961 h 722"/>
              <a:gd name="T72" fmla="*/ 281809 w 651"/>
              <a:gd name="T73" fmla="*/ 209392 h 722"/>
              <a:gd name="T74" fmla="*/ 296997 w 651"/>
              <a:gd name="T75" fmla="*/ 156199 h 722"/>
              <a:gd name="T76" fmla="*/ 256497 w 651"/>
              <a:gd name="T77" fmla="*/ 76833 h 722"/>
              <a:gd name="T78" fmla="*/ 272528 w 651"/>
              <a:gd name="T79" fmla="*/ 113139 h 722"/>
              <a:gd name="T80" fmla="*/ 302903 w 651"/>
              <a:gd name="T81" fmla="*/ 101319 h 722"/>
              <a:gd name="T82" fmla="*/ 319778 w 651"/>
              <a:gd name="T83" fmla="*/ 131714 h 722"/>
              <a:gd name="T84" fmla="*/ 323153 w 651"/>
              <a:gd name="T85" fmla="*/ 186595 h 722"/>
              <a:gd name="T86" fmla="*/ 397402 w 651"/>
              <a:gd name="T87" fmla="*/ 261740 h 722"/>
              <a:gd name="T88" fmla="*/ 408370 w 651"/>
              <a:gd name="T89" fmla="*/ 193350 h 722"/>
              <a:gd name="T90" fmla="*/ 431995 w 651"/>
              <a:gd name="T91" fmla="*/ 196727 h 722"/>
              <a:gd name="T92" fmla="*/ 450557 w 651"/>
              <a:gd name="T93" fmla="*/ 180685 h 722"/>
              <a:gd name="T94" fmla="*/ 394871 w 651"/>
              <a:gd name="T95" fmla="*/ 282848 h 722"/>
              <a:gd name="T96" fmla="*/ 372090 w 651"/>
              <a:gd name="T97" fmla="*/ 358837 h 722"/>
              <a:gd name="T98" fmla="*/ 421870 w 651"/>
              <a:gd name="T99" fmla="*/ 382478 h 722"/>
              <a:gd name="T100" fmla="*/ 442120 w 651"/>
              <a:gd name="T101" fmla="*/ 385011 h 722"/>
              <a:gd name="T102" fmla="*/ 414277 w 651"/>
              <a:gd name="T103" fmla="*/ 423005 h 722"/>
              <a:gd name="T104" fmla="*/ 396558 w 651"/>
              <a:gd name="T105" fmla="*/ 471976 h 722"/>
              <a:gd name="T106" fmla="*/ 465745 w 651"/>
              <a:gd name="T107" fmla="*/ 457622 h 722"/>
              <a:gd name="T108" fmla="*/ 502869 w 651"/>
              <a:gd name="T109" fmla="*/ 437358 h 722"/>
              <a:gd name="T110" fmla="*/ 267466 w 651"/>
              <a:gd name="T111" fmla="*/ 488018 h 722"/>
              <a:gd name="T112" fmla="*/ 355215 w 651"/>
              <a:gd name="T113" fmla="*/ 350393 h 722"/>
              <a:gd name="T114" fmla="*/ 359433 w 651"/>
              <a:gd name="T115" fmla="*/ 375723 h 722"/>
              <a:gd name="T116" fmla="*/ 318934 w 651"/>
              <a:gd name="T117" fmla="*/ 429760 h 722"/>
              <a:gd name="T118" fmla="*/ 301215 w 651"/>
              <a:gd name="T119" fmla="*/ 486329 h 722"/>
              <a:gd name="T120" fmla="*/ 320621 w 651"/>
              <a:gd name="T121" fmla="*/ 542054 h 722"/>
              <a:gd name="T122" fmla="*/ 377152 w 651"/>
              <a:gd name="T123" fmla="*/ 472820 h 722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651" h="722">
                <a:moveTo>
                  <a:pt x="587" y="710"/>
                </a:moveTo>
                <a:lnTo>
                  <a:pt x="585" y="707"/>
                </a:lnTo>
                <a:cubicBezTo>
                  <a:pt x="539" y="668"/>
                  <a:pt x="563" y="634"/>
                  <a:pt x="563" y="634"/>
                </a:cubicBezTo>
                <a:cubicBezTo>
                  <a:pt x="598" y="651"/>
                  <a:pt x="587" y="710"/>
                  <a:pt x="587" y="710"/>
                </a:cubicBezTo>
                <a:close/>
                <a:moveTo>
                  <a:pt x="129" y="286"/>
                </a:moveTo>
                <a:cubicBezTo>
                  <a:pt x="129" y="286"/>
                  <a:pt x="97" y="277"/>
                  <a:pt x="90" y="309"/>
                </a:cubicBezTo>
                <a:cubicBezTo>
                  <a:pt x="90" y="309"/>
                  <a:pt x="112" y="317"/>
                  <a:pt x="129" y="286"/>
                </a:cubicBezTo>
                <a:close/>
                <a:moveTo>
                  <a:pt x="198" y="403"/>
                </a:moveTo>
                <a:cubicBezTo>
                  <a:pt x="198" y="403"/>
                  <a:pt x="183" y="422"/>
                  <a:pt x="208" y="449"/>
                </a:cubicBezTo>
                <a:cubicBezTo>
                  <a:pt x="208" y="449"/>
                  <a:pt x="227" y="421"/>
                  <a:pt x="198" y="403"/>
                </a:cubicBezTo>
                <a:close/>
                <a:moveTo>
                  <a:pt x="84" y="711"/>
                </a:moveTo>
                <a:cubicBezTo>
                  <a:pt x="84" y="711"/>
                  <a:pt x="112" y="722"/>
                  <a:pt x="134" y="682"/>
                </a:cubicBezTo>
                <a:cubicBezTo>
                  <a:pt x="134" y="682"/>
                  <a:pt x="94" y="670"/>
                  <a:pt x="84" y="711"/>
                </a:cubicBezTo>
                <a:close/>
                <a:moveTo>
                  <a:pt x="88" y="619"/>
                </a:moveTo>
                <a:cubicBezTo>
                  <a:pt x="88" y="619"/>
                  <a:pt x="90" y="636"/>
                  <a:pt x="116" y="635"/>
                </a:cubicBezTo>
                <a:cubicBezTo>
                  <a:pt x="116" y="635"/>
                  <a:pt x="111" y="612"/>
                  <a:pt x="88" y="619"/>
                </a:cubicBezTo>
                <a:close/>
                <a:moveTo>
                  <a:pt x="123" y="608"/>
                </a:moveTo>
                <a:cubicBezTo>
                  <a:pt x="123" y="608"/>
                  <a:pt x="111" y="615"/>
                  <a:pt x="119" y="634"/>
                </a:cubicBezTo>
                <a:cubicBezTo>
                  <a:pt x="119" y="634"/>
                  <a:pt x="134" y="623"/>
                  <a:pt x="123" y="608"/>
                </a:cubicBezTo>
                <a:close/>
                <a:moveTo>
                  <a:pt x="163" y="232"/>
                </a:moveTo>
                <a:cubicBezTo>
                  <a:pt x="163" y="232"/>
                  <a:pt x="158" y="209"/>
                  <a:pt x="135" y="215"/>
                </a:cubicBezTo>
                <a:cubicBezTo>
                  <a:pt x="135" y="215"/>
                  <a:pt x="138" y="232"/>
                  <a:pt x="163" y="232"/>
                </a:cubicBezTo>
                <a:close/>
                <a:moveTo>
                  <a:pt x="170" y="204"/>
                </a:moveTo>
                <a:cubicBezTo>
                  <a:pt x="170" y="204"/>
                  <a:pt x="158" y="211"/>
                  <a:pt x="166" y="230"/>
                </a:cubicBezTo>
                <a:cubicBezTo>
                  <a:pt x="166" y="230"/>
                  <a:pt x="182" y="220"/>
                  <a:pt x="170" y="204"/>
                </a:cubicBezTo>
                <a:close/>
                <a:moveTo>
                  <a:pt x="0" y="434"/>
                </a:moveTo>
                <a:cubicBezTo>
                  <a:pt x="0" y="434"/>
                  <a:pt x="33" y="445"/>
                  <a:pt x="59" y="401"/>
                </a:cubicBezTo>
                <a:cubicBezTo>
                  <a:pt x="59" y="401"/>
                  <a:pt x="12" y="388"/>
                  <a:pt x="0" y="434"/>
                </a:cubicBezTo>
                <a:close/>
                <a:moveTo>
                  <a:pt x="312" y="457"/>
                </a:moveTo>
                <a:cubicBezTo>
                  <a:pt x="312" y="457"/>
                  <a:pt x="290" y="451"/>
                  <a:pt x="285" y="473"/>
                </a:cubicBezTo>
                <a:cubicBezTo>
                  <a:pt x="285" y="473"/>
                  <a:pt x="300" y="479"/>
                  <a:pt x="312" y="457"/>
                </a:cubicBezTo>
                <a:close/>
                <a:moveTo>
                  <a:pt x="59" y="395"/>
                </a:moveTo>
                <a:cubicBezTo>
                  <a:pt x="59" y="395"/>
                  <a:pt x="56" y="358"/>
                  <a:pt x="16" y="363"/>
                </a:cubicBezTo>
                <a:cubicBezTo>
                  <a:pt x="16" y="363"/>
                  <a:pt x="16" y="390"/>
                  <a:pt x="59" y="395"/>
                </a:cubicBezTo>
                <a:close/>
                <a:moveTo>
                  <a:pt x="511" y="508"/>
                </a:moveTo>
                <a:cubicBezTo>
                  <a:pt x="511" y="508"/>
                  <a:pt x="511" y="534"/>
                  <a:pt x="549" y="539"/>
                </a:cubicBezTo>
                <a:cubicBezTo>
                  <a:pt x="549" y="539"/>
                  <a:pt x="547" y="504"/>
                  <a:pt x="511" y="508"/>
                </a:cubicBezTo>
                <a:close/>
                <a:moveTo>
                  <a:pt x="375" y="119"/>
                </a:moveTo>
                <a:cubicBezTo>
                  <a:pt x="375" y="119"/>
                  <a:pt x="388" y="90"/>
                  <a:pt x="357" y="78"/>
                </a:cubicBezTo>
                <a:cubicBezTo>
                  <a:pt x="357" y="78"/>
                  <a:pt x="347" y="99"/>
                  <a:pt x="375" y="119"/>
                </a:cubicBezTo>
                <a:close/>
                <a:moveTo>
                  <a:pt x="487" y="388"/>
                </a:moveTo>
                <a:cubicBezTo>
                  <a:pt x="487" y="388"/>
                  <a:pt x="469" y="412"/>
                  <a:pt x="502" y="444"/>
                </a:cubicBezTo>
                <a:cubicBezTo>
                  <a:pt x="502" y="444"/>
                  <a:pt x="524" y="409"/>
                  <a:pt x="487" y="388"/>
                </a:cubicBezTo>
                <a:close/>
                <a:moveTo>
                  <a:pt x="605" y="547"/>
                </a:moveTo>
                <a:cubicBezTo>
                  <a:pt x="605" y="547"/>
                  <a:pt x="594" y="569"/>
                  <a:pt x="625" y="590"/>
                </a:cubicBezTo>
                <a:cubicBezTo>
                  <a:pt x="625" y="590"/>
                  <a:pt x="638" y="559"/>
                  <a:pt x="605" y="547"/>
                </a:cubicBezTo>
                <a:close/>
                <a:moveTo>
                  <a:pt x="607" y="544"/>
                </a:moveTo>
                <a:cubicBezTo>
                  <a:pt x="607" y="544"/>
                  <a:pt x="621" y="562"/>
                  <a:pt x="651" y="544"/>
                </a:cubicBezTo>
                <a:cubicBezTo>
                  <a:pt x="651" y="544"/>
                  <a:pt x="629" y="521"/>
                  <a:pt x="607" y="544"/>
                </a:cubicBezTo>
                <a:close/>
                <a:moveTo>
                  <a:pt x="519" y="175"/>
                </a:moveTo>
                <a:cubicBezTo>
                  <a:pt x="519" y="175"/>
                  <a:pt x="529" y="159"/>
                  <a:pt x="507" y="141"/>
                </a:cubicBezTo>
                <a:cubicBezTo>
                  <a:pt x="507" y="141"/>
                  <a:pt x="495" y="164"/>
                  <a:pt x="519" y="175"/>
                </a:cubicBezTo>
                <a:close/>
                <a:moveTo>
                  <a:pt x="518" y="177"/>
                </a:moveTo>
                <a:cubicBezTo>
                  <a:pt x="518" y="177"/>
                  <a:pt x="508" y="163"/>
                  <a:pt x="485" y="175"/>
                </a:cubicBezTo>
                <a:cubicBezTo>
                  <a:pt x="485" y="175"/>
                  <a:pt x="500" y="193"/>
                  <a:pt x="518" y="177"/>
                </a:cubicBezTo>
                <a:close/>
                <a:moveTo>
                  <a:pt x="533" y="341"/>
                </a:moveTo>
                <a:cubicBezTo>
                  <a:pt x="533" y="341"/>
                  <a:pt x="551" y="301"/>
                  <a:pt x="510" y="284"/>
                </a:cubicBezTo>
                <a:cubicBezTo>
                  <a:pt x="510" y="284"/>
                  <a:pt x="494" y="312"/>
                  <a:pt x="533" y="341"/>
                </a:cubicBezTo>
                <a:close/>
                <a:moveTo>
                  <a:pt x="569" y="282"/>
                </a:moveTo>
                <a:cubicBezTo>
                  <a:pt x="569" y="282"/>
                  <a:pt x="542" y="251"/>
                  <a:pt x="512" y="280"/>
                </a:cubicBezTo>
                <a:cubicBezTo>
                  <a:pt x="512" y="280"/>
                  <a:pt x="530" y="304"/>
                  <a:pt x="569" y="282"/>
                </a:cubicBezTo>
                <a:close/>
                <a:moveTo>
                  <a:pt x="357" y="21"/>
                </a:moveTo>
                <a:cubicBezTo>
                  <a:pt x="357" y="21"/>
                  <a:pt x="311" y="13"/>
                  <a:pt x="305" y="59"/>
                </a:cubicBezTo>
                <a:cubicBezTo>
                  <a:pt x="305" y="59"/>
                  <a:pt x="338" y="67"/>
                  <a:pt x="357" y="21"/>
                </a:cubicBezTo>
                <a:close/>
                <a:moveTo>
                  <a:pt x="301" y="58"/>
                </a:moveTo>
                <a:cubicBezTo>
                  <a:pt x="301" y="58"/>
                  <a:pt x="320" y="34"/>
                  <a:pt x="288" y="0"/>
                </a:cubicBezTo>
                <a:cubicBezTo>
                  <a:pt x="288" y="0"/>
                  <a:pt x="264" y="36"/>
                  <a:pt x="301" y="58"/>
                </a:cubicBezTo>
                <a:close/>
                <a:moveTo>
                  <a:pt x="224" y="288"/>
                </a:moveTo>
                <a:cubicBezTo>
                  <a:pt x="224" y="288"/>
                  <a:pt x="174" y="302"/>
                  <a:pt x="191" y="352"/>
                </a:cubicBezTo>
                <a:cubicBezTo>
                  <a:pt x="191" y="352"/>
                  <a:pt x="228" y="344"/>
                  <a:pt x="224" y="288"/>
                </a:cubicBezTo>
                <a:close/>
                <a:moveTo>
                  <a:pt x="293" y="555"/>
                </a:moveTo>
                <a:cubicBezTo>
                  <a:pt x="293" y="555"/>
                  <a:pt x="313" y="538"/>
                  <a:pt x="291" y="506"/>
                </a:cubicBezTo>
                <a:cubicBezTo>
                  <a:pt x="291" y="506"/>
                  <a:pt x="266" y="532"/>
                  <a:pt x="293" y="555"/>
                </a:cubicBezTo>
                <a:close/>
                <a:moveTo>
                  <a:pt x="356" y="238"/>
                </a:moveTo>
                <a:cubicBezTo>
                  <a:pt x="356" y="238"/>
                  <a:pt x="367" y="210"/>
                  <a:pt x="329" y="188"/>
                </a:cubicBezTo>
                <a:cubicBezTo>
                  <a:pt x="329" y="188"/>
                  <a:pt x="316" y="227"/>
                  <a:pt x="356" y="238"/>
                </a:cubicBezTo>
                <a:close/>
                <a:moveTo>
                  <a:pt x="601" y="496"/>
                </a:moveTo>
                <a:cubicBezTo>
                  <a:pt x="601" y="496"/>
                  <a:pt x="614" y="483"/>
                  <a:pt x="597" y="462"/>
                </a:cubicBezTo>
                <a:cubicBezTo>
                  <a:pt x="597" y="462"/>
                  <a:pt x="581" y="481"/>
                  <a:pt x="601" y="496"/>
                </a:cubicBezTo>
                <a:close/>
                <a:moveTo>
                  <a:pt x="259" y="718"/>
                </a:moveTo>
                <a:cubicBezTo>
                  <a:pt x="260" y="719"/>
                  <a:pt x="262" y="720"/>
                  <a:pt x="264" y="721"/>
                </a:cubicBezTo>
                <a:lnTo>
                  <a:pt x="225" y="721"/>
                </a:lnTo>
                <a:cubicBezTo>
                  <a:pt x="225" y="720"/>
                  <a:pt x="224" y="720"/>
                  <a:pt x="224" y="719"/>
                </a:cubicBezTo>
                <a:cubicBezTo>
                  <a:pt x="224" y="714"/>
                  <a:pt x="222" y="710"/>
                  <a:pt x="219" y="706"/>
                </a:cubicBezTo>
                <a:cubicBezTo>
                  <a:pt x="216" y="704"/>
                  <a:pt x="213" y="702"/>
                  <a:pt x="210" y="700"/>
                </a:cubicBezTo>
                <a:cubicBezTo>
                  <a:pt x="206" y="698"/>
                  <a:pt x="207" y="693"/>
                  <a:pt x="209" y="690"/>
                </a:cubicBezTo>
                <a:cubicBezTo>
                  <a:pt x="206" y="688"/>
                  <a:pt x="204" y="685"/>
                  <a:pt x="202" y="683"/>
                </a:cubicBezTo>
                <a:cubicBezTo>
                  <a:pt x="202" y="683"/>
                  <a:pt x="202" y="683"/>
                  <a:pt x="202" y="683"/>
                </a:cubicBezTo>
                <a:cubicBezTo>
                  <a:pt x="201" y="683"/>
                  <a:pt x="201" y="683"/>
                  <a:pt x="201" y="683"/>
                </a:cubicBezTo>
                <a:cubicBezTo>
                  <a:pt x="198" y="682"/>
                  <a:pt x="196" y="681"/>
                  <a:pt x="193" y="681"/>
                </a:cubicBezTo>
                <a:cubicBezTo>
                  <a:pt x="189" y="679"/>
                  <a:pt x="185" y="680"/>
                  <a:pt x="181" y="679"/>
                </a:cubicBezTo>
                <a:cubicBezTo>
                  <a:pt x="178" y="678"/>
                  <a:pt x="176" y="677"/>
                  <a:pt x="173" y="676"/>
                </a:cubicBezTo>
                <a:cubicBezTo>
                  <a:pt x="173" y="677"/>
                  <a:pt x="172" y="677"/>
                  <a:pt x="171" y="677"/>
                </a:cubicBezTo>
                <a:cubicBezTo>
                  <a:pt x="168" y="680"/>
                  <a:pt x="165" y="683"/>
                  <a:pt x="161" y="685"/>
                </a:cubicBezTo>
                <a:cubicBezTo>
                  <a:pt x="159" y="686"/>
                  <a:pt x="155" y="686"/>
                  <a:pt x="154" y="687"/>
                </a:cubicBezTo>
                <a:cubicBezTo>
                  <a:pt x="154" y="692"/>
                  <a:pt x="149" y="695"/>
                  <a:pt x="147" y="700"/>
                </a:cubicBezTo>
                <a:cubicBezTo>
                  <a:pt x="146" y="700"/>
                  <a:pt x="146" y="700"/>
                  <a:pt x="146" y="700"/>
                </a:cubicBezTo>
                <a:cubicBezTo>
                  <a:pt x="147" y="697"/>
                  <a:pt x="147" y="694"/>
                  <a:pt x="148" y="691"/>
                </a:cubicBezTo>
                <a:cubicBezTo>
                  <a:pt x="149" y="690"/>
                  <a:pt x="150" y="689"/>
                  <a:pt x="151" y="688"/>
                </a:cubicBezTo>
                <a:cubicBezTo>
                  <a:pt x="150" y="688"/>
                  <a:pt x="150" y="688"/>
                  <a:pt x="150" y="687"/>
                </a:cubicBezTo>
                <a:cubicBezTo>
                  <a:pt x="143" y="684"/>
                  <a:pt x="133" y="680"/>
                  <a:pt x="126" y="680"/>
                </a:cubicBezTo>
                <a:cubicBezTo>
                  <a:pt x="125" y="680"/>
                  <a:pt x="125" y="678"/>
                  <a:pt x="126" y="678"/>
                </a:cubicBezTo>
                <a:cubicBezTo>
                  <a:pt x="131" y="679"/>
                  <a:pt x="137" y="681"/>
                  <a:pt x="142" y="680"/>
                </a:cubicBezTo>
                <a:cubicBezTo>
                  <a:pt x="146" y="679"/>
                  <a:pt x="148" y="679"/>
                  <a:pt x="151" y="680"/>
                </a:cubicBezTo>
                <a:cubicBezTo>
                  <a:pt x="154" y="677"/>
                  <a:pt x="158" y="676"/>
                  <a:pt x="161" y="673"/>
                </a:cubicBezTo>
                <a:cubicBezTo>
                  <a:pt x="161" y="672"/>
                  <a:pt x="161" y="672"/>
                  <a:pt x="161" y="672"/>
                </a:cubicBezTo>
                <a:cubicBezTo>
                  <a:pt x="161" y="672"/>
                  <a:pt x="161" y="672"/>
                  <a:pt x="161" y="671"/>
                </a:cubicBezTo>
                <a:cubicBezTo>
                  <a:pt x="160" y="671"/>
                  <a:pt x="160" y="670"/>
                  <a:pt x="159" y="670"/>
                </a:cubicBezTo>
                <a:cubicBezTo>
                  <a:pt x="156" y="669"/>
                  <a:pt x="154" y="666"/>
                  <a:pt x="152" y="663"/>
                </a:cubicBezTo>
                <a:cubicBezTo>
                  <a:pt x="151" y="662"/>
                  <a:pt x="151" y="660"/>
                  <a:pt x="151" y="659"/>
                </a:cubicBezTo>
                <a:cubicBezTo>
                  <a:pt x="151" y="658"/>
                  <a:pt x="151" y="658"/>
                  <a:pt x="151" y="657"/>
                </a:cubicBezTo>
                <a:cubicBezTo>
                  <a:pt x="149" y="656"/>
                  <a:pt x="148" y="655"/>
                  <a:pt x="146" y="654"/>
                </a:cubicBezTo>
                <a:cubicBezTo>
                  <a:pt x="146" y="654"/>
                  <a:pt x="145" y="655"/>
                  <a:pt x="144" y="654"/>
                </a:cubicBezTo>
                <a:cubicBezTo>
                  <a:pt x="142" y="654"/>
                  <a:pt x="141" y="653"/>
                  <a:pt x="139" y="652"/>
                </a:cubicBezTo>
                <a:cubicBezTo>
                  <a:pt x="138" y="651"/>
                  <a:pt x="137" y="651"/>
                  <a:pt x="137" y="651"/>
                </a:cubicBezTo>
                <a:cubicBezTo>
                  <a:pt x="135" y="651"/>
                  <a:pt x="133" y="651"/>
                  <a:pt x="132" y="651"/>
                </a:cubicBezTo>
                <a:cubicBezTo>
                  <a:pt x="131" y="651"/>
                  <a:pt x="130" y="650"/>
                  <a:pt x="130" y="649"/>
                </a:cubicBezTo>
                <a:cubicBezTo>
                  <a:pt x="128" y="648"/>
                  <a:pt x="127" y="647"/>
                  <a:pt x="125" y="647"/>
                </a:cubicBezTo>
                <a:cubicBezTo>
                  <a:pt x="124" y="647"/>
                  <a:pt x="122" y="647"/>
                  <a:pt x="121" y="647"/>
                </a:cubicBezTo>
                <a:cubicBezTo>
                  <a:pt x="117" y="647"/>
                  <a:pt x="115" y="645"/>
                  <a:pt x="111" y="646"/>
                </a:cubicBezTo>
                <a:cubicBezTo>
                  <a:pt x="110" y="646"/>
                  <a:pt x="109" y="645"/>
                  <a:pt x="109" y="645"/>
                </a:cubicBezTo>
                <a:cubicBezTo>
                  <a:pt x="106" y="644"/>
                  <a:pt x="103" y="644"/>
                  <a:pt x="100" y="644"/>
                </a:cubicBezTo>
                <a:cubicBezTo>
                  <a:pt x="99" y="644"/>
                  <a:pt x="99" y="642"/>
                  <a:pt x="100" y="642"/>
                </a:cubicBezTo>
                <a:cubicBezTo>
                  <a:pt x="105" y="642"/>
                  <a:pt x="110" y="641"/>
                  <a:pt x="114" y="641"/>
                </a:cubicBezTo>
                <a:cubicBezTo>
                  <a:pt x="117" y="641"/>
                  <a:pt x="120" y="640"/>
                  <a:pt x="123" y="641"/>
                </a:cubicBezTo>
                <a:cubicBezTo>
                  <a:pt x="124" y="640"/>
                  <a:pt x="125" y="640"/>
                  <a:pt x="126" y="640"/>
                </a:cubicBezTo>
                <a:cubicBezTo>
                  <a:pt x="131" y="641"/>
                  <a:pt x="136" y="643"/>
                  <a:pt x="141" y="645"/>
                </a:cubicBezTo>
                <a:cubicBezTo>
                  <a:pt x="142" y="645"/>
                  <a:pt x="142" y="645"/>
                  <a:pt x="143" y="645"/>
                </a:cubicBezTo>
                <a:cubicBezTo>
                  <a:pt x="144" y="645"/>
                  <a:pt x="145" y="646"/>
                  <a:pt x="147" y="647"/>
                </a:cubicBezTo>
                <a:cubicBezTo>
                  <a:pt x="147" y="647"/>
                  <a:pt x="147" y="647"/>
                  <a:pt x="147" y="647"/>
                </a:cubicBezTo>
                <a:cubicBezTo>
                  <a:pt x="148" y="648"/>
                  <a:pt x="148" y="648"/>
                  <a:pt x="149" y="648"/>
                </a:cubicBezTo>
                <a:cubicBezTo>
                  <a:pt x="151" y="650"/>
                  <a:pt x="156" y="650"/>
                  <a:pt x="158" y="652"/>
                </a:cubicBezTo>
                <a:cubicBezTo>
                  <a:pt x="158" y="652"/>
                  <a:pt x="159" y="652"/>
                  <a:pt x="160" y="653"/>
                </a:cubicBezTo>
                <a:cubicBezTo>
                  <a:pt x="162" y="654"/>
                  <a:pt x="165" y="655"/>
                  <a:pt x="168" y="657"/>
                </a:cubicBezTo>
                <a:cubicBezTo>
                  <a:pt x="170" y="656"/>
                  <a:pt x="173" y="657"/>
                  <a:pt x="176" y="657"/>
                </a:cubicBezTo>
                <a:cubicBezTo>
                  <a:pt x="176" y="657"/>
                  <a:pt x="176" y="657"/>
                  <a:pt x="176" y="657"/>
                </a:cubicBezTo>
                <a:lnTo>
                  <a:pt x="176" y="656"/>
                </a:lnTo>
                <a:cubicBezTo>
                  <a:pt x="176" y="654"/>
                  <a:pt x="177" y="652"/>
                  <a:pt x="178" y="651"/>
                </a:cubicBezTo>
                <a:cubicBezTo>
                  <a:pt x="176" y="650"/>
                  <a:pt x="173" y="648"/>
                  <a:pt x="170" y="647"/>
                </a:cubicBezTo>
                <a:cubicBezTo>
                  <a:pt x="170" y="647"/>
                  <a:pt x="170" y="646"/>
                  <a:pt x="170" y="646"/>
                </a:cubicBezTo>
                <a:cubicBezTo>
                  <a:pt x="174" y="647"/>
                  <a:pt x="178" y="649"/>
                  <a:pt x="181" y="651"/>
                </a:cubicBezTo>
                <a:cubicBezTo>
                  <a:pt x="181" y="651"/>
                  <a:pt x="181" y="651"/>
                  <a:pt x="182" y="651"/>
                </a:cubicBezTo>
                <a:cubicBezTo>
                  <a:pt x="184" y="651"/>
                  <a:pt x="185" y="649"/>
                  <a:pt x="185" y="646"/>
                </a:cubicBezTo>
                <a:cubicBezTo>
                  <a:pt x="185" y="645"/>
                  <a:pt x="185" y="645"/>
                  <a:pt x="185" y="645"/>
                </a:cubicBezTo>
                <a:cubicBezTo>
                  <a:pt x="185" y="643"/>
                  <a:pt x="185" y="641"/>
                  <a:pt x="185" y="640"/>
                </a:cubicBezTo>
                <a:cubicBezTo>
                  <a:pt x="185" y="640"/>
                  <a:pt x="184" y="639"/>
                  <a:pt x="184" y="639"/>
                </a:cubicBezTo>
                <a:cubicBezTo>
                  <a:pt x="183" y="630"/>
                  <a:pt x="182" y="621"/>
                  <a:pt x="179" y="612"/>
                </a:cubicBezTo>
                <a:cubicBezTo>
                  <a:pt x="178" y="610"/>
                  <a:pt x="179" y="607"/>
                  <a:pt x="180" y="605"/>
                </a:cubicBezTo>
                <a:cubicBezTo>
                  <a:pt x="179" y="605"/>
                  <a:pt x="179" y="605"/>
                  <a:pt x="178" y="604"/>
                </a:cubicBezTo>
                <a:cubicBezTo>
                  <a:pt x="176" y="602"/>
                  <a:pt x="176" y="598"/>
                  <a:pt x="178" y="596"/>
                </a:cubicBezTo>
                <a:lnTo>
                  <a:pt x="179" y="596"/>
                </a:lnTo>
                <a:cubicBezTo>
                  <a:pt x="178" y="592"/>
                  <a:pt x="177" y="589"/>
                  <a:pt x="177" y="586"/>
                </a:cubicBezTo>
                <a:cubicBezTo>
                  <a:pt x="175" y="583"/>
                  <a:pt x="174" y="580"/>
                  <a:pt x="173" y="579"/>
                </a:cubicBezTo>
                <a:cubicBezTo>
                  <a:pt x="169" y="573"/>
                  <a:pt x="167" y="572"/>
                  <a:pt x="168" y="563"/>
                </a:cubicBezTo>
                <a:cubicBezTo>
                  <a:pt x="168" y="559"/>
                  <a:pt x="169" y="555"/>
                  <a:pt x="170" y="551"/>
                </a:cubicBezTo>
                <a:cubicBezTo>
                  <a:pt x="170" y="550"/>
                  <a:pt x="171" y="549"/>
                  <a:pt x="171" y="547"/>
                </a:cubicBezTo>
                <a:cubicBezTo>
                  <a:pt x="170" y="547"/>
                  <a:pt x="170" y="547"/>
                  <a:pt x="170" y="547"/>
                </a:cubicBezTo>
                <a:cubicBezTo>
                  <a:pt x="165" y="540"/>
                  <a:pt x="164" y="530"/>
                  <a:pt x="160" y="522"/>
                </a:cubicBezTo>
                <a:cubicBezTo>
                  <a:pt x="156" y="520"/>
                  <a:pt x="153" y="517"/>
                  <a:pt x="149" y="516"/>
                </a:cubicBezTo>
                <a:cubicBezTo>
                  <a:pt x="145" y="513"/>
                  <a:pt x="142" y="511"/>
                  <a:pt x="138" y="508"/>
                </a:cubicBezTo>
                <a:cubicBezTo>
                  <a:pt x="136" y="508"/>
                  <a:pt x="134" y="508"/>
                  <a:pt x="133" y="508"/>
                </a:cubicBezTo>
                <a:cubicBezTo>
                  <a:pt x="130" y="509"/>
                  <a:pt x="127" y="507"/>
                  <a:pt x="126" y="505"/>
                </a:cubicBezTo>
                <a:cubicBezTo>
                  <a:pt x="122" y="501"/>
                  <a:pt x="116" y="498"/>
                  <a:pt x="110" y="494"/>
                </a:cubicBezTo>
                <a:cubicBezTo>
                  <a:pt x="109" y="493"/>
                  <a:pt x="109" y="491"/>
                  <a:pt x="109" y="490"/>
                </a:cubicBezTo>
                <a:cubicBezTo>
                  <a:pt x="104" y="488"/>
                  <a:pt x="99" y="485"/>
                  <a:pt x="95" y="481"/>
                </a:cubicBezTo>
                <a:cubicBezTo>
                  <a:pt x="89" y="476"/>
                  <a:pt x="79" y="476"/>
                  <a:pt x="71" y="474"/>
                </a:cubicBezTo>
                <a:cubicBezTo>
                  <a:pt x="66" y="472"/>
                  <a:pt x="62" y="470"/>
                  <a:pt x="57" y="468"/>
                </a:cubicBezTo>
                <a:cubicBezTo>
                  <a:pt x="57" y="468"/>
                  <a:pt x="57" y="468"/>
                  <a:pt x="57" y="468"/>
                </a:cubicBezTo>
                <a:cubicBezTo>
                  <a:pt x="68" y="471"/>
                  <a:pt x="84" y="475"/>
                  <a:pt x="96" y="474"/>
                </a:cubicBezTo>
                <a:cubicBezTo>
                  <a:pt x="103" y="473"/>
                  <a:pt x="109" y="482"/>
                  <a:pt x="117" y="482"/>
                </a:cubicBezTo>
                <a:cubicBezTo>
                  <a:pt x="121" y="482"/>
                  <a:pt x="124" y="487"/>
                  <a:pt x="121" y="489"/>
                </a:cubicBezTo>
                <a:cubicBezTo>
                  <a:pt x="123" y="490"/>
                  <a:pt x="125" y="491"/>
                  <a:pt x="127" y="491"/>
                </a:cubicBezTo>
                <a:cubicBezTo>
                  <a:pt x="128" y="491"/>
                  <a:pt x="129" y="491"/>
                  <a:pt x="130" y="492"/>
                </a:cubicBezTo>
                <a:cubicBezTo>
                  <a:pt x="130" y="492"/>
                  <a:pt x="131" y="492"/>
                  <a:pt x="131" y="492"/>
                </a:cubicBezTo>
                <a:cubicBezTo>
                  <a:pt x="131" y="492"/>
                  <a:pt x="134" y="492"/>
                  <a:pt x="133" y="492"/>
                </a:cubicBezTo>
                <a:cubicBezTo>
                  <a:pt x="133" y="492"/>
                  <a:pt x="133" y="492"/>
                  <a:pt x="133" y="492"/>
                </a:cubicBezTo>
                <a:lnTo>
                  <a:pt x="134" y="492"/>
                </a:lnTo>
                <a:cubicBezTo>
                  <a:pt x="133" y="489"/>
                  <a:pt x="132" y="486"/>
                  <a:pt x="131" y="483"/>
                </a:cubicBezTo>
                <a:cubicBezTo>
                  <a:pt x="129" y="481"/>
                  <a:pt x="130" y="477"/>
                  <a:pt x="132" y="476"/>
                </a:cubicBezTo>
                <a:cubicBezTo>
                  <a:pt x="132" y="475"/>
                  <a:pt x="133" y="475"/>
                  <a:pt x="133" y="474"/>
                </a:cubicBezTo>
                <a:cubicBezTo>
                  <a:pt x="133" y="473"/>
                  <a:pt x="132" y="471"/>
                  <a:pt x="132" y="470"/>
                </a:cubicBezTo>
                <a:cubicBezTo>
                  <a:pt x="132" y="467"/>
                  <a:pt x="132" y="464"/>
                  <a:pt x="132" y="460"/>
                </a:cubicBezTo>
                <a:cubicBezTo>
                  <a:pt x="130" y="456"/>
                  <a:pt x="129" y="450"/>
                  <a:pt x="131" y="445"/>
                </a:cubicBezTo>
                <a:cubicBezTo>
                  <a:pt x="123" y="439"/>
                  <a:pt x="114" y="431"/>
                  <a:pt x="115" y="422"/>
                </a:cubicBezTo>
                <a:cubicBezTo>
                  <a:pt x="108" y="418"/>
                  <a:pt x="103" y="411"/>
                  <a:pt x="97" y="407"/>
                </a:cubicBezTo>
                <a:cubicBezTo>
                  <a:pt x="90" y="407"/>
                  <a:pt x="85" y="405"/>
                  <a:pt x="79" y="404"/>
                </a:cubicBezTo>
                <a:cubicBezTo>
                  <a:pt x="72" y="403"/>
                  <a:pt x="66" y="401"/>
                  <a:pt x="60" y="397"/>
                </a:cubicBezTo>
                <a:cubicBezTo>
                  <a:pt x="59" y="396"/>
                  <a:pt x="60" y="394"/>
                  <a:pt x="61" y="395"/>
                </a:cubicBezTo>
                <a:cubicBezTo>
                  <a:pt x="67" y="398"/>
                  <a:pt x="72" y="398"/>
                  <a:pt x="79" y="397"/>
                </a:cubicBezTo>
                <a:cubicBezTo>
                  <a:pt x="79" y="397"/>
                  <a:pt x="80" y="397"/>
                  <a:pt x="81" y="397"/>
                </a:cubicBezTo>
                <a:cubicBezTo>
                  <a:pt x="77" y="382"/>
                  <a:pt x="76" y="366"/>
                  <a:pt x="70" y="351"/>
                </a:cubicBezTo>
                <a:cubicBezTo>
                  <a:pt x="70" y="351"/>
                  <a:pt x="71" y="350"/>
                  <a:pt x="71" y="351"/>
                </a:cubicBezTo>
                <a:cubicBezTo>
                  <a:pt x="75" y="358"/>
                  <a:pt x="78" y="365"/>
                  <a:pt x="81" y="372"/>
                </a:cubicBezTo>
                <a:cubicBezTo>
                  <a:pt x="83" y="379"/>
                  <a:pt x="85" y="389"/>
                  <a:pt x="93" y="392"/>
                </a:cubicBezTo>
                <a:cubicBezTo>
                  <a:pt x="106" y="395"/>
                  <a:pt x="112" y="409"/>
                  <a:pt x="124" y="412"/>
                </a:cubicBezTo>
                <a:cubicBezTo>
                  <a:pt x="127" y="413"/>
                  <a:pt x="129" y="417"/>
                  <a:pt x="128" y="420"/>
                </a:cubicBezTo>
                <a:cubicBezTo>
                  <a:pt x="127" y="421"/>
                  <a:pt x="127" y="423"/>
                  <a:pt x="128" y="424"/>
                </a:cubicBezTo>
                <a:cubicBezTo>
                  <a:pt x="128" y="424"/>
                  <a:pt x="128" y="424"/>
                  <a:pt x="128" y="424"/>
                </a:cubicBezTo>
                <a:cubicBezTo>
                  <a:pt x="129" y="424"/>
                  <a:pt x="129" y="424"/>
                  <a:pt x="129" y="424"/>
                </a:cubicBezTo>
                <a:cubicBezTo>
                  <a:pt x="131" y="422"/>
                  <a:pt x="134" y="422"/>
                  <a:pt x="136" y="424"/>
                </a:cubicBezTo>
                <a:cubicBezTo>
                  <a:pt x="136" y="424"/>
                  <a:pt x="137" y="424"/>
                  <a:pt x="138" y="424"/>
                </a:cubicBezTo>
                <a:cubicBezTo>
                  <a:pt x="139" y="424"/>
                  <a:pt x="139" y="424"/>
                  <a:pt x="140" y="425"/>
                </a:cubicBezTo>
                <a:cubicBezTo>
                  <a:pt x="148" y="414"/>
                  <a:pt x="159" y="404"/>
                  <a:pt x="161" y="394"/>
                </a:cubicBezTo>
                <a:cubicBezTo>
                  <a:pt x="162" y="385"/>
                  <a:pt x="164" y="377"/>
                  <a:pt x="167" y="369"/>
                </a:cubicBezTo>
                <a:cubicBezTo>
                  <a:pt x="168" y="365"/>
                  <a:pt x="164" y="360"/>
                  <a:pt x="164" y="356"/>
                </a:cubicBezTo>
                <a:cubicBezTo>
                  <a:pt x="165" y="351"/>
                  <a:pt x="165" y="345"/>
                  <a:pt x="164" y="339"/>
                </a:cubicBezTo>
                <a:cubicBezTo>
                  <a:pt x="164" y="339"/>
                  <a:pt x="165" y="339"/>
                  <a:pt x="165" y="339"/>
                </a:cubicBezTo>
                <a:cubicBezTo>
                  <a:pt x="163" y="333"/>
                  <a:pt x="160" y="330"/>
                  <a:pt x="154" y="326"/>
                </a:cubicBezTo>
                <a:cubicBezTo>
                  <a:pt x="146" y="322"/>
                  <a:pt x="142" y="310"/>
                  <a:pt x="143" y="302"/>
                </a:cubicBezTo>
                <a:cubicBezTo>
                  <a:pt x="143" y="301"/>
                  <a:pt x="143" y="301"/>
                  <a:pt x="143" y="301"/>
                </a:cubicBezTo>
                <a:cubicBezTo>
                  <a:pt x="141" y="299"/>
                  <a:pt x="140" y="296"/>
                  <a:pt x="140" y="293"/>
                </a:cubicBezTo>
                <a:cubicBezTo>
                  <a:pt x="140" y="292"/>
                  <a:pt x="139" y="291"/>
                  <a:pt x="138" y="290"/>
                </a:cubicBezTo>
                <a:cubicBezTo>
                  <a:pt x="136" y="289"/>
                  <a:pt x="133" y="288"/>
                  <a:pt x="132" y="286"/>
                </a:cubicBezTo>
                <a:cubicBezTo>
                  <a:pt x="128" y="282"/>
                  <a:pt x="126" y="276"/>
                  <a:pt x="121" y="274"/>
                </a:cubicBezTo>
                <a:cubicBezTo>
                  <a:pt x="121" y="273"/>
                  <a:pt x="121" y="273"/>
                  <a:pt x="122" y="273"/>
                </a:cubicBezTo>
                <a:cubicBezTo>
                  <a:pt x="125" y="274"/>
                  <a:pt x="129" y="276"/>
                  <a:pt x="131" y="278"/>
                </a:cubicBezTo>
                <a:cubicBezTo>
                  <a:pt x="134" y="281"/>
                  <a:pt x="138" y="286"/>
                  <a:pt x="143" y="285"/>
                </a:cubicBezTo>
                <a:cubicBezTo>
                  <a:pt x="145" y="277"/>
                  <a:pt x="149" y="269"/>
                  <a:pt x="154" y="261"/>
                </a:cubicBezTo>
                <a:cubicBezTo>
                  <a:pt x="154" y="261"/>
                  <a:pt x="154" y="261"/>
                  <a:pt x="154" y="261"/>
                </a:cubicBezTo>
                <a:cubicBezTo>
                  <a:pt x="155" y="255"/>
                  <a:pt x="162" y="248"/>
                  <a:pt x="160" y="242"/>
                </a:cubicBezTo>
                <a:cubicBezTo>
                  <a:pt x="157" y="234"/>
                  <a:pt x="168" y="234"/>
                  <a:pt x="172" y="231"/>
                </a:cubicBezTo>
                <a:cubicBezTo>
                  <a:pt x="173" y="231"/>
                  <a:pt x="173" y="232"/>
                  <a:pt x="173" y="232"/>
                </a:cubicBezTo>
                <a:cubicBezTo>
                  <a:pt x="166" y="241"/>
                  <a:pt x="160" y="253"/>
                  <a:pt x="157" y="265"/>
                </a:cubicBezTo>
                <a:cubicBezTo>
                  <a:pt x="157" y="265"/>
                  <a:pt x="156" y="266"/>
                  <a:pt x="156" y="267"/>
                </a:cubicBezTo>
                <a:cubicBezTo>
                  <a:pt x="155" y="272"/>
                  <a:pt x="155" y="277"/>
                  <a:pt x="155" y="281"/>
                </a:cubicBezTo>
                <a:cubicBezTo>
                  <a:pt x="155" y="283"/>
                  <a:pt x="154" y="284"/>
                  <a:pt x="153" y="284"/>
                </a:cubicBezTo>
                <a:lnTo>
                  <a:pt x="152" y="286"/>
                </a:lnTo>
                <a:cubicBezTo>
                  <a:pt x="152" y="287"/>
                  <a:pt x="152" y="289"/>
                  <a:pt x="153" y="290"/>
                </a:cubicBezTo>
                <a:cubicBezTo>
                  <a:pt x="153" y="292"/>
                  <a:pt x="152" y="293"/>
                  <a:pt x="150" y="292"/>
                </a:cubicBezTo>
                <a:cubicBezTo>
                  <a:pt x="150" y="293"/>
                  <a:pt x="150" y="293"/>
                  <a:pt x="150" y="294"/>
                </a:cubicBezTo>
                <a:cubicBezTo>
                  <a:pt x="151" y="295"/>
                  <a:pt x="152" y="297"/>
                  <a:pt x="153" y="299"/>
                </a:cubicBezTo>
                <a:cubicBezTo>
                  <a:pt x="153" y="300"/>
                  <a:pt x="153" y="301"/>
                  <a:pt x="152" y="302"/>
                </a:cubicBezTo>
                <a:cubicBezTo>
                  <a:pt x="153" y="303"/>
                  <a:pt x="153" y="303"/>
                  <a:pt x="154" y="304"/>
                </a:cubicBezTo>
                <a:cubicBezTo>
                  <a:pt x="155" y="306"/>
                  <a:pt x="154" y="308"/>
                  <a:pt x="153" y="310"/>
                </a:cubicBezTo>
                <a:cubicBezTo>
                  <a:pt x="156" y="314"/>
                  <a:pt x="159" y="317"/>
                  <a:pt x="162" y="319"/>
                </a:cubicBezTo>
                <a:cubicBezTo>
                  <a:pt x="166" y="321"/>
                  <a:pt x="168" y="322"/>
                  <a:pt x="171" y="326"/>
                </a:cubicBezTo>
                <a:cubicBezTo>
                  <a:pt x="174" y="333"/>
                  <a:pt x="173" y="345"/>
                  <a:pt x="172" y="354"/>
                </a:cubicBezTo>
                <a:cubicBezTo>
                  <a:pt x="172" y="354"/>
                  <a:pt x="172" y="355"/>
                  <a:pt x="173" y="355"/>
                </a:cubicBezTo>
                <a:cubicBezTo>
                  <a:pt x="173" y="358"/>
                  <a:pt x="175" y="361"/>
                  <a:pt x="176" y="364"/>
                </a:cubicBezTo>
                <a:cubicBezTo>
                  <a:pt x="178" y="363"/>
                  <a:pt x="180" y="362"/>
                  <a:pt x="182" y="362"/>
                </a:cubicBezTo>
                <a:cubicBezTo>
                  <a:pt x="184" y="361"/>
                  <a:pt x="186" y="359"/>
                  <a:pt x="187" y="358"/>
                </a:cubicBezTo>
                <a:cubicBezTo>
                  <a:pt x="188" y="357"/>
                  <a:pt x="188" y="358"/>
                  <a:pt x="188" y="358"/>
                </a:cubicBezTo>
                <a:cubicBezTo>
                  <a:pt x="187" y="360"/>
                  <a:pt x="186" y="361"/>
                  <a:pt x="185" y="362"/>
                </a:cubicBezTo>
                <a:cubicBezTo>
                  <a:pt x="184" y="362"/>
                  <a:pt x="183" y="364"/>
                  <a:pt x="183" y="365"/>
                </a:cubicBezTo>
                <a:cubicBezTo>
                  <a:pt x="181" y="367"/>
                  <a:pt x="180" y="368"/>
                  <a:pt x="177" y="369"/>
                </a:cubicBezTo>
                <a:cubicBezTo>
                  <a:pt x="177" y="369"/>
                  <a:pt x="176" y="369"/>
                  <a:pt x="176" y="369"/>
                </a:cubicBezTo>
                <a:cubicBezTo>
                  <a:pt x="174" y="378"/>
                  <a:pt x="174" y="388"/>
                  <a:pt x="172" y="397"/>
                </a:cubicBezTo>
                <a:cubicBezTo>
                  <a:pt x="169" y="407"/>
                  <a:pt x="164" y="415"/>
                  <a:pt x="159" y="424"/>
                </a:cubicBezTo>
                <a:cubicBezTo>
                  <a:pt x="156" y="430"/>
                  <a:pt x="151" y="436"/>
                  <a:pt x="149" y="442"/>
                </a:cubicBezTo>
                <a:cubicBezTo>
                  <a:pt x="148" y="447"/>
                  <a:pt x="147" y="450"/>
                  <a:pt x="145" y="454"/>
                </a:cubicBezTo>
                <a:cubicBezTo>
                  <a:pt x="145" y="456"/>
                  <a:pt x="145" y="458"/>
                  <a:pt x="145" y="461"/>
                </a:cubicBezTo>
                <a:cubicBezTo>
                  <a:pt x="145" y="461"/>
                  <a:pt x="145" y="462"/>
                  <a:pt x="145" y="463"/>
                </a:cubicBezTo>
                <a:cubicBezTo>
                  <a:pt x="145" y="463"/>
                  <a:pt x="145" y="464"/>
                  <a:pt x="145" y="464"/>
                </a:cubicBezTo>
                <a:cubicBezTo>
                  <a:pt x="148" y="465"/>
                  <a:pt x="150" y="468"/>
                  <a:pt x="149" y="471"/>
                </a:cubicBezTo>
                <a:cubicBezTo>
                  <a:pt x="148" y="472"/>
                  <a:pt x="148" y="473"/>
                  <a:pt x="148" y="474"/>
                </a:cubicBezTo>
                <a:cubicBezTo>
                  <a:pt x="149" y="476"/>
                  <a:pt x="150" y="479"/>
                  <a:pt x="152" y="481"/>
                </a:cubicBezTo>
                <a:cubicBezTo>
                  <a:pt x="155" y="488"/>
                  <a:pt x="161" y="495"/>
                  <a:pt x="166" y="501"/>
                </a:cubicBezTo>
                <a:cubicBezTo>
                  <a:pt x="172" y="509"/>
                  <a:pt x="180" y="516"/>
                  <a:pt x="188" y="523"/>
                </a:cubicBezTo>
                <a:cubicBezTo>
                  <a:pt x="188" y="522"/>
                  <a:pt x="188" y="520"/>
                  <a:pt x="189" y="519"/>
                </a:cubicBezTo>
                <a:cubicBezTo>
                  <a:pt x="193" y="510"/>
                  <a:pt x="197" y="500"/>
                  <a:pt x="204" y="492"/>
                </a:cubicBezTo>
                <a:cubicBezTo>
                  <a:pt x="203" y="488"/>
                  <a:pt x="203" y="484"/>
                  <a:pt x="204" y="479"/>
                </a:cubicBezTo>
                <a:cubicBezTo>
                  <a:pt x="205" y="476"/>
                  <a:pt x="207" y="473"/>
                  <a:pt x="208" y="470"/>
                </a:cubicBezTo>
                <a:cubicBezTo>
                  <a:pt x="209" y="465"/>
                  <a:pt x="211" y="464"/>
                  <a:pt x="207" y="463"/>
                </a:cubicBezTo>
                <a:cubicBezTo>
                  <a:pt x="204" y="462"/>
                  <a:pt x="203" y="457"/>
                  <a:pt x="206" y="456"/>
                </a:cubicBezTo>
                <a:cubicBezTo>
                  <a:pt x="219" y="450"/>
                  <a:pt x="233" y="447"/>
                  <a:pt x="244" y="437"/>
                </a:cubicBezTo>
                <a:cubicBezTo>
                  <a:pt x="246" y="435"/>
                  <a:pt x="250" y="429"/>
                  <a:pt x="253" y="429"/>
                </a:cubicBezTo>
                <a:cubicBezTo>
                  <a:pt x="259" y="429"/>
                  <a:pt x="258" y="419"/>
                  <a:pt x="257" y="415"/>
                </a:cubicBezTo>
                <a:cubicBezTo>
                  <a:pt x="257" y="414"/>
                  <a:pt x="258" y="414"/>
                  <a:pt x="258" y="415"/>
                </a:cubicBezTo>
                <a:cubicBezTo>
                  <a:pt x="260" y="420"/>
                  <a:pt x="260" y="425"/>
                  <a:pt x="259" y="431"/>
                </a:cubicBezTo>
                <a:cubicBezTo>
                  <a:pt x="259" y="431"/>
                  <a:pt x="258" y="432"/>
                  <a:pt x="258" y="432"/>
                </a:cubicBezTo>
                <a:cubicBezTo>
                  <a:pt x="252" y="431"/>
                  <a:pt x="248" y="439"/>
                  <a:pt x="244" y="442"/>
                </a:cubicBezTo>
                <a:cubicBezTo>
                  <a:pt x="241" y="444"/>
                  <a:pt x="238" y="447"/>
                  <a:pt x="235" y="449"/>
                </a:cubicBezTo>
                <a:cubicBezTo>
                  <a:pt x="229" y="452"/>
                  <a:pt x="223" y="456"/>
                  <a:pt x="217" y="459"/>
                </a:cubicBezTo>
                <a:cubicBezTo>
                  <a:pt x="217" y="460"/>
                  <a:pt x="218" y="460"/>
                  <a:pt x="218" y="461"/>
                </a:cubicBezTo>
                <a:cubicBezTo>
                  <a:pt x="219" y="472"/>
                  <a:pt x="212" y="481"/>
                  <a:pt x="214" y="492"/>
                </a:cubicBezTo>
                <a:cubicBezTo>
                  <a:pt x="215" y="492"/>
                  <a:pt x="215" y="492"/>
                  <a:pt x="215" y="492"/>
                </a:cubicBezTo>
                <a:cubicBezTo>
                  <a:pt x="215" y="492"/>
                  <a:pt x="215" y="492"/>
                  <a:pt x="215" y="492"/>
                </a:cubicBezTo>
                <a:cubicBezTo>
                  <a:pt x="215" y="492"/>
                  <a:pt x="215" y="493"/>
                  <a:pt x="214" y="493"/>
                </a:cubicBezTo>
                <a:cubicBezTo>
                  <a:pt x="215" y="494"/>
                  <a:pt x="214" y="496"/>
                  <a:pt x="213" y="497"/>
                </a:cubicBezTo>
                <a:cubicBezTo>
                  <a:pt x="212" y="498"/>
                  <a:pt x="212" y="498"/>
                  <a:pt x="211" y="499"/>
                </a:cubicBezTo>
                <a:cubicBezTo>
                  <a:pt x="209" y="505"/>
                  <a:pt x="209" y="511"/>
                  <a:pt x="206" y="516"/>
                </a:cubicBezTo>
                <a:cubicBezTo>
                  <a:pt x="202" y="523"/>
                  <a:pt x="199" y="529"/>
                  <a:pt x="196" y="536"/>
                </a:cubicBezTo>
                <a:lnTo>
                  <a:pt x="195" y="537"/>
                </a:lnTo>
                <a:cubicBezTo>
                  <a:pt x="196" y="541"/>
                  <a:pt x="196" y="545"/>
                  <a:pt x="196" y="549"/>
                </a:cubicBezTo>
                <a:cubicBezTo>
                  <a:pt x="197" y="551"/>
                  <a:pt x="197" y="554"/>
                  <a:pt x="195" y="557"/>
                </a:cubicBezTo>
                <a:lnTo>
                  <a:pt x="194" y="558"/>
                </a:lnTo>
                <a:cubicBezTo>
                  <a:pt x="194" y="559"/>
                  <a:pt x="194" y="561"/>
                  <a:pt x="193" y="562"/>
                </a:cubicBezTo>
                <a:cubicBezTo>
                  <a:pt x="199" y="575"/>
                  <a:pt x="200" y="588"/>
                  <a:pt x="201" y="602"/>
                </a:cubicBezTo>
                <a:cubicBezTo>
                  <a:pt x="207" y="609"/>
                  <a:pt x="209" y="621"/>
                  <a:pt x="213" y="628"/>
                </a:cubicBezTo>
                <a:cubicBezTo>
                  <a:pt x="218" y="640"/>
                  <a:pt x="219" y="653"/>
                  <a:pt x="223" y="666"/>
                </a:cubicBezTo>
                <a:cubicBezTo>
                  <a:pt x="224" y="666"/>
                  <a:pt x="225" y="667"/>
                  <a:pt x="226" y="669"/>
                </a:cubicBezTo>
                <a:cubicBezTo>
                  <a:pt x="227" y="675"/>
                  <a:pt x="230" y="680"/>
                  <a:pt x="233" y="685"/>
                </a:cubicBezTo>
                <a:cubicBezTo>
                  <a:pt x="234" y="686"/>
                  <a:pt x="234" y="686"/>
                  <a:pt x="234" y="686"/>
                </a:cubicBezTo>
                <a:cubicBezTo>
                  <a:pt x="234" y="685"/>
                  <a:pt x="236" y="684"/>
                  <a:pt x="236" y="685"/>
                </a:cubicBezTo>
                <a:cubicBezTo>
                  <a:pt x="245" y="692"/>
                  <a:pt x="247" y="703"/>
                  <a:pt x="253" y="711"/>
                </a:cubicBezTo>
                <a:cubicBezTo>
                  <a:pt x="255" y="713"/>
                  <a:pt x="256" y="715"/>
                  <a:pt x="258" y="717"/>
                </a:cubicBezTo>
                <a:cubicBezTo>
                  <a:pt x="258" y="717"/>
                  <a:pt x="258" y="717"/>
                  <a:pt x="259" y="718"/>
                </a:cubicBezTo>
                <a:close/>
                <a:moveTo>
                  <a:pt x="132" y="493"/>
                </a:moveTo>
                <a:lnTo>
                  <a:pt x="131" y="493"/>
                </a:lnTo>
                <a:lnTo>
                  <a:pt x="132" y="493"/>
                </a:lnTo>
                <a:close/>
                <a:moveTo>
                  <a:pt x="602" y="507"/>
                </a:moveTo>
                <a:cubicBezTo>
                  <a:pt x="598" y="510"/>
                  <a:pt x="600" y="517"/>
                  <a:pt x="600" y="521"/>
                </a:cubicBezTo>
                <a:cubicBezTo>
                  <a:pt x="600" y="523"/>
                  <a:pt x="599" y="524"/>
                  <a:pt x="598" y="523"/>
                </a:cubicBezTo>
                <a:cubicBezTo>
                  <a:pt x="597" y="523"/>
                  <a:pt x="597" y="523"/>
                  <a:pt x="596" y="523"/>
                </a:cubicBezTo>
                <a:cubicBezTo>
                  <a:pt x="598" y="525"/>
                  <a:pt x="598" y="528"/>
                  <a:pt x="598" y="531"/>
                </a:cubicBezTo>
                <a:cubicBezTo>
                  <a:pt x="599" y="535"/>
                  <a:pt x="600" y="539"/>
                  <a:pt x="601" y="543"/>
                </a:cubicBezTo>
                <a:cubicBezTo>
                  <a:pt x="601" y="546"/>
                  <a:pt x="600" y="548"/>
                  <a:pt x="598" y="548"/>
                </a:cubicBezTo>
                <a:cubicBezTo>
                  <a:pt x="597" y="548"/>
                  <a:pt x="595" y="548"/>
                  <a:pt x="594" y="548"/>
                </a:cubicBezTo>
                <a:cubicBezTo>
                  <a:pt x="594" y="548"/>
                  <a:pt x="594" y="548"/>
                  <a:pt x="594" y="548"/>
                </a:cubicBezTo>
                <a:cubicBezTo>
                  <a:pt x="595" y="551"/>
                  <a:pt x="593" y="554"/>
                  <a:pt x="590" y="554"/>
                </a:cubicBezTo>
                <a:cubicBezTo>
                  <a:pt x="589" y="554"/>
                  <a:pt x="587" y="554"/>
                  <a:pt x="586" y="554"/>
                </a:cubicBezTo>
                <a:cubicBezTo>
                  <a:pt x="586" y="556"/>
                  <a:pt x="584" y="557"/>
                  <a:pt x="582" y="557"/>
                </a:cubicBezTo>
                <a:cubicBezTo>
                  <a:pt x="576" y="557"/>
                  <a:pt x="573" y="562"/>
                  <a:pt x="568" y="562"/>
                </a:cubicBezTo>
                <a:cubicBezTo>
                  <a:pt x="568" y="565"/>
                  <a:pt x="567" y="568"/>
                  <a:pt x="566" y="571"/>
                </a:cubicBezTo>
                <a:cubicBezTo>
                  <a:pt x="565" y="572"/>
                  <a:pt x="565" y="573"/>
                  <a:pt x="564" y="573"/>
                </a:cubicBezTo>
                <a:cubicBezTo>
                  <a:pt x="559" y="575"/>
                  <a:pt x="556" y="578"/>
                  <a:pt x="555" y="583"/>
                </a:cubicBezTo>
                <a:cubicBezTo>
                  <a:pt x="554" y="585"/>
                  <a:pt x="550" y="586"/>
                  <a:pt x="549" y="583"/>
                </a:cubicBezTo>
                <a:cubicBezTo>
                  <a:pt x="549" y="584"/>
                  <a:pt x="548" y="584"/>
                  <a:pt x="548" y="584"/>
                </a:cubicBezTo>
                <a:cubicBezTo>
                  <a:pt x="547" y="585"/>
                  <a:pt x="546" y="585"/>
                  <a:pt x="545" y="585"/>
                </a:cubicBezTo>
                <a:cubicBezTo>
                  <a:pt x="543" y="586"/>
                  <a:pt x="540" y="586"/>
                  <a:pt x="538" y="586"/>
                </a:cubicBezTo>
                <a:cubicBezTo>
                  <a:pt x="534" y="585"/>
                  <a:pt x="529" y="584"/>
                  <a:pt x="525" y="583"/>
                </a:cubicBezTo>
                <a:cubicBezTo>
                  <a:pt x="527" y="584"/>
                  <a:pt x="530" y="586"/>
                  <a:pt x="531" y="588"/>
                </a:cubicBezTo>
                <a:cubicBezTo>
                  <a:pt x="534" y="589"/>
                  <a:pt x="536" y="590"/>
                  <a:pt x="538" y="591"/>
                </a:cubicBezTo>
                <a:cubicBezTo>
                  <a:pt x="540" y="592"/>
                  <a:pt x="541" y="595"/>
                  <a:pt x="540" y="597"/>
                </a:cubicBezTo>
                <a:cubicBezTo>
                  <a:pt x="536" y="610"/>
                  <a:pt x="555" y="616"/>
                  <a:pt x="562" y="626"/>
                </a:cubicBezTo>
                <a:cubicBezTo>
                  <a:pt x="563" y="626"/>
                  <a:pt x="563" y="626"/>
                  <a:pt x="563" y="626"/>
                </a:cubicBezTo>
                <a:cubicBezTo>
                  <a:pt x="572" y="632"/>
                  <a:pt x="579" y="638"/>
                  <a:pt x="588" y="643"/>
                </a:cubicBezTo>
                <a:cubicBezTo>
                  <a:pt x="580" y="638"/>
                  <a:pt x="572" y="635"/>
                  <a:pt x="564" y="631"/>
                </a:cubicBezTo>
                <a:cubicBezTo>
                  <a:pt x="563" y="632"/>
                  <a:pt x="561" y="632"/>
                  <a:pt x="560" y="630"/>
                </a:cubicBezTo>
                <a:cubicBezTo>
                  <a:pt x="557" y="621"/>
                  <a:pt x="544" y="617"/>
                  <a:pt x="539" y="609"/>
                </a:cubicBezTo>
                <a:cubicBezTo>
                  <a:pt x="535" y="605"/>
                  <a:pt x="531" y="603"/>
                  <a:pt x="531" y="598"/>
                </a:cubicBezTo>
                <a:cubicBezTo>
                  <a:pt x="526" y="596"/>
                  <a:pt x="522" y="593"/>
                  <a:pt x="518" y="589"/>
                </a:cubicBezTo>
                <a:cubicBezTo>
                  <a:pt x="515" y="588"/>
                  <a:pt x="510" y="587"/>
                  <a:pt x="509" y="586"/>
                </a:cubicBezTo>
                <a:cubicBezTo>
                  <a:pt x="500" y="584"/>
                  <a:pt x="491" y="582"/>
                  <a:pt x="482" y="581"/>
                </a:cubicBezTo>
                <a:cubicBezTo>
                  <a:pt x="478" y="580"/>
                  <a:pt x="475" y="580"/>
                  <a:pt x="471" y="580"/>
                </a:cubicBezTo>
                <a:cubicBezTo>
                  <a:pt x="470" y="582"/>
                  <a:pt x="468" y="584"/>
                  <a:pt x="465" y="583"/>
                </a:cubicBezTo>
                <a:cubicBezTo>
                  <a:pt x="459" y="581"/>
                  <a:pt x="456" y="590"/>
                  <a:pt x="453" y="594"/>
                </a:cubicBezTo>
                <a:cubicBezTo>
                  <a:pt x="451" y="598"/>
                  <a:pt x="446" y="602"/>
                  <a:pt x="447" y="606"/>
                </a:cubicBezTo>
                <a:cubicBezTo>
                  <a:pt x="448" y="611"/>
                  <a:pt x="444" y="615"/>
                  <a:pt x="439" y="614"/>
                </a:cubicBezTo>
                <a:cubicBezTo>
                  <a:pt x="439" y="615"/>
                  <a:pt x="438" y="616"/>
                  <a:pt x="437" y="617"/>
                </a:cubicBezTo>
                <a:cubicBezTo>
                  <a:pt x="436" y="619"/>
                  <a:pt x="435" y="620"/>
                  <a:pt x="434" y="621"/>
                </a:cubicBezTo>
                <a:cubicBezTo>
                  <a:pt x="434" y="623"/>
                  <a:pt x="433" y="625"/>
                  <a:pt x="432" y="627"/>
                </a:cubicBezTo>
                <a:cubicBezTo>
                  <a:pt x="432" y="631"/>
                  <a:pt x="431" y="635"/>
                  <a:pt x="430" y="638"/>
                </a:cubicBezTo>
                <a:cubicBezTo>
                  <a:pt x="429" y="641"/>
                  <a:pt x="427" y="642"/>
                  <a:pt x="426" y="642"/>
                </a:cubicBezTo>
                <a:cubicBezTo>
                  <a:pt x="425" y="643"/>
                  <a:pt x="424" y="644"/>
                  <a:pt x="424" y="645"/>
                </a:cubicBezTo>
                <a:cubicBezTo>
                  <a:pt x="422" y="652"/>
                  <a:pt x="420" y="658"/>
                  <a:pt x="413" y="659"/>
                </a:cubicBezTo>
                <a:cubicBezTo>
                  <a:pt x="411" y="662"/>
                  <a:pt x="408" y="665"/>
                  <a:pt x="405" y="667"/>
                </a:cubicBezTo>
                <a:cubicBezTo>
                  <a:pt x="405" y="668"/>
                  <a:pt x="405" y="668"/>
                  <a:pt x="405" y="669"/>
                </a:cubicBezTo>
                <a:cubicBezTo>
                  <a:pt x="405" y="672"/>
                  <a:pt x="403" y="673"/>
                  <a:pt x="401" y="674"/>
                </a:cubicBezTo>
                <a:cubicBezTo>
                  <a:pt x="402" y="674"/>
                  <a:pt x="402" y="674"/>
                  <a:pt x="402" y="675"/>
                </a:cubicBezTo>
                <a:cubicBezTo>
                  <a:pt x="403" y="679"/>
                  <a:pt x="401" y="685"/>
                  <a:pt x="398" y="688"/>
                </a:cubicBezTo>
                <a:cubicBezTo>
                  <a:pt x="396" y="690"/>
                  <a:pt x="393" y="691"/>
                  <a:pt x="391" y="691"/>
                </a:cubicBezTo>
                <a:cubicBezTo>
                  <a:pt x="391" y="692"/>
                  <a:pt x="391" y="692"/>
                  <a:pt x="390" y="693"/>
                </a:cubicBezTo>
                <a:cubicBezTo>
                  <a:pt x="389" y="694"/>
                  <a:pt x="388" y="696"/>
                  <a:pt x="387" y="697"/>
                </a:cubicBezTo>
                <a:cubicBezTo>
                  <a:pt x="387" y="697"/>
                  <a:pt x="386" y="698"/>
                  <a:pt x="386" y="698"/>
                </a:cubicBezTo>
                <a:cubicBezTo>
                  <a:pt x="385" y="699"/>
                  <a:pt x="384" y="700"/>
                  <a:pt x="383" y="701"/>
                </a:cubicBezTo>
                <a:cubicBezTo>
                  <a:pt x="382" y="704"/>
                  <a:pt x="379" y="706"/>
                  <a:pt x="376" y="705"/>
                </a:cubicBezTo>
                <a:cubicBezTo>
                  <a:pt x="374" y="707"/>
                  <a:pt x="372" y="709"/>
                  <a:pt x="370" y="710"/>
                </a:cubicBezTo>
                <a:lnTo>
                  <a:pt x="369" y="710"/>
                </a:lnTo>
                <a:cubicBezTo>
                  <a:pt x="370" y="712"/>
                  <a:pt x="371" y="715"/>
                  <a:pt x="370" y="717"/>
                </a:cubicBezTo>
                <a:cubicBezTo>
                  <a:pt x="371" y="718"/>
                  <a:pt x="371" y="720"/>
                  <a:pt x="370" y="721"/>
                </a:cubicBezTo>
                <a:lnTo>
                  <a:pt x="315" y="721"/>
                </a:lnTo>
                <a:cubicBezTo>
                  <a:pt x="315" y="720"/>
                  <a:pt x="316" y="718"/>
                  <a:pt x="318" y="717"/>
                </a:cubicBezTo>
                <a:cubicBezTo>
                  <a:pt x="319" y="716"/>
                  <a:pt x="321" y="715"/>
                  <a:pt x="322" y="715"/>
                </a:cubicBezTo>
                <a:cubicBezTo>
                  <a:pt x="323" y="707"/>
                  <a:pt x="322" y="699"/>
                  <a:pt x="324" y="692"/>
                </a:cubicBezTo>
                <a:lnTo>
                  <a:pt x="323" y="692"/>
                </a:lnTo>
                <a:cubicBezTo>
                  <a:pt x="321" y="691"/>
                  <a:pt x="320" y="688"/>
                  <a:pt x="320" y="686"/>
                </a:cubicBezTo>
                <a:cubicBezTo>
                  <a:pt x="320" y="678"/>
                  <a:pt x="319" y="670"/>
                  <a:pt x="318" y="662"/>
                </a:cubicBezTo>
                <a:cubicBezTo>
                  <a:pt x="317" y="660"/>
                  <a:pt x="318" y="657"/>
                  <a:pt x="320" y="655"/>
                </a:cubicBezTo>
                <a:cubicBezTo>
                  <a:pt x="320" y="655"/>
                  <a:pt x="321" y="654"/>
                  <a:pt x="321" y="654"/>
                </a:cubicBezTo>
                <a:cubicBezTo>
                  <a:pt x="321" y="653"/>
                  <a:pt x="321" y="653"/>
                  <a:pt x="321" y="652"/>
                </a:cubicBezTo>
                <a:cubicBezTo>
                  <a:pt x="322" y="650"/>
                  <a:pt x="322" y="648"/>
                  <a:pt x="322" y="646"/>
                </a:cubicBezTo>
                <a:cubicBezTo>
                  <a:pt x="320" y="642"/>
                  <a:pt x="318" y="638"/>
                  <a:pt x="317" y="634"/>
                </a:cubicBezTo>
                <a:cubicBezTo>
                  <a:pt x="317" y="632"/>
                  <a:pt x="318" y="629"/>
                  <a:pt x="320" y="629"/>
                </a:cubicBezTo>
                <a:cubicBezTo>
                  <a:pt x="320" y="629"/>
                  <a:pt x="320" y="628"/>
                  <a:pt x="320" y="628"/>
                </a:cubicBezTo>
                <a:cubicBezTo>
                  <a:pt x="319" y="628"/>
                  <a:pt x="318" y="626"/>
                  <a:pt x="318" y="626"/>
                </a:cubicBezTo>
                <a:cubicBezTo>
                  <a:pt x="318" y="623"/>
                  <a:pt x="317" y="620"/>
                  <a:pt x="316" y="617"/>
                </a:cubicBezTo>
                <a:cubicBezTo>
                  <a:pt x="315" y="614"/>
                  <a:pt x="317" y="611"/>
                  <a:pt x="319" y="610"/>
                </a:cubicBezTo>
                <a:cubicBezTo>
                  <a:pt x="318" y="607"/>
                  <a:pt x="317" y="603"/>
                  <a:pt x="316" y="600"/>
                </a:cubicBezTo>
                <a:cubicBezTo>
                  <a:pt x="311" y="593"/>
                  <a:pt x="306" y="586"/>
                  <a:pt x="305" y="579"/>
                </a:cubicBezTo>
                <a:cubicBezTo>
                  <a:pt x="300" y="577"/>
                  <a:pt x="296" y="574"/>
                  <a:pt x="294" y="570"/>
                </a:cubicBezTo>
                <a:cubicBezTo>
                  <a:pt x="293" y="569"/>
                  <a:pt x="292" y="568"/>
                  <a:pt x="292" y="568"/>
                </a:cubicBezTo>
                <a:cubicBezTo>
                  <a:pt x="290" y="567"/>
                  <a:pt x="289" y="566"/>
                  <a:pt x="287" y="565"/>
                </a:cubicBezTo>
                <a:cubicBezTo>
                  <a:pt x="284" y="564"/>
                  <a:pt x="281" y="563"/>
                  <a:pt x="278" y="562"/>
                </a:cubicBezTo>
                <a:cubicBezTo>
                  <a:pt x="278" y="562"/>
                  <a:pt x="278" y="561"/>
                  <a:pt x="279" y="562"/>
                </a:cubicBezTo>
                <a:cubicBezTo>
                  <a:pt x="281" y="562"/>
                  <a:pt x="283" y="563"/>
                  <a:pt x="285" y="564"/>
                </a:cubicBezTo>
                <a:cubicBezTo>
                  <a:pt x="284" y="563"/>
                  <a:pt x="282" y="562"/>
                  <a:pt x="280" y="562"/>
                </a:cubicBezTo>
                <a:cubicBezTo>
                  <a:pt x="277" y="561"/>
                  <a:pt x="275" y="560"/>
                  <a:pt x="273" y="559"/>
                </a:cubicBezTo>
                <a:cubicBezTo>
                  <a:pt x="272" y="558"/>
                  <a:pt x="273" y="558"/>
                  <a:pt x="273" y="558"/>
                </a:cubicBezTo>
                <a:cubicBezTo>
                  <a:pt x="280" y="561"/>
                  <a:pt x="287" y="558"/>
                  <a:pt x="294" y="561"/>
                </a:cubicBezTo>
                <a:cubicBezTo>
                  <a:pt x="299" y="564"/>
                  <a:pt x="304" y="567"/>
                  <a:pt x="308" y="571"/>
                </a:cubicBezTo>
                <a:cubicBezTo>
                  <a:pt x="309" y="571"/>
                  <a:pt x="310" y="571"/>
                  <a:pt x="310" y="571"/>
                </a:cubicBezTo>
                <a:cubicBezTo>
                  <a:pt x="311" y="571"/>
                  <a:pt x="311" y="572"/>
                  <a:pt x="312" y="572"/>
                </a:cubicBezTo>
                <a:cubicBezTo>
                  <a:pt x="312" y="571"/>
                  <a:pt x="312" y="571"/>
                  <a:pt x="312" y="570"/>
                </a:cubicBezTo>
                <a:cubicBezTo>
                  <a:pt x="312" y="570"/>
                  <a:pt x="312" y="569"/>
                  <a:pt x="312" y="568"/>
                </a:cubicBezTo>
                <a:cubicBezTo>
                  <a:pt x="311" y="564"/>
                  <a:pt x="314" y="561"/>
                  <a:pt x="317" y="558"/>
                </a:cubicBezTo>
                <a:cubicBezTo>
                  <a:pt x="320" y="555"/>
                  <a:pt x="324" y="552"/>
                  <a:pt x="327" y="548"/>
                </a:cubicBezTo>
                <a:cubicBezTo>
                  <a:pt x="327" y="548"/>
                  <a:pt x="327" y="547"/>
                  <a:pt x="327" y="547"/>
                </a:cubicBezTo>
                <a:cubicBezTo>
                  <a:pt x="328" y="546"/>
                  <a:pt x="328" y="545"/>
                  <a:pt x="329" y="545"/>
                </a:cubicBezTo>
                <a:cubicBezTo>
                  <a:pt x="333" y="536"/>
                  <a:pt x="339" y="529"/>
                  <a:pt x="340" y="519"/>
                </a:cubicBezTo>
                <a:cubicBezTo>
                  <a:pt x="341" y="515"/>
                  <a:pt x="345" y="514"/>
                  <a:pt x="349" y="515"/>
                </a:cubicBezTo>
                <a:cubicBezTo>
                  <a:pt x="350" y="513"/>
                  <a:pt x="351" y="511"/>
                  <a:pt x="352" y="509"/>
                </a:cubicBezTo>
                <a:cubicBezTo>
                  <a:pt x="352" y="508"/>
                  <a:pt x="352" y="508"/>
                  <a:pt x="352" y="507"/>
                </a:cubicBezTo>
                <a:cubicBezTo>
                  <a:pt x="348" y="498"/>
                  <a:pt x="348" y="488"/>
                  <a:pt x="347" y="479"/>
                </a:cubicBezTo>
                <a:cubicBezTo>
                  <a:pt x="343" y="477"/>
                  <a:pt x="341" y="474"/>
                  <a:pt x="340" y="471"/>
                </a:cubicBezTo>
                <a:cubicBezTo>
                  <a:pt x="339" y="470"/>
                  <a:pt x="338" y="470"/>
                  <a:pt x="338" y="470"/>
                </a:cubicBezTo>
                <a:cubicBezTo>
                  <a:pt x="336" y="469"/>
                  <a:pt x="334" y="469"/>
                  <a:pt x="332" y="467"/>
                </a:cubicBezTo>
                <a:cubicBezTo>
                  <a:pt x="332" y="468"/>
                  <a:pt x="330" y="468"/>
                  <a:pt x="330" y="467"/>
                </a:cubicBezTo>
                <a:cubicBezTo>
                  <a:pt x="330" y="466"/>
                  <a:pt x="330" y="466"/>
                  <a:pt x="330" y="465"/>
                </a:cubicBezTo>
                <a:cubicBezTo>
                  <a:pt x="327" y="465"/>
                  <a:pt x="324" y="462"/>
                  <a:pt x="321" y="461"/>
                </a:cubicBezTo>
                <a:cubicBezTo>
                  <a:pt x="316" y="459"/>
                  <a:pt x="312" y="454"/>
                  <a:pt x="309" y="449"/>
                </a:cubicBezTo>
                <a:cubicBezTo>
                  <a:pt x="309" y="449"/>
                  <a:pt x="309" y="449"/>
                  <a:pt x="310" y="449"/>
                </a:cubicBezTo>
                <a:cubicBezTo>
                  <a:pt x="312" y="453"/>
                  <a:pt x="321" y="463"/>
                  <a:pt x="327" y="459"/>
                </a:cubicBezTo>
                <a:cubicBezTo>
                  <a:pt x="329" y="458"/>
                  <a:pt x="332" y="458"/>
                  <a:pt x="335" y="457"/>
                </a:cubicBezTo>
                <a:cubicBezTo>
                  <a:pt x="334" y="454"/>
                  <a:pt x="333" y="451"/>
                  <a:pt x="332" y="447"/>
                </a:cubicBezTo>
                <a:cubicBezTo>
                  <a:pt x="332" y="446"/>
                  <a:pt x="332" y="445"/>
                  <a:pt x="331" y="444"/>
                </a:cubicBezTo>
                <a:cubicBezTo>
                  <a:pt x="330" y="442"/>
                  <a:pt x="329" y="439"/>
                  <a:pt x="328" y="436"/>
                </a:cubicBezTo>
                <a:cubicBezTo>
                  <a:pt x="325" y="432"/>
                  <a:pt x="324" y="429"/>
                  <a:pt x="324" y="426"/>
                </a:cubicBezTo>
                <a:cubicBezTo>
                  <a:pt x="322" y="425"/>
                  <a:pt x="321" y="422"/>
                  <a:pt x="322" y="420"/>
                </a:cubicBezTo>
                <a:cubicBezTo>
                  <a:pt x="323" y="417"/>
                  <a:pt x="322" y="414"/>
                  <a:pt x="322" y="410"/>
                </a:cubicBezTo>
                <a:cubicBezTo>
                  <a:pt x="322" y="410"/>
                  <a:pt x="322" y="409"/>
                  <a:pt x="322" y="408"/>
                </a:cubicBezTo>
                <a:cubicBezTo>
                  <a:pt x="309" y="401"/>
                  <a:pt x="298" y="391"/>
                  <a:pt x="292" y="379"/>
                </a:cubicBezTo>
                <a:cubicBezTo>
                  <a:pt x="291" y="378"/>
                  <a:pt x="292" y="378"/>
                  <a:pt x="293" y="378"/>
                </a:cubicBezTo>
                <a:cubicBezTo>
                  <a:pt x="298" y="386"/>
                  <a:pt x="306" y="392"/>
                  <a:pt x="313" y="397"/>
                </a:cubicBezTo>
                <a:cubicBezTo>
                  <a:pt x="314" y="397"/>
                  <a:pt x="315" y="398"/>
                  <a:pt x="316" y="399"/>
                </a:cubicBezTo>
                <a:cubicBezTo>
                  <a:pt x="319" y="398"/>
                  <a:pt x="322" y="398"/>
                  <a:pt x="324" y="399"/>
                </a:cubicBezTo>
                <a:cubicBezTo>
                  <a:pt x="325" y="399"/>
                  <a:pt x="326" y="399"/>
                  <a:pt x="327" y="399"/>
                </a:cubicBezTo>
                <a:cubicBezTo>
                  <a:pt x="328" y="398"/>
                  <a:pt x="329" y="396"/>
                  <a:pt x="330" y="395"/>
                </a:cubicBezTo>
                <a:cubicBezTo>
                  <a:pt x="331" y="394"/>
                  <a:pt x="332" y="394"/>
                  <a:pt x="333" y="395"/>
                </a:cubicBezTo>
                <a:cubicBezTo>
                  <a:pt x="334" y="394"/>
                  <a:pt x="335" y="393"/>
                  <a:pt x="336" y="392"/>
                </a:cubicBezTo>
                <a:cubicBezTo>
                  <a:pt x="342" y="379"/>
                  <a:pt x="347" y="365"/>
                  <a:pt x="343" y="350"/>
                </a:cubicBezTo>
                <a:cubicBezTo>
                  <a:pt x="343" y="349"/>
                  <a:pt x="344" y="349"/>
                  <a:pt x="344" y="349"/>
                </a:cubicBezTo>
                <a:cubicBezTo>
                  <a:pt x="347" y="359"/>
                  <a:pt x="347" y="369"/>
                  <a:pt x="345" y="378"/>
                </a:cubicBezTo>
                <a:cubicBezTo>
                  <a:pt x="342" y="389"/>
                  <a:pt x="335" y="401"/>
                  <a:pt x="335" y="412"/>
                </a:cubicBezTo>
                <a:cubicBezTo>
                  <a:pt x="335" y="418"/>
                  <a:pt x="334" y="423"/>
                  <a:pt x="334" y="429"/>
                </a:cubicBezTo>
                <a:cubicBezTo>
                  <a:pt x="336" y="433"/>
                  <a:pt x="337" y="438"/>
                  <a:pt x="338" y="442"/>
                </a:cubicBezTo>
                <a:cubicBezTo>
                  <a:pt x="339" y="442"/>
                  <a:pt x="339" y="443"/>
                  <a:pt x="339" y="443"/>
                </a:cubicBezTo>
                <a:lnTo>
                  <a:pt x="339" y="444"/>
                </a:lnTo>
                <a:cubicBezTo>
                  <a:pt x="339" y="444"/>
                  <a:pt x="339" y="444"/>
                  <a:pt x="339" y="445"/>
                </a:cubicBezTo>
                <a:cubicBezTo>
                  <a:pt x="339" y="445"/>
                  <a:pt x="340" y="445"/>
                  <a:pt x="340" y="445"/>
                </a:cubicBezTo>
                <a:cubicBezTo>
                  <a:pt x="340" y="445"/>
                  <a:pt x="340" y="446"/>
                  <a:pt x="340" y="446"/>
                </a:cubicBezTo>
                <a:cubicBezTo>
                  <a:pt x="340" y="446"/>
                  <a:pt x="340" y="446"/>
                  <a:pt x="341" y="446"/>
                </a:cubicBezTo>
                <a:cubicBezTo>
                  <a:pt x="342" y="446"/>
                  <a:pt x="342" y="447"/>
                  <a:pt x="343" y="448"/>
                </a:cubicBezTo>
                <a:cubicBezTo>
                  <a:pt x="344" y="449"/>
                  <a:pt x="345" y="451"/>
                  <a:pt x="344" y="452"/>
                </a:cubicBezTo>
                <a:cubicBezTo>
                  <a:pt x="343" y="452"/>
                  <a:pt x="343" y="453"/>
                  <a:pt x="343" y="453"/>
                </a:cubicBezTo>
                <a:cubicBezTo>
                  <a:pt x="343" y="453"/>
                  <a:pt x="344" y="454"/>
                  <a:pt x="344" y="455"/>
                </a:cubicBezTo>
                <a:cubicBezTo>
                  <a:pt x="344" y="455"/>
                  <a:pt x="345" y="455"/>
                  <a:pt x="345" y="455"/>
                </a:cubicBezTo>
                <a:cubicBezTo>
                  <a:pt x="348" y="453"/>
                  <a:pt x="352" y="454"/>
                  <a:pt x="352" y="458"/>
                </a:cubicBezTo>
                <a:cubicBezTo>
                  <a:pt x="352" y="459"/>
                  <a:pt x="352" y="460"/>
                  <a:pt x="353" y="461"/>
                </a:cubicBezTo>
                <a:cubicBezTo>
                  <a:pt x="356" y="459"/>
                  <a:pt x="361" y="462"/>
                  <a:pt x="362" y="466"/>
                </a:cubicBezTo>
                <a:cubicBezTo>
                  <a:pt x="362" y="467"/>
                  <a:pt x="362" y="468"/>
                  <a:pt x="362" y="468"/>
                </a:cubicBezTo>
                <a:cubicBezTo>
                  <a:pt x="363" y="468"/>
                  <a:pt x="363" y="468"/>
                  <a:pt x="364" y="468"/>
                </a:cubicBezTo>
                <a:cubicBezTo>
                  <a:pt x="367" y="467"/>
                  <a:pt x="369" y="468"/>
                  <a:pt x="371" y="470"/>
                </a:cubicBezTo>
                <a:lnTo>
                  <a:pt x="371" y="469"/>
                </a:lnTo>
                <a:cubicBezTo>
                  <a:pt x="375" y="465"/>
                  <a:pt x="376" y="460"/>
                  <a:pt x="378" y="454"/>
                </a:cubicBezTo>
                <a:cubicBezTo>
                  <a:pt x="378" y="452"/>
                  <a:pt x="381" y="450"/>
                  <a:pt x="383" y="450"/>
                </a:cubicBezTo>
                <a:cubicBezTo>
                  <a:pt x="384" y="450"/>
                  <a:pt x="385" y="450"/>
                  <a:pt x="386" y="450"/>
                </a:cubicBezTo>
                <a:cubicBezTo>
                  <a:pt x="387" y="449"/>
                  <a:pt x="387" y="448"/>
                  <a:pt x="387" y="447"/>
                </a:cubicBezTo>
                <a:cubicBezTo>
                  <a:pt x="387" y="445"/>
                  <a:pt x="388" y="443"/>
                  <a:pt x="390" y="443"/>
                </a:cubicBezTo>
                <a:cubicBezTo>
                  <a:pt x="391" y="442"/>
                  <a:pt x="392" y="442"/>
                  <a:pt x="394" y="442"/>
                </a:cubicBezTo>
                <a:cubicBezTo>
                  <a:pt x="394" y="442"/>
                  <a:pt x="394" y="441"/>
                  <a:pt x="394" y="441"/>
                </a:cubicBezTo>
                <a:cubicBezTo>
                  <a:pt x="398" y="439"/>
                  <a:pt x="400" y="432"/>
                  <a:pt x="401" y="426"/>
                </a:cubicBezTo>
                <a:cubicBezTo>
                  <a:pt x="397" y="421"/>
                  <a:pt x="393" y="414"/>
                  <a:pt x="388" y="410"/>
                </a:cubicBezTo>
                <a:cubicBezTo>
                  <a:pt x="388" y="410"/>
                  <a:pt x="388" y="409"/>
                  <a:pt x="388" y="409"/>
                </a:cubicBezTo>
                <a:lnTo>
                  <a:pt x="389" y="409"/>
                </a:lnTo>
                <a:cubicBezTo>
                  <a:pt x="387" y="408"/>
                  <a:pt x="385" y="407"/>
                  <a:pt x="385" y="405"/>
                </a:cubicBezTo>
                <a:cubicBezTo>
                  <a:pt x="377" y="407"/>
                  <a:pt x="372" y="404"/>
                  <a:pt x="368" y="398"/>
                </a:cubicBezTo>
                <a:cubicBezTo>
                  <a:pt x="367" y="398"/>
                  <a:pt x="368" y="397"/>
                  <a:pt x="368" y="397"/>
                </a:cubicBezTo>
                <a:cubicBezTo>
                  <a:pt x="372" y="401"/>
                  <a:pt x="377" y="404"/>
                  <a:pt x="383" y="402"/>
                </a:cubicBezTo>
                <a:cubicBezTo>
                  <a:pt x="383" y="401"/>
                  <a:pt x="384" y="401"/>
                  <a:pt x="384" y="401"/>
                </a:cubicBezTo>
                <a:cubicBezTo>
                  <a:pt x="385" y="401"/>
                  <a:pt x="385" y="401"/>
                  <a:pt x="386" y="401"/>
                </a:cubicBezTo>
                <a:cubicBezTo>
                  <a:pt x="387" y="400"/>
                  <a:pt x="388" y="401"/>
                  <a:pt x="389" y="402"/>
                </a:cubicBezTo>
                <a:cubicBezTo>
                  <a:pt x="389" y="402"/>
                  <a:pt x="389" y="402"/>
                  <a:pt x="389" y="402"/>
                </a:cubicBezTo>
                <a:cubicBezTo>
                  <a:pt x="384" y="383"/>
                  <a:pt x="387" y="364"/>
                  <a:pt x="373" y="348"/>
                </a:cubicBezTo>
                <a:cubicBezTo>
                  <a:pt x="372" y="348"/>
                  <a:pt x="373" y="347"/>
                  <a:pt x="373" y="348"/>
                </a:cubicBezTo>
                <a:cubicBezTo>
                  <a:pt x="389" y="359"/>
                  <a:pt x="389" y="377"/>
                  <a:pt x="394" y="394"/>
                </a:cubicBezTo>
                <a:cubicBezTo>
                  <a:pt x="395" y="397"/>
                  <a:pt x="395" y="402"/>
                  <a:pt x="397" y="405"/>
                </a:cubicBezTo>
                <a:cubicBezTo>
                  <a:pt x="398" y="405"/>
                  <a:pt x="398" y="406"/>
                  <a:pt x="398" y="406"/>
                </a:cubicBezTo>
                <a:cubicBezTo>
                  <a:pt x="399" y="406"/>
                  <a:pt x="399" y="407"/>
                  <a:pt x="400" y="407"/>
                </a:cubicBezTo>
                <a:cubicBezTo>
                  <a:pt x="401" y="407"/>
                  <a:pt x="403" y="408"/>
                  <a:pt x="405" y="408"/>
                </a:cubicBezTo>
                <a:cubicBezTo>
                  <a:pt x="407" y="408"/>
                  <a:pt x="409" y="408"/>
                  <a:pt x="411" y="409"/>
                </a:cubicBezTo>
                <a:cubicBezTo>
                  <a:pt x="411" y="409"/>
                  <a:pt x="411" y="409"/>
                  <a:pt x="412" y="408"/>
                </a:cubicBezTo>
                <a:cubicBezTo>
                  <a:pt x="414" y="408"/>
                  <a:pt x="415" y="407"/>
                  <a:pt x="417" y="408"/>
                </a:cubicBezTo>
                <a:cubicBezTo>
                  <a:pt x="418" y="408"/>
                  <a:pt x="419" y="408"/>
                  <a:pt x="419" y="409"/>
                </a:cubicBezTo>
                <a:cubicBezTo>
                  <a:pt x="422" y="401"/>
                  <a:pt x="428" y="396"/>
                  <a:pt x="434" y="390"/>
                </a:cubicBezTo>
                <a:cubicBezTo>
                  <a:pt x="434" y="390"/>
                  <a:pt x="434" y="389"/>
                  <a:pt x="434" y="388"/>
                </a:cubicBezTo>
                <a:cubicBezTo>
                  <a:pt x="434" y="386"/>
                  <a:pt x="434" y="384"/>
                  <a:pt x="435" y="383"/>
                </a:cubicBezTo>
                <a:cubicBezTo>
                  <a:pt x="435" y="382"/>
                  <a:pt x="435" y="381"/>
                  <a:pt x="436" y="381"/>
                </a:cubicBezTo>
                <a:cubicBezTo>
                  <a:pt x="435" y="378"/>
                  <a:pt x="436" y="375"/>
                  <a:pt x="437" y="372"/>
                </a:cubicBezTo>
                <a:cubicBezTo>
                  <a:pt x="437" y="367"/>
                  <a:pt x="437" y="362"/>
                  <a:pt x="440" y="358"/>
                </a:cubicBezTo>
                <a:cubicBezTo>
                  <a:pt x="438" y="354"/>
                  <a:pt x="435" y="351"/>
                  <a:pt x="434" y="348"/>
                </a:cubicBezTo>
                <a:cubicBezTo>
                  <a:pt x="430" y="340"/>
                  <a:pt x="435" y="331"/>
                  <a:pt x="426" y="326"/>
                </a:cubicBezTo>
                <a:cubicBezTo>
                  <a:pt x="423" y="324"/>
                  <a:pt x="422" y="320"/>
                  <a:pt x="422" y="317"/>
                </a:cubicBezTo>
                <a:cubicBezTo>
                  <a:pt x="422" y="316"/>
                  <a:pt x="422" y="315"/>
                  <a:pt x="421" y="315"/>
                </a:cubicBezTo>
                <a:cubicBezTo>
                  <a:pt x="419" y="313"/>
                  <a:pt x="419" y="310"/>
                  <a:pt x="419" y="307"/>
                </a:cubicBezTo>
                <a:cubicBezTo>
                  <a:pt x="419" y="306"/>
                  <a:pt x="418" y="305"/>
                  <a:pt x="417" y="303"/>
                </a:cubicBezTo>
                <a:cubicBezTo>
                  <a:pt x="412" y="301"/>
                  <a:pt x="409" y="296"/>
                  <a:pt x="410" y="291"/>
                </a:cubicBezTo>
                <a:cubicBezTo>
                  <a:pt x="409" y="290"/>
                  <a:pt x="409" y="289"/>
                  <a:pt x="409" y="288"/>
                </a:cubicBezTo>
                <a:cubicBezTo>
                  <a:pt x="409" y="288"/>
                  <a:pt x="409" y="288"/>
                  <a:pt x="409" y="288"/>
                </a:cubicBezTo>
                <a:cubicBezTo>
                  <a:pt x="405" y="287"/>
                  <a:pt x="402" y="282"/>
                  <a:pt x="403" y="278"/>
                </a:cubicBezTo>
                <a:cubicBezTo>
                  <a:pt x="400" y="277"/>
                  <a:pt x="398" y="274"/>
                  <a:pt x="398" y="271"/>
                </a:cubicBezTo>
                <a:cubicBezTo>
                  <a:pt x="397" y="270"/>
                  <a:pt x="397" y="269"/>
                  <a:pt x="397" y="268"/>
                </a:cubicBezTo>
                <a:cubicBezTo>
                  <a:pt x="395" y="267"/>
                  <a:pt x="395" y="266"/>
                  <a:pt x="394" y="264"/>
                </a:cubicBezTo>
                <a:cubicBezTo>
                  <a:pt x="394" y="264"/>
                  <a:pt x="394" y="264"/>
                  <a:pt x="394" y="263"/>
                </a:cubicBezTo>
                <a:cubicBezTo>
                  <a:pt x="386" y="258"/>
                  <a:pt x="377" y="255"/>
                  <a:pt x="369" y="251"/>
                </a:cubicBezTo>
                <a:cubicBezTo>
                  <a:pt x="366" y="250"/>
                  <a:pt x="354" y="245"/>
                  <a:pt x="357" y="242"/>
                </a:cubicBezTo>
                <a:cubicBezTo>
                  <a:pt x="355" y="244"/>
                  <a:pt x="350" y="244"/>
                  <a:pt x="349" y="244"/>
                </a:cubicBezTo>
                <a:cubicBezTo>
                  <a:pt x="343" y="245"/>
                  <a:pt x="339" y="246"/>
                  <a:pt x="334" y="248"/>
                </a:cubicBezTo>
                <a:cubicBezTo>
                  <a:pt x="333" y="248"/>
                  <a:pt x="333" y="248"/>
                  <a:pt x="333" y="248"/>
                </a:cubicBezTo>
                <a:cubicBezTo>
                  <a:pt x="337" y="246"/>
                  <a:pt x="351" y="239"/>
                  <a:pt x="354" y="242"/>
                </a:cubicBezTo>
                <a:cubicBezTo>
                  <a:pt x="353" y="241"/>
                  <a:pt x="354" y="238"/>
                  <a:pt x="356" y="239"/>
                </a:cubicBezTo>
                <a:cubicBezTo>
                  <a:pt x="366" y="241"/>
                  <a:pt x="377" y="247"/>
                  <a:pt x="386" y="252"/>
                </a:cubicBezTo>
                <a:cubicBezTo>
                  <a:pt x="386" y="250"/>
                  <a:pt x="385" y="248"/>
                  <a:pt x="384" y="247"/>
                </a:cubicBezTo>
                <a:cubicBezTo>
                  <a:pt x="384" y="246"/>
                  <a:pt x="385" y="245"/>
                  <a:pt x="385" y="245"/>
                </a:cubicBezTo>
                <a:cubicBezTo>
                  <a:pt x="380" y="239"/>
                  <a:pt x="380" y="232"/>
                  <a:pt x="373" y="228"/>
                </a:cubicBezTo>
                <a:cubicBezTo>
                  <a:pt x="370" y="227"/>
                  <a:pt x="370" y="223"/>
                  <a:pt x="371" y="220"/>
                </a:cubicBezTo>
                <a:cubicBezTo>
                  <a:pt x="371" y="220"/>
                  <a:pt x="371" y="219"/>
                  <a:pt x="371" y="219"/>
                </a:cubicBezTo>
                <a:cubicBezTo>
                  <a:pt x="371" y="218"/>
                  <a:pt x="370" y="217"/>
                  <a:pt x="369" y="216"/>
                </a:cubicBezTo>
                <a:cubicBezTo>
                  <a:pt x="365" y="214"/>
                  <a:pt x="362" y="211"/>
                  <a:pt x="361" y="206"/>
                </a:cubicBezTo>
                <a:cubicBezTo>
                  <a:pt x="361" y="206"/>
                  <a:pt x="360" y="205"/>
                  <a:pt x="360" y="204"/>
                </a:cubicBezTo>
                <a:cubicBezTo>
                  <a:pt x="355" y="198"/>
                  <a:pt x="353" y="192"/>
                  <a:pt x="352" y="185"/>
                </a:cubicBezTo>
                <a:cubicBezTo>
                  <a:pt x="347" y="182"/>
                  <a:pt x="345" y="176"/>
                  <a:pt x="341" y="173"/>
                </a:cubicBezTo>
                <a:cubicBezTo>
                  <a:pt x="335" y="168"/>
                  <a:pt x="328" y="162"/>
                  <a:pt x="323" y="155"/>
                </a:cubicBezTo>
                <a:cubicBezTo>
                  <a:pt x="321" y="154"/>
                  <a:pt x="320" y="152"/>
                  <a:pt x="319" y="151"/>
                </a:cubicBezTo>
                <a:cubicBezTo>
                  <a:pt x="315" y="149"/>
                  <a:pt x="312" y="145"/>
                  <a:pt x="309" y="142"/>
                </a:cubicBezTo>
                <a:cubicBezTo>
                  <a:pt x="306" y="138"/>
                  <a:pt x="302" y="134"/>
                  <a:pt x="298" y="130"/>
                </a:cubicBezTo>
                <a:cubicBezTo>
                  <a:pt x="296" y="128"/>
                  <a:pt x="295" y="121"/>
                  <a:pt x="291" y="120"/>
                </a:cubicBezTo>
                <a:cubicBezTo>
                  <a:pt x="283" y="120"/>
                  <a:pt x="277" y="117"/>
                  <a:pt x="269" y="119"/>
                </a:cubicBezTo>
                <a:cubicBezTo>
                  <a:pt x="268" y="120"/>
                  <a:pt x="268" y="119"/>
                  <a:pt x="269" y="118"/>
                </a:cubicBezTo>
                <a:cubicBezTo>
                  <a:pt x="277" y="116"/>
                  <a:pt x="285" y="119"/>
                  <a:pt x="294" y="119"/>
                </a:cubicBezTo>
                <a:cubicBezTo>
                  <a:pt x="294" y="119"/>
                  <a:pt x="294" y="119"/>
                  <a:pt x="295" y="119"/>
                </a:cubicBezTo>
                <a:cubicBezTo>
                  <a:pt x="297" y="124"/>
                  <a:pt x="304" y="128"/>
                  <a:pt x="310" y="132"/>
                </a:cubicBezTo>
                <a:cubicBezTo>
                  <a:pt x="314" y="123"/>
                  <a:pt x="306" y="111"/>
                  <a:pt x="308" y="101"/>
                </a:cubicBezTo>
                <a:cubicBezTo>
                  <a:pt x="308" y="99"/>
                  <a:pt x="305" y="93"/>
                  <a:pt x="304" y="91"/>
                </a:cubicBezTo>
                <a:cubicBezTo>
                  <a:pt x="302" y="85"/>
                  <a:pt x="300" y="80"/>
                  <a:pt x="296" y="75"/>
                </a:cubicBezTo>
                <a:cubicBezTo>
                  <a:pt x="296" y="74"/>
                  <a:pt x="293" y="67"/>
                  <a:pt x="292" y="67"/>
                </a:cubicBezTo>
                <a:cubicBezTo>
                  <a:pt x="289" y="66"/>
                  <a:pt x="286" y="65"/>
                  <a:pt x="283" y="63"/>
                </a:cubicBezTo>
                <a:cubicBezTo>
                  <a:pt x="276" y="57"/>
                  <a:pt x="271" y="50"/>
                  <a:pt x="265" y="45"/>
                </a:cubicBezTo>
                <a:cubicBezTo>
                  <a:pt x="265" y="44"/>
                  <a:pt x="265" y="44"/>
                  <a:pt x="265" y="44"/>
                </a:cubicBezTo>
                <a:cubicBezTo>
                  <a:pt x="274" y="49"/>
                  <a:pt x="284" y="64"/>
                  <a:pt x="294" y="62"/>
                </a:cubicBezTo>
                <a:cubicBezTo>
                  <a:pt x="295" y="62"/>
                  <a:pt x="296" y="62"/>
                  <a:pt x="297" y="64"/>
                </a:cubicBezTo>
                <a:cubicBezTo>
                  <a:pt x="301" y="70"/>
                  <a:pt x="306" y="76"/>
                  <a:pt x="309" y="83"/>
                </a:cubicBezTo>
                <a:cubicBezTo>
                  <a:pt x="312" y="88"/>
                  <a:pt x="313" y="93"/>
                  <a:pt x="316" y="98"/>
                </a:cubicBezTo>
                <a:cubicBezTo>
                  <a:pt x="317" y="100"/>
                  <a:pt x="316" y="104"/>
                  <a:pt x="316" y="106"/>
                </a:cubicBezTo>
                <a:cubicBezTo>
                  <a:pt x="316" y="110"/>
                  <a:pt x="317" y="114"/>
                  <a:pt x="319" y="118"/>
                </a:cubicBezTo>
                <a:cubicBezTo>
                  <a:pt x="320" y="122"/>
                  <a:pt x="320" y="126"/>
                  <a:pt x="320" y="131"/>
                </a:cubicBezTo>
                <a:cubicBezTo>
                  <a:pt x="321" y="132"/>
                  <a:pt x="322" y="133"/>
                  <a:pt x="323" y="134"/>
                </a:cubicBezTo>
                <a:cubicBezTo>
                  <a:pt x="325" y="135"/>
                  <a:pt x="326" y="138"/>
                  <a:pt x="326" y="140"/>
                </a:cubicBezTo>
                <a:cubicBezTo>
                  <a:pt x="323" y="145"/>
                  <a:pt x="330" y="149"/>
                  <a:pt x="334" y="149"/>
                </a:cubicBezTo>
                <a:cubicBezTo>
                  <a:pt x="337" y="148"/>
                  <a:pt x="339" y="151"/>
                  <a:pt x="339" y="154"/>
                </a:cubicBezTo>
                <a:lnTo>
                  <a:pt x="339" y="155"/>
                </a:lnTo>
                <a:cubicBezTo>
                  <a:pt x="345" y="158"/>
                  <a:pt x="349" y="161"/>
                  <a:pt x="354" y="165"/>
                </a:cubicBezTo>
                <a:cubicBezTo>
                  <a:pt x="355" y="166"/>
                  <a:pt x="356" y="167"/>
                  <a:pt x="357" y="169"/>
                </a:cubicBezTo>
                <a:cubicBezTo>
                  <a:pt x="357" y="169"/>
                  <a:pt x="358" y="169"/>
                  <a:pt x="359" y="169"/>
                </a:cubicBezTo>
                <a:cubicBezTo>
                  <a:pt x="359" y="169"/>
                  <a:pt x="359" y="169"/>
                  <a:pt x="360" y="168"/>
                </a:cubicBezTo>
                <a:cubicBezTo>
                  <a:pt x="360" y="168"/>
                  <a:pt x="361" y="167"/>
                  <a:pt x="362" y="167"/>
                </a:cubicBezTo>
                <a:cubicBezTo>
                  <a:pt x="366" y="163"/>
                  <a:pt x="370" y="158"/>
                  <a:pt x="371" y="153"/>
                </a:cubicBezTo>
                <a:cubicBezTo>
                  <a:pt x="368" y="151"/>
                  <a:pt x="367" y="148"/>
                  <a:pt x="367" y="144"/>
                </a:cubicBezTo>
                <a:cubicBezTo>
                  <a:pt x="367" y="137"/>
                  <a:pt x="368" y="134"/>
                  <a:pt x="362" y="130"/>
                </a:cubicBezTo>
                <a:cubicBezTo>
                  <a:pt x="359" y="127"/>
                  <a:pt x="357" y="124"/>
                  <a:pt x="358" y="119"/>
                </a:cubicBezTo>
                <a:cubicBezTo>
                  <a:pt x="358" y="119"/>
                  <a:pt x="359" y="119"/>
                  <a:pt x="359" y="120"/>
                </a:cubicBezTo>
                <a:cubicBezTo>
                  <a:pt x="357" y="129"/>
                  <a:pt x="366" y="129"/>
                  <a:pt x="371" y="134"/>
                </a:cubicBezTo>
                <a:cubicBezTo>
                  <a:pt x="374" y="137"/>
                  <a:pt x="375" y="140"/>
                  <a:pt x="375" y="144"/>
                </a:cubicBezTo>
                <a:cubicBezTo>
                  <a:pt x="376" y="143"/>
                  <a:pt x="377" y="143"/>
                  <a:pt x="378" y="144"/>
                </a:cubicBezTo>
                <a:cubicBezTo>
                  <a:pt x="378" y="144"/>
                  <a:pt x="379" y="144"/>
                  <a:pt x="379" y="144"/>
                </a:cubicBezTo>
                <a:cubicBezTo>
                  <a:pt x="380" y="138"/>
                  <a:pt x="379" y="133"/>
                  <a:pt x="380" y="127"/>
                </a:cubicBezTo>
                <a:cubicBezTo>
                  <a:pt x="380" y="125"/>
                  <a:pt x="379" y="122"/>
                  <a:pt x="381" y="121"/>
                </a:cubicBezTo>
                <a:cubicBezTo>
                  <a:pt x="381" y="121"/>
                  <a:pt x="388" y="116"/>
                  <a:pt x="387" y="117"/>
                </a:cubicBezTo>
                <a:cubicBezTo>
                  <a:pt x="388" y="115"/>
                  <a:pt x="389" y="114"/>
                  <a:pt x="391" y="113"/>
                </a:cubicBezTo>
                <a:cubicBezTo>
                  <a:pt x="392" y="112"/>
                  <a:pt x="393" y="113"/>
                  <a:pt x="392" y="114"/>
                </a:cubicBezTo>
                <a:cubicBezTo>
                  <a:pt x="389" y="118"/>
                  <a:pt x="388" y="119"/>
                  <a:pt x="387" y="123"/>
                </a:cubicBezTo>
                <a:cubicBezTo>
                  <a:pt x="387" y="133"/>
                  <a:pt x="388" y="142"/>
                  <a:pt x="386" y="152"/>
                </a:cubicBezTo>
                <a:cubicBezTo>
                  <a:pt x="386" y="154"/>
                  <a:pt x="382" y="156"/>
                  <a:pt x="380" y="155"/>
                </a:cubicBezTo>
                <a:cubicBezTo>
                  <a:pt x="380" y="155"/>
                  <a:pt x="379" y="156"/>
                  <a:pt x="379" y="156"/>
                </a:cubicBezTo>
                <a:cubicBezTo>
                  <a:pt x="379" y="157"/>
                  <a:pt x="379" y="157"/>
                  <a:pt x="378" y="158"/>
                </a:cubicBezTo>
                <a:cubicBezTo>
                  <a:pt x="377" y="161"/>
                  <a:pt x="376" y="164"/>
                  <a:pt x="377" y="168"/>
                </a:cubicBezTo>
                <a:cubicBezTo>
                  <a:pt x="378" y="171"/>
                  <a:pt x="375" y="173"/>
                  <a:pt x="373" y="173"/>
                </a:cubicBezTo>
                <a:lnTo>
                  <a:pt x="373" y="174"/>
                </a:lnTo>
                <a:cubicBezTo>
                  <a:pt x="373" y="175"/>
                  <a:pt x="373" y="176"/>
                  <a:pt x="372" y="178"/>
                </a:cubicBezTo>
                <a:cubicBezTo>
                  <a:pt x="372" y="181"/>
                  <a:pt x="371" y="185"/>
                  <a:pt x="369" y="187"/>
                </a:cubicBezTo>
                <a:cubicBezTo>
                  <a:pt x="369" y="187"/>
                  <a:pt x="369" y="187"/>
                  <a:pt x="368" y="187"/>
                </a:cubicBezTo>
                <a:cubicBezTo>
                  <a:pt x="368" y="191"/>
                  <a:pt x="368" y="195"/>
                  <a:pt x="371" y="197"/>
                </a:cubicBezTo>
                <a:cubicBezTo>
                  <a:pt x="372" y="198"/>
                  <a:pt x="373" y="200"/>
                  <a:pt x="373" y="201"/>
                </a:cubicBezTo>
                <a:cubicBezTo>
                  <a:pt x="373" y="202"/>
                  <a:pt x="374" y="203"/>
                  <a:pt x="375" y="205"/>
                </a:cubicBezTo>
                <a:cubicBezTo>
                  <a:pt x="376" y="206"/>
                  <a:pt x="377" y="207"/>
                  <a:pt x="378" y="208"/>
                </a:cubicBezTo>
                <a:cubicBezTo>
                  <a:pt x="380" y="210"/>
                  <a:pt x="381" y="212"/>
                  <a:pt x="380" y="212"/>
                </a:cubicBezTo>
                <a:cubicBezTo>
                  <a:pt x="384" y="213"/>
                  <a:pt x="386" y="217"/>
                  <a:pt x="384" y="220"/>
                </a:cubicBezTo>
                <a:cubicBezTo>
                  <a:pt x="384" y="221"/>
                  <a:pt x="384" y="221"/>
                  <a:pt x="383" y="221"/>
                </a:cubicBezTo>
                <a:cubicBezTo>
                  <a:pt x="389" y="226"/>
                  <a:pt x="391" y="234"/>
                  <a:pt x="396" y="239"/>
                </a:cubicBezTo>
                <a:cubicBezTo>
                  <a:pt x="399" y="242"/>
                  <a:pt x="401" y="244"/>
                  <a:pt x="402" y="247"/>
                </a:cubicBezTo>
                <a:cubicBezTo>
                  <a:pt x="402" y="247"/>
                  <a:pt x="403" y="248"/>
                  <a:pt x="404" y="248"/>
                </a:cubicBezTo>
                <a:cubicBezTo>
                  <a:pt x="407" y="251"/>
                  <a:pt x="408" y="253"/>
                  <a:pt x="411" y="256"/>
                </a:cubicBezTo>
                <a:cubicBezTo>
                  <a:pt x="411" y="256"/>
                  <a:pt x="412" y="257"/>
                  <a:pt x="412" y="257"/>
                </a:cubicBezTo>
                <a:cubicBezTo>
                  <a:pt x="414" y="258"/>
                  <a:pt x="414" y="260"/>
                  <a:pt x="415" y="262"/>
                </a:cubicBezTo>
                <a:cubicBezTo>
                  <a:pt x="416" y="264"/>
                  <a:pt x="416" y="266"/>
                  <a:pt x="418" y="268"/>
                </a:cubicBezTo>
                <a:cubicBezTo>
                  <a:pt x="418" y="269"/>
                  <a:pt x="419" y="270"/>
                  <a:pt x="419" y="271"/>
                </a:cubicBezTo>
                <a:cubicBezTo>
                  <a:pt x="422" y="274"/>
                  <a:pt x="424" y="277"/>
                  <a:pt x="428" y="280"/>
                </a:cubicBezTo>
                <a:cubicBezTo>
                  <a:pt x="436" y="288"/>
                  <a:pt x="441" y="301"/>
                  <a:pt x="444" y="312"/>
                </a:cubicBezTo>
                <a:cubicBezTo>
                  <a:pt x="449" y="314"/>
                  <a:pt x="451" y="318"/>
                  <a:pt x="452" y="322"/>
                </a:cubicBezTo>
                <a:cubicBezTo>
                  <a:pt x="456" y="319"/>
                  <a:pt x="461" y="315"/>
                  <a:pt x="465" y="315"/>
                </a:cubicBezTo>
                <a:cubicBezTo>
                  <a:pt x="467" y="315"/>
                  <a:pt x="467" y="318"/>
                  <a:pt x="469" y="315"/>
                </a:cubicBezTo>
                <a:cubicBezTo>
                  <a:pt x="470" y="313"/>
                  <a:pt x="470" y="311"/>
                  <a:pt x="471" y="310"/>
                </a:cubicBezTo>
                <a:cubicBezTo>
                  <a:pt x="474" y="307"/>
                  <a:pt x="478" y="305"/>
                  <a:pt x="481" y="303"/>
                </a:cubicBezTo>
                <a:cubicBezTo>
                  <a:pt x="481" y="303"/>
                  <a:pt x="481" y="302"/>
                  <a:pt x="481" y="302"/>
                </a:cubicBezTo>
                <a:cubicBezTo>
                  <a:pt x="482" y="301"/>
                  <a:pt x="483" y="299"/>
                  <a:pt x="485" y="299"/>
                </a:cubicBezTo>
                <a:cubicBezTo>
                  <a:pt x="487" y="298"/>
                  <a:pt x="490" y="297"/>
                  <a:pt x="492" y="294"/>
                </a:cubicBezTo>
                <a:cubicBezTo>
                  <a:pt x="494" y="290"/>
                  <a:pt x="496" y="286"/>
                  <a:pt x="497" y="283"/>
                </a:cubicBezTo>
                <a:cubicBezTo>
                  <a:pt x="498" y="281"/>
                  <a:pt x="499" y="279"/>
                  <a:pt x="499" y="277"/>
                </a:cubicBezTo>
                <a:cubicBezTo>
                  <a:pt x="500" y="277"/>
                  <a:pt x="500" y="276"/>
                  <a:pt x="500" y="275"/>
                </a:cubicBezTo>
                <a:cubicBezTo>
                  <a:pt x="501" y="271"/>
                  <a:pt x="502" y="267"/>
                  <a:pt x="503" y="264"/>
                </a:cubicBezTo>
                <a:cubicBezTo>
                  <a:pt x="503" y="262"/>
                  <a:pt x="503" y="260"/>
                  <a:pt x="503" y="258"/>
                </a:cubicBezTo>
                <a:cubicBezTo>
                  <a:pt x="501" y="253"/>
                  <a:pt x="500" y="249"/>
                  <a:pt x="498" y="245"/>
                </a:cubicBezTo>
                <a:cubicBezTo>
                  <a:pt x="496" y="242"/>
                  <a:pt x="494" y="238"/>
                  <a:pt x="492" y="235"/>
                </a:cubicBezTo>
                <a:cubicBezTo>
                  <a:pt x="491" y="235"/>
                  <a:pt x="490" y="234"/>
                  <a:pt x="489" y="233"/>
                </a:cubicBezTo>
                <a:cubicBezTo>
                  <a:pt x="488" y="232"/>
                  <a:pt x="485" y="231"/>
                  <a:pt x="484" y="230"/>
                </a:cubicBezTo>
                <a:cubicBezTo>
                  <a:pt x="484" y="230"/>
                  <a:pt x="484" y="229"/>
                  <a:pt x="484" y="229"/>
                </a:cubicBezTo>
                <a:cubicBezTo>
                  <a:pt x="469" y="224"/>
                  <a:pt x="455" y="219"/>
                  <a:pt x="440" y="215"/>
                </a:cubicBezTo>
                <a:cubicBezTo>
                  <a:pt x="439" y="215"/>
                  <a:pt x="439" y="214"/>
                  <a:pt x="440" y="214"/>
                </a:cubicBezTo>
                <a:cubicBezTo>
                  <a:pt x="455" y="218"/>
                  <a:pt x="472" y="221"/>
                  <a:pt x="487" y="227"/>
                </a:cubicBezTo>
                <a:cubicBezTo>
                  <a:pt x="488" y="227"/>
                  <a:pt x="489" y="227"/>
                  <a:pt x="490" y="227"/>
                </a:cubicBezTo>
                <a:cubicBezTo>
                  <a:pt x="490" y="227"/>
                  <a:pt x="490" y="226"/>
                  <a:pt x="490" y="226"/>
                </a:cubicBezTo>
                <a:cubicBezTo>
                  <a:pt x="491" y="225"/>
                  <a:pt x="492" y="224"/>
                  <a:pt x="494" y="224"/>
                </a:cubicBezTo>
                <a:cubicBezTo>
                  <a:pt x="495" y="223"/>
                  <a:pt x="496" y="222"/>
                  <a:pt x="498" y="220"/>
                </a:cubicBezTo>
                <a:cubicBezTo>
                  <a:pt x="501" y="217"/>
                  <a:pt x="503" y="213"/>
                  <a:pt x="503" y="209"/>
                </a:cubicBezTo>
                <a:cubicBezTo>
                  <a:pt x="503" y="208"/>
                  <a:pt x="504" y="208"/>
                  <a:pt x="504" y="209"/>
                </a:cubicBezTo>
                <a:cubicBezTo>
                  <a:pt x="504" y="213"/>
                  <a:pt x="501" y="217"/>
                  <a:pt x="501" y="222"/>
                </a:cubicBezTo>
                <a:cubicBezTo>
                  <a:pt x="500" y="225"/>
                  <a:pt x="500" y="228"/>
                  <a:pt x="499" y="231"/>
                </a:cubicBezTo>
                <a:cubicBezTo>
                  <a:pt x="500" y="236"/>
                  <a:pt x="503" y="241"/>
                  <a:pt x="505" y="246"/>
                </a:cubicBezTo>
                <a:cubicBezTo>
                  <a:pt x="506" y="245"/>
                  <a:pt x="506" y="243"/>
                  <a:pt x="507" y="242"/>
                </a:cubicBezTo>
                <a:cubicBezTo>
                  <a:pt x="509" y="238"/>
                  <a:pt x="511" y="237"/>
                  <a:pt x="512" y="233"/>
                </a:cubicBezTo>
                <a:cubicBezTo>
                  <a:pt x="512" y="233"/>
                  <a:pt x="512" y="232"/>
                  <a:pt x="513" y="232"/>
                </a:cubicBezTo>
                <a:cubicBezTo>
                  <a:pt x="518" y="229"/>
                  <a:pt x="515" y="230"/>
                  <a:pt x="515" y="225"/>
                </a:cubicBezTo>
                <a:cubicBezTo>
                  <a:pt x="515" y="221"/>
                  <a:pt x="519" y="218"/>
                  <a:pt x="522" y="215"/>
                </a:cubicBezTo>
                <a:cubicBezTo>
                  <a:pt x="528" y="210"/>
                  <a:pt x="525" y="201"/>
                  <a:pt x="526" y="194"/>
                </a:cubicBezTo>
                <a:cubicBezTo>
                  <a:pt x="521" y="186"/>
                  <a:pt x="525" y="174"/>
                  <a:pt x="527" y="166"/>
                </a:cubicBezTo>
                <a:cubicBezTo>
                  <a:pt x="529" y="157"/>
                  <a:pt x="532" y="146"/>
                  <a:pt x="541" y="141"/>
                </a:cubicBezTo>
                <a:cubicBezTo>
                  <a:pt x="541" y="141"/>
                  <a:pt x="542" y="142"/>
                  <a:pt x="542" y="142"/>
                </a:cubicBezTo>
                <a:cubicBezTo>
                  <a:pt x="535" y="152"/>
                  <a:pt x="530" y="160"/>
                  <a:pt x="531" y="172"/>
                </a:cubicBezTo>
                <a:cubicBezTo>
                  <a:pt x="531" y="176"/>
                  <a:pt x="533" y="182"/>
                  <a:pt x="533" y="187"/>
                </a:cubicBezTo>
                <a:cubicBezTo>
                  <a:pt x="533" y="187"/>
                  <a:pt x="533" y="187"/>
                  <a:pt x="534" y="187"/>
                </a:cubicBezTo>
                <a:cubicBezTo>
                  <a:pt x="547" y="184"/>
                  <a:pt x="561" y="182"/>
                  <a:pt x="575" y="180"/>
                </a:cubicBezTo>
                <a:cubicBezTo>
                  <a:pt x="576" y="180"/>
                  <a:pt x="576" y="181"/>
                  <a:pt x="575" y="181"/>
                </a:cubicBezTo>
                <a:cubicBezTo>
                  <a:pt x="563" y="185"/>
                  <a:pt x="543" y="183"/>
                  <a:pt x="535" y="193"/>
                </a:cubicBezTo>
                <a:cubicBezTo>
                  <a:pt x="531" y="198"/>
                  <a:pt x="537" y="208"/>
                  <a:pt x="534" y="214"/>
                </a:cubicBezTo>
                <a:cubicBezTo>
                  <a:pt x="530" y="221"/>
                  <a:pt x="519" y="217"/>
                  <a:pt x="521" y="230"/>
                </a:cubicBezTo>
                <a:cubicBezTo>
                  <a:pt x="521" y="231"/>
                  <a:pt x="521" y="232"/>
                  <a:pt x="520" y="233"/>
                </a:cubicBezTo>
                <a:cubicBezTo>
                  <a:pt x="516" y="235"/>
                  <a:pt x="514" y="243"/>
                  <a:pt x="514" y="247"/>
                </a:cubicBezTo>
                <a:cubicBezTo>
                  <a:pt x="515" y="251"/>
                  <a:pt x="513" y="256"/>
                  <a:pt x="510" y="259"/>
                </a:cubicBezTo>
                <a:cubicBezTo>
                  <a:pt x="510" y="261"/>
                  <a:pt x="510" y="262"/>
                  <a:pt x="509" y="264"/>
                </a:cubicBezTo>
                <a:cubicBezTo>
                  <a:pt x="510" y="269"/>
                  <a:pt x="506" y="273"/>
                  <a:pt x="505" y="278"/>
                </a:cubicBezTo>
                <a:cubicBezTo>
                  <a:pt x="504" y="283"/>
                  <a:pt x="503" y="287"/>
                  <a:pt x="501" y="290"/>
                </a:cubicBezTo>
                <a:cubicBezTo>
                  <a:pt x="500" y="292"/>
                  <a:pt x="500" y="293"/>
                  <a:pt x="499" y="295"/>
                </a:cubicBezTo>
                <a:cubicBezTo>
                  <a:pt x="497" y="298"/>
                  <a:pt x="496" y="302"/>
                  <a:pt x="493" y="304"/>
                </a:cubicBezTo>
                <a:cubicBezTo>
                  <a:pt x="492" y="305"/>
                  <a:pt x="491" y="306"/>
                  <a:pt x="490" y="307"/>
                </a:cubicBezTo>
                <a:cubicBezTo>
                  <a:pt x="490" y="307"/>
                  <a:pt x="490" y="308"/>
                  <a:pt x="490" y="308"/>
                </a:cubicBezTo>
                <a:cubicBezTo>
                  <a:pt x="488" y="313"/>
                  <a:pt x="484" y="317"/>
                  <a:pt x="480" y="321"/>
                </a:cubicBezTo>
                <a:cubicBezTo>
                  <a:pt x="475" y="326"/>
                  <a:pt x="470" y="328"/>
                  <a:pt x="468" y="335"/>
                </a:cubicBezTo>
                <a:cubicBezTo>
                  <a:pt x="468" y="336"/>
                  <a:pt x="468" y="338"/>
                  <a:pt x="467" y="339"/>
                </a:cubicBezTo>
                <a:cubicBezTo>
                  <a:pt x="467" y="341"/>
                  <a:pt x="466" y="342"/>
                  <a:pt x="465" y="343"/>
                </a:cubicBezTo>
                <a:cubicBezTo>
                  <a:pt x="464" y="346"/>
                  <a:pt x="464" y="349"/>
                  <a:pt x="464" y="352"/>
                </a:cubicBezTo>
                <a:cubicBezTo>
                  <a:pt x="464" y="353"/>
                  <a:pt x="463" y="355"/>
                  <a:pt x="462" y="356"/>
                </a:cubicBezTo>
                <a:cubicBezTo>
                  <a:pt x="462" y="358"/>
                  <a:pt x="463" y="359"/>
                  <a:pt x="462" y="361"/>
                </a:cubicBezTo>
                <a:cubicBezTo>
                  <a:pt x="461" y="364"/>
                  <a:pt x="460" y="366"/>
                  <a:pt x="460" y="368"/>
                </a:cubicBezTo>
                <a:cubicBezTo>
                  <a:pt x="459" y="369"/>
                  <a:pt x="459" y="370"/>
                  <a:pt x="458" y="371"/>
                </a:cubicBezTo>
                <a:cubicBezTo>
                  <a:pt x="458" y="372"/>
                  <a:pt x="459" y="374"/>
                  <a:pt x="459" y="375"/>
                </a:cubicBezTo>
                <a:cubicBezTo>
                  <a:pt x="459" y="379"/>
                  <a:pt x="460" y="383"/>
                  <a:pt x="460" y="386"/>
                </a:cubicBezTo>
                <a:cubicBezTo>
                  <a:pt x="460" y="389"/>
                  <a:pt x="458" y="392"/>
                  <a:pt x="456" y="393"/>
                </a:cubicBezTo>
                <a:cubicBezTo>
                  <a:pt x="452" y="396"/>
                  <a:pt x="451" y="407"/>
                  <a:pt x="449" y="412"/>
                </a:cubicBezTo>
                <a:cubicBezTo>
                  <a:pt x="448" y="414"/>
                  <a:pt x="446" y="415"/>
                  <a:pt x="444" y="415"/>
                </a:cubicBezTo>
                <a:cubicBezTo>
                  <a:pt x="444" y="416"/>
                  <a:pt x="444" y="416"/>
                  <a:pt x="444" y="417"/>
                </a:cubicBezTo>
                <a:cubicBezTo>
                  <a:pt x="444" y="420"/>
                  <a:pt x="443" y="423"/>
                  <a:pt x="441" y="425"/>
                </a:cubicBezTo>
                <a:cubicBezTo>
                  <a:pt x="440" y="426"/>
                  <a:pt x="439" y="428"/>
                  <a:pt x="438" y="429"/>
                </a:cubicBezTo>
                <a:cubicBezTo>
                  <a:pt x="440" y="429"/>
                  <a:pt x="441" y="430"/>
                  <a:pt x="442" y="431"/>
                </a:cubicBezTo>
                <a:cubicBezTo>
                  <a:pt x="446" y="438"/>
                  <a:pt x="450" y="443"/>
                  <a:pt x="458" y="447"/>
                </a:cubicBezTo>
                <a:cubicBezTo>
                  <a:pt x="459" y="447"/>
                  <a:pt x="460" y="449"/>
                  <a:pt x="460" y="451"/>
                </a:cubicBezTo>
                <a:cubicBezTo>
                  <a:pt x="460" y="453"/>
                  <a:pt x="460" y="455"/>
                  <a:pt x="460" y="457"/>
                </a:cubicBezTo>
                <a:cubicBezTo>
                  <a:pt x="460" y="458"/>
                  <a:pt x="461" y="459"/>
                  <a:pt x="462" y="459"/>
                </a:cubicBezTo>
                <a:cubicBezTo>
                  <a:pt x="464" y="461"/>
                  <a:pt x="466" y="463"/>
                  <a:pt x="467" y="466"/>
                </a:cubicBezTo>
                <a:cubicBezTo>
                  <a:pt x="470" y="470"/>
                  <a:pt x="477" y="481"/>
                  <a:pt x="481" y="491"/>
                </a:cubicBezTo>
                <a:cubicBezTo>
                  <a:pt x="482" y="491"/>
                  <a:pt x="483" y="490"/>
                  <a:pt x="484" y="489"/>
                </a:cubicBezTo>
                <a:cubicBezTo>
                  <a:pt x="484" y="486"/>
                  <a:pt x="487" y="483"/>
                  <a:pt x="490" y="484"/>
                </a:cubicBezTo>
                <a:cubicBezTo>
                  <a:pt x="492" y="482"/>
                  <a:pt x="495" y="480"/>
                  <a:pt x="496" y="478"/>
                </a:cubicBezTo>
                <a:cubicBezTo>
                  <a:pt x="494" y="475"/>
                  <a:pt x="494" y="469"/>
                  <a:pt x="495" y="465"/>
                </a:cubicBezTo>
                <a:cubicBezTo>
                  <a:pt x="495" y="460"/>
                  <a:pt x="497" y="457"/>
                  <a:pt x="500" y="453"/>
                </a:cubicBezTo>
                <a:cubicBezTo>
                  <a:pt x="501" y="448"/>
                  <a:pt x="503" y="445"/>
                  <a:pt x="508" y="442"/>
                </a:cubicBezTo>
                <a:cubicBezTo>
                  <a:pt x="519" y="433"/>
                  <a:pt x="527" y="418"/>
                  <a:pt x="520" y="404"/>
                </a:cubicBezTo>
                <a:cubicBezTo>
                  <a:pt x="520" y="403"/>
                  <a:pt x="521" y="403"/>
                  <a:pt x="521" y="403"/>
                </a:cubicBezTo>
                <a:cubicBezTo>
                  <a:pt x="527" y="410"/>
                  <a:pt x="526" y="419"/>
                  <a:pt x="522" y="428"/>
                </a:cubicBezTo>
                <a:cubicBezTo>
                  <a:pt x="520" y="433"/>
                  <a:pt x="518" y="438"/>
                  <a:pt x="513" y="442"/>
                </a:cubicBezTo>
                <a:cubicBezTo>
                  <a:pt x="509" y="446"/>
                  <a:pt x="506" y="449"/>
                  <a:pt x="505" y="455"/>
                </a:cubicBezTo>
                <a:cubicBezTo>
                  <a:pt x="504" y="456"/>
                  <a:pt x="504" y="457"/>
                  <a:pt x="503" y="457"/>
                </a:cubicBezTo>
                <a:cubicBezTo>
                  <a:pt x="502" y="460"/>
                  <a:pt x="503" y="464"/>
                  <a:pt x="503" y="466"/>
                </a:cubicBezTo>
                <a:cubicBezTo>
                  <a:pt x="503" y="467"/>
                  <a:pt x="503" y="467"/>
                  <a:pt x="503" y="467"/>
                </a:cubicBezTo>
                <a:cubicBezTo>
                  <a:pt x="505" y="467"/>
                  <a:pt x="507" y="467"/>
                  <a:pt x="508" y="469"/>
                </a:cubicBezTo>
                <a:cubicBezTo>
                  <a:pt x="511" y="465"/>
                  <a:pt x="516" y="461"/>
                  <a:pt x="521" y="461"/>
                </a:cubicBezTo>
                <a:cubicBezTo>
                  <a:pt x="521" y="460"/>
                  <a:pt x="522" y="459"/>
                  <a:pt x="522" y="458"/>
                </a:cubicBezTo>
                <a:cubicBezTo>
                  <a:pt x="522" y="457"/>
                  <a:pt x="523" y="456"/>
                  <a:pt x="524" y="456"/>
                </a:cubicBezTo>
                <a:cubicBezTo>
                  <a:pt x="527" y="452"/>
                  <a:pt x="533" y="450"/>
                  <a:pt x="537" y="449"/>
                </a:cubicBezTo>
                <a:cubicBezTo>
                  <a:pt x="546" y="446"/>
                  <a:pt x="555" y="457"/>
                  <a:pt x="565" y="456"/>
                </a:cubicBezTo>
                <a:cubicBezTo>
                  <a:pt x="566" y="456"/>
                  <a:pt x="566" y="457"/>
                  <a:pt x="565" y="458"/>
                </a:cubicBezTo>
                <a:cubicBezTo>
                  <a:pt x="557" y="459"/>
                  <a:pt x="552" y="455"/>
                  <a:pt x="545" y="454"/>
                </a:cubicBezTo>
                <a:cubicBezTo>
                  <a:pt x="537" y="453"/>
                  <a:pt x="533" y="459"/>
                  <a:pt x="528" y="463"/>
                </a:cubicBezTo>
                <a:cubicBezTo>
                  <a:pt x="528" y="463"/>
                  <a:pt x="528" y="463"/>
                  <a:pt x="528" y="464"/>
                </a:cubicBezTo>
                <a:cubicBezTo>
                  <a:pt x="528" y="466"/>
                  <a:pt x="526" y="467"/>
                  <a:pt x="524" y="467"/>
                </a:cubicBezTo>
                <a:cubicBezTo>
                  <a:pt x="520" y="467"/>
                  <a:pt x="514" y="471"/>
                  <a:pt x="514" y="476"/>
                </a:cubicBezTo>
                <a:cubicBezTo>
                  <a:pt x="514" y="479"/>
                  <a:pt x="511" y="481"/>
                  <a:pt x="508" y="481"/>
                </a:cubicBezTo>
                <a:cubicBezTo>
                  <a:pt x="508" y="481"/>
                  <a:pt x="508" y="481"/>
                  <a:pt x="508" y="481"/>
                </a:cubicBezTo>
                <a:cubicBezTo>
                  <a:pt x="510" y="486"/>
                  <a:pt x="505" y="489"/>
                  <a:pt x="502" y="488"/>
                </a:cubicBezTo>
                <a:cubicBezTo>
                  <a:pt x="501" y="490"/>
                  <a:pt x="500" y="492"/>
                  <a:pt x="499" y="493"/>
                </a:cubicBezTo>
                <a:cubicBezTo>
                  <a:pt x="499" y="496"/>
                  <a:pt x="495" y="499"/>
                  <a:pt x="492" y="498"/>
                </a:cubicBezTo>
                <a:cubicBezTo>
                  <a:pt x="492" y="499"/>
                  <a:pt x="492" y="500"/>
                  <a:pt x="491" y="501"/>
                </a:cubicBezTo>
                <a:cubicBezTo>
                  <a:pt x="490" y="502"/>
                  <a:pt x="489" y="504"/>
                  <a:pt x="488" y="505"/>
                </a:cubicBezTo>
                <a:cubicBezTo>
                  <a:pt x="488" y="506"/>
                  <a:pt x="487" y="507"/>
                  <a:pt x="486" y="507"/>
                </a:cubicBezTo>
                <a:cubicBezTo>
                  <a:pt x="486" y="512"/>
                  <a:pt x="482" y="516"/>
                  <a:pt x="480" y="522"/>
                </a:cubicBezTo>
                <a:cubicBezTo>
                  <a:pt x="479" y="523"/>
                  <a:pt x="477" y="524"/>
                  <a:pt x="476" y="524"/>
                </a:cubicBezTo>
                <a:cubicBezTo>
                  <a:pt x="476" y="526"/>
                  <a:pt x="475" y="527"/>
                  <a:pt x="475" y="529"/>
                </a:cubicBezTo>
                <a:cubicBezTo>
                  <a:pt x="475" y="531"/>
                  <a:pt x="475" y="532"/>
                  <a:pt x="474" y="534"/>
                </a:cubicBezTo>
                <a:cubicBezTo>
                  <a:pt x="474" y="536"/>
                  <a:pt x="473" y="538"/>
                  <a:pt x="473" y="539"/>
                </a:cubicBezTo>
                <a:cubicBezTo>
                  <a:pt x="473" y="540"/>
                  <a:pt x="473" y="540"/>
                  <a:pt x="473" y="540"/>
                </a:cubicBezTo>
                <a:cubicBezTo>
                  <a:pt x="474" y="541"/>
                  <a:pt x="474" y="542"/>
                  <a:pt x="474" y="543"/>
                </a:cubicBezTo>
                <a:cubicBezTo>
                  <a:pt x="474" y="544"/>
                  <a:pt x="474" y="544"/>
                  <a:pt x="474" y="544"/>
                </a:cubicBezTo>
                <a:cubicBezTo>
                  <a:pt x="474" y="545"/>
                  <a:pt x="474" y="545"/>
                  <a:pt x="474" y="545"/>
                </a:cubicBezTo>
                <a:cubicBezTo>
                  <a:pt x="473" y="547"/>
                  <a:pt x="473" y="549"/>
                  <a:pt x="472" y="551"/>
                </a:cubicBezTo>
                <a:cubicBezTo>
                  <a:pt x="472" y="553"/>
                  <a:pt x="471" y="556"/>
                  <a:pt x="470" y="559"/>
                </a:cubicBezTo>
                <a:cubicBezTo>
                  <a:pt x="469" y="561"/>
                  <a:pt x="469" y="564"/>
                  <a:pt x="469" y="566"/>
                </a:cubicBezTo>
                <a:cubicBezTo>
                  <a:pt x="470" y="566"/>
                  <a:pt x="470" y="567"/>
                  <a:pt x="471" y="567"/>
                </a:cubicBezTo>
                <a:cubicBezTo>
                  <a:pt x="477" y="565"/>
                  <a:pt x="483" y="566"/>
                  <a:pt x="489" y="568"/>
                </a:cubicBezTo>
                <a:cubicBezTo>
                  <a:pt x="489" y="568"/>
                  <a:pt x="489" y="568"/>
                  <a:pt x="489" y="568"/>
                </a:cubicBezTo>
                <a:cubicBezTo>
                  <a:pt x="490" y="566"/>
                  <a:pt x="492" y="566"/>
                  <a:pt x="493" y="567"/>
                </a:cubicBezTo>
                <a:cubicBezTo>
                  <a:pt x="495" y="570"/>
                  <a:pt x="498" y="571"/>
                  <a:pt x="502" y="571"/>
                </a:cubicBezTo>
                <a:cubicBezTo>
                  <a:pt x="504" y="571"/>
                  <a:pt x="505" y="570"/>
                  <a:pt x="508" y="569"/>
                </a:cubicBezTo>
                <a:cubicBezTo>
                  <a:pt x="512" y="569"/>
                  <a:pt x="516" y="570"/>
                  <a:pt x="520" y="570"/>
                </a:cubicBezTo>
                <a:cubicBezTo>
                  <a:pt x="529" y="570"/>
                  <a:pt x="539" y="571"/>
                  <a:pt x="547" y="569"/>
                </a:cubicBezTo>
                <a:cubicBezTo>
                  <a:pt x="548" y="569"/>
                  <a:pt x="550" y="569"/>
                  <a:pt x="552" y="569"/>
                </a:cubicBezTo>
                <a:cubicBezTo>
                  <a:pt x="549" y="565"/>
                  <a:pt x="551" y="561"/>
                  <a:pt x="552" y="557"/>
                </a:cubicBezTo>
                <a:cubicBezTo>
                  <a:pt x="553" y="552"/>
                  <a:pt x="553" y="547"/>
                  <a:pt x="551" y="542"/>
                </a:cubicBezTo>
                <a:cubicBezTo>
                  <a:pt x="551" y="542"/>
                  <a:pt x="551" y="541"/>
                  <a:pt x="552" y="542"/>
                </a:cubicBezTo>
                <a:cubicBezTo>
                  <a:pt x="553" y="545"/>
                  <a:pt x="559" y="553"/>
                  <a:pt x="561" y="559"/>
                </a:cubicBezTo>
                <a:cubicBezTo>
                  <a:pt x="561" y="559"/>
                  <a:pt x="562" y="559"/>
                  <a:pt x="562" y="559"/>
                </a:cubicBezTo>
                <a:cubicBezTo>
                  <a:pt x="562" y="558"/>
                  <a:pt x="563" y="558"/>
                  <a:pt x="563" y="557"/>
                </a:cubicBezTo>
                <a:cubicBezTo>
                  <a:pt x="565" y="554"/>
                  <a:pt x="570" y="552"/>
                  <a:pt x="573" y="550"/>
                </a:cubicBezTo>
                <a:cubicBezTo>
                  <a:pt x="577" y="548"/>
                  <a:pt x="579" y="550"/>
                  <a:pt x="580" y="548"/>
                </a:cubicBezTo>
                <a:cubicBezTo>
                  <a:pt x="580" y="546"/>
                  <a:pt x="582" y="546"/>
                  <a:pt x="584" y="546"/>
                </a:cubicBezTo>
                <a:cubicBezTo>
                  <a:pt x="585" y="546"/>
                  <a:pt x="585" y="546"/>
                  <a:pt x="586" y="546"/>
                </a:cubicBezTo>
                <a:lnTo>
                  <a:pt x="585" y="545"/>
                </a:lnTo>
                <a:cubicBezTo>
                  <a:pt x="585" y="542"/>
                  <a:pt x="587" y="540"/>
                  <a:pt x="590" y="541"/>
                </a:cubicBezTo>
                <a:cubicBezTo>
                  <a:pt x="591" y="541"/>
                  <a:pt x="592" y="541"/>
                  <a:pt x="593" y="541"/>
                </a:cubicBezTo>
                <a:cubicBezTo>
                  <a:pt x="592" y="534"/>
                  <a:pt x="591" y="527"/>
                  <a:pt x="592" y="520"/>
                </a:cubicBezTo>
                <a:cubicBezTo>
                  <a:pt x="593" y="519"/>
                  <a:pt x="594" y="519"/>
                  <a:pt x="594" y="518"/>
                </a:cubicBezTo>
                <a:cubicBezTo>
                  <a:pt x="595" y="518"/>
                  <a:pt x="595" y="518"/>
                  <a:pt x="596" y="518"/>
                </a:cubicBezTo>
                <a:cubicBezTo>
                  <a:pt x="596" y="518"/>
                  <a:pt x="596" y="518"/>
                  <a:pt x="597" y="517"/>
                </a:cubicBezTo>
                <a:cubicBezTo>
                  <a:pt x="597" y="514"/>
                  <a:pt x="596" y="510"/>
                  <a:pt x="596" y="506"/>
                </a:cubicBezTo>
                <a:cubicBezTo>
                  <a:pt x="596" y="505"/>
                  <a:pt x="596" y="505"/>
                  <a:pt x="597" y="504"/>
                </a:cubicBezTo>
                <a:cubicBezTo>
                  <a:pt x="598" y="504"/>
                  <a:pt x="600" y="503"/>
                  <a:pt x="601" y="503"/>
                </a:cubicBezTo>
                <a:cubicBezTo>
                  <a:pt x="601" y="492"/>
                  <a:pt x="620" y="499"/>
                  <a:pt x="620" y="486"/>
                </a:cubicBezTo>
                <a:cubicBezTo>
                  <a:pt x="620" y="486"/>
                  <a:pt x="620" y="486"/>
                  <a:pt x="621" y="486"/>
                </a:cubicBezTo>
                <a:lnTo>
                  <a:pt x="632" y="485"/>
                </a:lnTo>
                <a:cubicBezTo>
                  <a:pt x="632" y="485"/>
                  <a:pt x="632" y="485"/>
                  <a:pt x="632" y="485"/>
                </a:cubicBezTo>
                <a:cubicBezTo>
                  <a:pt x="630" y="487"/>
                  <a:pt x="627" y="488"/>
                  <a:pt x="624" y="487"/>
                </a:cubicBezTo>
                <a:cubicBezTo>
                  <a:pt x="620" y="486"/>
                  <a:pt x="621" y="491"/>
                  <a:pt x="620" y="492"/>
                </a:cubicBezTo>
                <a:cubicBezTo>
                  <a:pt x="616" y="497"/>
                  <a:pt x="604" y="496"/>
                  <a:pt x="606" y="504"/>
                </a:cubicBezTo>
                <a:cubicBezTo>
                  <a:pt x="607" y="507"/>
                  <a:pt x="604" y="508"/>
                  <a:pt x="602" y="507"/>
                </a:cubicBezTo>
                <a:close/>
                <a:moveTo>
                  <a:pt x="317" y="578"/>
                </a:moveTo>
                <a:cubicBezTo>
                  <a:pt x="317" y="578"/>
                  <a:pt x="317" y="578"/>
                  <a:pt x="317" y="578"/>
                </a:cubicBezTo>
                <a:lnTo>
                  <a:pt x="316" y="578"/>
                </a:lnTo>
                <a:cubicBezTo>
                  <a:pt x="316" y="578"/>
                  <a:pt x="316" y="578"/>
                  <a:pt x="317" y="578"/>
                </a:cubicBezTo>
                <a:close/>
                <a:moveTo>
                  <a:pt x="353" y="656"/>
                </a:moveTo>
                <a:cubicBezTo>
                  <a:pt x="352" y="656"/>
                  <a:pt x="352" y="655"/>
                  <a:pt x="352" y="655"/>
                </a:cubicBezTo>
                <a:cubicBezTo>
                  <a:pt x="352" y="655"/>
                  <a:pt x="352" y="656"/>
                  <a:pt x="352" y="656"/>
                </a:cubicBezTo>
                <a:lnTo>
                  <a:pt x="353" y="656"/>
                </a:lnTo>
                <a:close/>
                <a:moveTo>
                  <a:pt x="421" y="416"/>
                </a:moveTo>
                <a:lnTo>
                  <a:pt x="421" y="416"/>
                </a:lnTo>
                <a:lnTo>
                  <a:pt x="421" y="415"/>
                </a:lnTo>
                <a:cubicBezTo>
                  <a:pt x="421" y="415"/>
                  <a:pt x="421" y="416"/>
                  <a:pt x="421" y="416"/>
                </a:cubicBezTo>
                <a:close/>
                <a:moveTo>
                  <a:pt x="356" y="625"/>
                </a:moveTo>
                <a:lnTo>
                  <a:pt x="356" y="625"/>
                </a:lnTo>
                <a:close/>
                <a:moveTo>
                  <a:pt x="470" y="502"/>
                </a:moveTo>
                <a:cubicBezTo>
                  <a:pt x="469" y="497"/>
                  <a:pt x="468" y="492"/>
                  <a:pt x="463" y="490"/>
                </a:cubicBezTo>
                <a:cubicBezTo>
                  <a:pt x="461" y="489"/>
                  <a:pt x="460" y="487"/>
                  <a:pt x="460" y="485"/>
                </a:cubicBezTo>
                <a:cubicBezTo>
                  <a:pt x="461" y="480"/>
                  <a:pt x="460" y="475"/>
                  <a:pt x="458" y="471"/>
                </a:cubicBezTo>
                <a:cubicBezTo>
                  <a:pt x="457" y="469"/>
                  <a:pt x="456" y="468"/>
                  <a:pt x="456" y="467"/>
                </a:cubicBezTo>
                <a:cubicBezTo>
                  <a:pt x="454" y="466"/>
                  <a:pt x="453" y="465"/>
                  <a:pt x="451" y="464"/>
                </a:cubicBezTo>
                <a:cubicBezTo>
                  <a:pt x="450" y="463"/>
                  <a:pt x="448" y="461"/>
                  <a:pt x="448" y="459"/>
                </a:cubicBezTo>
                <a:cubicBezTo>
                  <a:pt x="442" y="453"/>
                  <a:pt x="435" y="448"/>
                  <a:pt x="426" y="445"/>
                </a:cubicBezTo>
                <a:cubicBezTo>
                  <a:pt x="425" y="446"/>
                  <a:pt x="425" y="447"/>
                  <a:pt x="424" y="447"/>
                </a:cubicBezTo>
                <a:cubicBezTo>
                  <a:pt x="423" y="449"/>
                  <a:pt x="423" y="450"/>
                  <a:pt x="422" y="451"/>
                </a:cubicBezTo>
                <a:cubicBezTo>
                  <a:pt x="421" y="452"/>
                  <a:pt x="420" y="453"/>
                  <a:pt x="419" y="453"/>
                </a:cubicBezTo>
                <a:cubicBezTo>
                  <a:pt x="419" y="455"/>
                  <a:pt x="417" y="457"/>
                  <a:pt x="414" y="457"/>
                </a:cubicBezTo>
                <a:cubicBezTo>
                  <a:pt x="414" y="458"/>
                  <a:pt x="414" y="458"/>
                  <a:pt x="414" y="458"/>
                </a:cubicBezTo>
                <a:cubicBezTo>
                  <a:pt x="413" y="462"/>
                  <a:pt x="412" y="466"/>
                  <a:pt x="409" y="469"/>
                </a:cubicBezTo>
                <a:cubicBezTo>
                  <a:pt x="408" y="472"/>
                  <a:pt x="405" y="473"/>
                  <a:pt x="403" y="472"/>
                </a:cubicBezTo>
                <a:cubicBezTo>
                  <a:pt x="403" y="473"/>
                  <a:pt x="403" y="474"/>
                  <a:pt x="402" y="475"/>
                </a:cubicBezTo>
                <a:cubicBezTo>
                  <a:pt x="403" y="477"/>
                  <a:pt x="402" y="479"/>
                  <a:pt x="401" y="481"/>
                </a:cubicBezTo>
                <a:cubicBezTo>
                  <a:pt x="398" y="484"/>
                  <a:pt x="396" y="485"/>
                  <a:pt x="394" y="488"/>
                </a:cubicBezTo>
                <a:cubicBezTo>
                  <a:pt x="392" y="493"/>
                  <a:pt x="389" y="498"/>
                  <a:pt x="384" y="502"/>
                </a:cubicBezTo>
                <a:cubicBezTo>
                  <a:pt x="386" y="505"/>
                  <a:pt x="382" y="510"/>
                  <a:pt x="378" y="509"/>
                </a:cubicBezTo>
                <a:cubicBezTo>
                  <a:pt x="378" y="509"/>
                  <a:pt x="378" y="509"/>
                  <a:pt x="378" y="509"/>
                </a:cubicBezTo>
                <a:cubicBezTo>
                  <a:pt x="378" y="509"/>
                  <a:pt x="378" y="509"/>
                  <a:pt x="378" y="509"/>
                </a:cubicBezTo>
                <a:cubicBezTo>
                  <a:pt x="377" y="513"/>
                  <a:pt x="375" y="517"/>
                  <a:pt x="373" y="520"/>
                </a:cubicBezTo>
                <a:cubicBezTo>
                  <a:pt x="371" y="524"/>
                  <a:pt x="368" y="528"/>
                  <a:pt x="366" y="533"/>
                </a:cubicBezTo>
                <a:cubicBezTo>
                  <a:pt x="366" y="534"/>
                  <a:pt x="366" y="535"/>
                  <a:pt x="365" y="537"/>
                </a:cubicBezTo>
                <a:cubicBezTo>
                  <a:pt x="365" y="538"/>
                  <a:pt x="365" y="539"/>
                  <a:pt x="364" y="540"/>
                </a:cubicBezTo>
                <a:cubicBezTo>
                  <a:pt x="363" y="541"/>
                  <a:pt x="362" y="542"/>
                  <a:pt x="361" y="543"/>
                </a:cubicBezTo>
                <a:cubicBezTo>
                  <a:pt x="361" y="543"/>
                  <a:pt x="361" y="543"/>
                  <a:pt x="361" y="544"/>
                </a:cubicBezTo>
                <a:cubicBezTo>
                  <a:pt x="361" y="545"/>
                  <a:pt x="361" y="547"/>
                  <a:pt x="361" y="549"/>
                </a:cubicBezTo>
                <a:cubicBezTo>
                  <a:pt x="361" y="549"/>
                  <a:pt x="360" y="550"/>
                  <a:pt x="360" y="551"/>
                </a:cubicBezTo>
                <a:cubicBezTo>
                  <a:pt x="360" y="551"/>
                  <a:pt x="360" y="552"/>
                  <a:pt x="360" y="552"/>
                </a:cubicBezTo>
                <a:cubicBezTo>
                  <a:pt x="360" y="558"/>
                  <a:pt x="358" y="563"/>
                  <a:pt x="356" y="569"/>
                </a:cubicBezTo>
                <a:cubicBezTo>
                  <a:pt x="356" y="570"/>
                  <a:pt x="356" y="571"/>
                  <a:pt x="356" y="573"/>
                </a:cubicBezTo>
                <a:cubicBezTo>
                  <a:pt x="356" y="574"/>
                  <a:pt x="356" y="575"/>
                  <a:pt x="356" y="575"/>
                </a:cubicBezTo>
                <a:cubicBezTo>
                  <a:pt x="357" y="576"/>
                  <a:pt x="357" y="576"/>
                  <a:pt x="357" y="576"/>
                </a:cubicBezTo>
                <a:cubicBezTo>
                  <a:pt x="360" y="584"/>
                  <a:pt x="361" y="590"/>
                  <a:pt x="358" y="597"/>
                </a:cubicBezTo>
                <a:cubicBezTo>
                  <a:pt x="358" y="599"/>
                  <a:pt x="357" y="600"/>
                  <a:pt x="355" y="601"/>
                </a:cubicBezTo>
                <a:cubicBezTo>
                  <a:pt x="355" y="603"/>
                  <a:pt x="355" y="604"/>
                  <a:pt x="354" y="605"/>
                </a:cubicBezTo>
                <a:cubicBezTo>
                  <a:pt x="355" y="609"/>
                  <a:pt x="355" y="613"/>
                  <a:pt x="356" y="617"/>
                </a:cubicBezTo>
                <a:cubicBezTo>
                  <a:pt x="357" y="618"/>
                  <a:pt x="358" y="620"/>
                  <a:pt x="357" y="622"/>
                </a:cubicBezTo>
                <a:cubicBezTo>
                  <a:pt x="357" y="624"/>
                  <a:pt x="357" y="625"/>
                  <a:pt x="357" y="626"/>
                </a:cubicBezTo>
                <a:cubicBezTo>
                  <a:pt x="357" y="625"/>
                  <a:pt x="358" y="626"/>
                  <a:pt x="358" y="626"/>
                </a:cubicBezTo>
                <a:cubicBezTo>
                  <a:pt x="356" y="630"/>
                  <a:pt x="356" y="633"/>
                  <a:pt x="357" y="637"/>
                </a:cubicBezTo>
                <a:cubicBezTo>
                  <a:pt x="360" y="638"/>
                  <a:pt x="362" y="640"/>
                  <a:pt x="362" y="642"/>
                </a:cubicBezTo>
                <a:cubicBezTo>
                  <a:pt x="363" y="640"/>
                  <a:pt x="366" y="640"/>
                  <a:pt x="368" y="641"/>
                </a:cubicBezTo>
                <a:cubicBezTo>
                  <a:pt x="369" y="641"/>
                  <a:pt x="369" y="641"/>
                  <a:pt x="370" y="642"/>
                </a:cubicBezTo>
                <a:cubicBezTo>
                  <a:pt x="372" y="643"/>
                  <a:pt x="374" y="644"/>
                  <a:pt x="376" y="645"/>
                </a:cubicBezTo>
                <a:cubicBezTo>
                  <a:pt x="377" y="644"/>
                  <a:pt x="379" y="643"/>
                  <a:pt x="380" y="642"/>
                </a:cubicBezTo>
                <a:cubicBezTo>
                  <a:pt x="381" y="642"/>
                  <a:pt x="382" y="641"/>
                  <a:pt x="383" y="641"/>
                </a:cubicBezTo>
                <a:cubicBezTo>
                  <a:pt x="384" y="639"/>
                  <a:pt x="385" y="639"/>
                  <a:pt x="386" y="638"/>
                </a:cubicBezTo>
                <a:cubicBezTo>
                  <a:pt x="386" y="637"/>
                  <a:pt x="386" y="636"/>
                  <a:pt x="386" y="636"/>
                </a:cubicBezTo>
                <a:cubicBezTo>
                  <a:pt x="388" y="632"/>
                  <a:pt x="390" y="629"/>
                  <a:pt x="393" y="627"/>
                </a:cubicBezTo>
                <a:cubicBezTo>
                  <a:pt x="395" y="623"/>
                  <a:pt x="399" y="620"/>
                  <a:pt x="403" y="621"/>
                </a:cubicBezTo>
                <a:cubicBezTo>
                  <a:pt x="402" y="617"/>
                  <a:pt x="404" y="613"/>
                  <a:pt x="407" y="611"/>
                </a:cubicBezTo>
                <a:cubicBezTo>
                  <a:pt x="413" y="607"/>
                  <a:pt x="417" y="604"/>
                  <a:pt x="421" y="598"/>
                </a:cubicBezTo>
                <a:cubicBezTo>
                  <a:pt x="424" y="595"/>
                  <a:pt x="423" y="592"/>
                  <a:pt x="425" y="588"/>
                </a:cubicBezTo>
                <a:cubicBezTo>
                  <a:pt x="428" y="583"/>
                  <a:pt x="432" y="581"/>
                  <a:pt x="434" y="576"/>
                </a:cubicBezTo>
                <a:cubicBezTo>
                  <a:pt x="436" y="572"/>
                  <a:pt x="438" y="570"/>
                  <a:pt x="441" y="567"/>
                </a:cubicBezTo>
                <a:cubicBezTo>
                  <a:pt x="441" y="567"/>
                  <a:pt x="441" y="567"/>
                  <a:pt x="442" y="566"/>
                </a:cubicBezTo>
                <a:cubicBezTo>
                  <a:pt x="442" y="566"/>
                  <a:pt x="442" y="565"/>
                  <a:pt x="443" y="564"/>
                </a:cubicBezTo>
                <a:cubicBezTo>
                  <a:pt x="443" y="563"/>
                  <a:pt x="444" y="562"/>
                  <a:pt x="445" y="562"/>
                </a:cubicBezTo>
                <a:cubicBezTo>
                  <a:pt x="446" y="561"/>
                  <a:pt x="446" y="561"/>
                  <a:pt x="447" y="560"/>
                </a:cubicBezTo>
                <a:cubicBezTo>
                  <a:pt x="446" y="558"/>
                  <a:pt x="447" y="556"/>
                  <a:pt x="449" y="554"/>
                </a:cubicBezTo>
                <a:cubicBezTo>
                  <a:pt x="454" y="548"/>
                  <a:pt x="454" y="539"/>
                  <a:pt x="457" y="532"/>
                </a:cubicBezTo>
                <a:cubicBezTo>
                  <a:pt x="457" y="532"/>
                  <a:pt x="457" y="531"/>
                  <a:pt x="458" y="530"/>
                </a:cubicBezTo>
                <a:cubicBezTo>
                  <a:pt x="458" y="524"/>
                  <a:pt x="461" y="517"/>
                  <a:pt x="465" y="510"/>
                </a:cubicBezTo>
                <a:cubicBezTo>
                  <a:pt x="467" y="507"/>
                  <a:pt x="468" y="505"/>
                  <a:pt x="470" y="502"/>
                </a:cubicBezTo>
                <a:close/>
              </a:path>
            </a:pathLst>
          </a:custGeom>
          <a:solidFill>
            <a:srgbClr val="A5A5A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2" name="leaf_70892" title=""/>
          <p:cNvSpPr>
            <a:spLocks noChangeAspect="1" noChangeArrowheads="1"/>
          </p:cNvSpPr>
          <p:nvPr/>
        </p:nvSpPr>
        <p:spPr bwMode="auto">
          <a:xfrm>
            <a:off x="5435600" y="128087"/>
            <a:ext cx="368300" cy="360363"/>
          </a:xfrm>
          <a:custGeom>
            <a:gdLst>
              <a:gd name="T0" fmla="*/ 305654 w 729"/>
              <a:gd name="T1" fmla="*/ 252406 h 711"/>
              <a:gd name="T2" fmla="*/ 348597 w 729"/>
              <a:gd name="T3" fmla="*/ 294474 h 711"/>
              <a:gd name="T4" fmla="*/ 289487 w 729"/>
              <a:gd name="T5" fmla="*/ 323871 h 711"/>
              <a:gd name="T6" fmla="*/ 281909 w 729"/>
              <a:gd name="T7" fmla="*/ 320323 h 711"/>
              <a:gd name="T8" fmla="*/ 222294 w 729"/>
              <a:gd name="T9" fmla="*/ 209832 h 711"/>
              <a:gd name="T10" fmla="*/ 37891 w 729"/>
              <a:gd name="T11" fmla="*/ 9630 h 711"/>
              <a:gd name="T12" fmla="*/ 36881 w 729"/>
              <a:gd name="T13" fmla="*/ 5575 h 711"/>
              <a:gd name="T14" fmla="*/ 31323 w 729"/>
              <a:gd name="T15" fmla="*/ 3548 h 711"/>
              <a:gd name="T16" fmla="*/ 62646 w 729"/>
              <a:gd name="T17" fmla="*/ 280282 h 711"/>
              <a:gd name="T18" fmla="*/ 367795 w 729"/>
              <a:gd name="T19" fmla="*/ 273187 h 711"/>
              <a:gd name="T20" fmla="*/ 64667 w 729"/>
              <a:gd name="T21" fmla="*/ 266598 h 711"/>
              <a:gd name="T22" fmla="*/ 44964 w 729"/>
              <a:gd name="T23" fmla="*/ 98327 h 711"/>
              <a:gd name="T24" fmla="*/ 29808 w 729"/>
              <a:gd name="T25" fmla="*/ 93258 h 711"/>
              <a:gd name="T26" fmla="*/ 61636 w 729"/>
              <a:gd name="T27" fmla="*/ 140901 h 711"/>
              <a:gd name="T28" fmla="*/ 35870 w 729"/>
              <a:gd name="T29" fmla="*/ 133299 h 711"/>
              <a:gd name="T30" fmla="*/ 89423 w 729"/>
              <a:gd name="T31" fmla="*/ 191079 h 711"/>
              <a:gd name="T32" fmla="*/ 62141 w 729"/>
              <a:gd name="T33" fmla="*/ 177901 h 711"/>
              <a:gd name="T34" fmla="*/ 94980 w 729"/>
              <a:gd name="T35" fmla="*/ 199188 h 711"/>
              <a:gd name="T36" fmla="*/ 126808 w 729"/>
              <a:gd name="T37" fmla="*/ 241763 h 711"/>
              <a:gd name="T38" fmla="*/ 88412 w 729"/>
              <a:gd name="T39" fmla="*/ 232133 h 711"/>
              <a:gd name="T40" fmla="*/ 166720 w 729"/>
              <a:gd name="T41" fmla="*/ 283830 h 711"/>
              <a:gd name="T42" fmla="*/ 129840 w 729"/>
              <a:gd name="T43" fmla="*/ 283323 h 711"/>
              <a:gd name="T44" fmla="*/ 210674 w 729"/>
              <a:gd name="T45" fmla="*/ 314747 h 711"/>
              <a:gd name="T46" fmla="*/ 179350 w 729"/>
              <a:gd name="T47" fmla="*/ 317788 h 711"/>
              <a:gd name="T48" fmla="*/ 246039 w 729"/>
              <a:gd name="T49" fmla="*/ 329446 h 711"/>
              <a:gd name="T50" fmla="*/ 240986 w 729"/>
              <a:gd name="T51" fmla="*/ 316775 h 711"/>
              <a:gd name="T52" fmla="*/ 207642 w 729"/>
              <a:gd name="T53" fmla="*/ 271159 h 711"/>
              <a:gd name="T54" fmla="*/ 211684 w 729"/>
              <a:gd name="T55" fmla="*/ 304611 h 711"/>
              <a:gd name="T56" fmla="*/ 181877 w 729"/>
              <a:gd name="T57" fmla="*/ 284844 h 711"/>
              <a:gd name="T58" fmla="*/ 159647 w 729"/>
              <a:gd name="T59" fmla="*/ 237201 h 711"/>
              <a:gd name="T60" fmla="*/ 141965 w 729"/>
              <a:gd name="T61" fmla="*/ 247845 h 711"/>
              <a:gd name="T62" fmla="*/ 132366 w 729"/>
              <a:gd name="T63" fmla="*/ 192599 h 711"/>
              <a:gd name="T64" fmla="*/ 127819 w 729"/>
              <a:gd name="T65" fmla="*/ 232133 h 711"/>
              <a:gd name="T66" fmla="*/ 102558 w 729"/>
              <a:gd name="T67" fmla="*/ 195640 h 711"/>
              <a:gd name="T68" fmla="*/ 97001 w 729"/>
              <a:gd name="T69" fmla="*/ 144449 h 711"/>
              <a:gd name="T70" fmla="*/ 71235 w 729"/>
              <a:gd name="T71" fmla="*/ 148504 h 711"/>
              <a:gd name="T72" fmla="*/ 70225 w 729"/>
              <a:gd name="T73" fmla="*/ 114546 h 711"/>
              <a:gd name="T74" fmla="*/ 61636 w 729"/>
              <a:gd name="T75" fmla="*/ 128737 h 711"/>
              <a:gd name="T76" fmla="*/ 53047 w 729"/>
              <a:gd name="T77" fmla="*/ 107450 h 711"/>
              <a:gd name="T78" fmla="*/ 58605 w 729"/>
              <a:gd name="T79" fmla="*/ 81601 h 711"/>
              <a:gd name="T80" fmla="*/ 47490 w 729"/>
              <a:gd name="T81" fmla="*/ 90217 h 711"/>
              <a:gd name="T82" fmla="*/ 34860 w 729"/>
              <a:gd name="T83" fmla="*/ 26356 h 711"/>
              <a:gd name="T84" fmla="*/ 187434 w 729"/>
              <a:gd name="T85" fmla="*/ 169284 h 711"/>
              <a:gd name="T86" fmla="*/ 260690 w 729"/>
              <a:gd name="T87" fmla="*/ 321843 h 71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729" h="711">
                <a:moveTo>
                  <a:pt x="595" y="492"/>
                </a:moveTo>
                <a:cubicBezTo>
                  <a:pt x="593" y="498"/>
                  <a:pt x="601" y="502"/>
                  <a:pt x="605" y="498"/>
                </a:cubicBezTo>
                <a:cubicBezTo>
                  <a:pt x="636" y="466"/>
                  <a:pt x="659" y="469"/>
                  <a:pt x="675" y="508"/>
                </a:cubicBezTo>
                <a:cubicBezTo>
                  <a:pt x="706" y="527"/>
                  <a:pt x="711" y="551"/>
                  <a:pt x="690" y="581"/>
                </a:cubicBezTo>
                <a:cubicBezTo>
                  <a:pt x="676" y="608"/>
                  <a:pt x="646" y="625"/>
                  <a:pt x="619" y="632"/>
                </a:cubicBezTo>
                <a:cubicBezTo>
                  <a:pt x="604" y="637"/>
                  <a:pt x="589" y="639"/>
                  <a:pt x="573" y="639"/>
                </a:cubicBezTo>
                <a:cubicBezTo>
                  <a:pt x="572" y="635"/>
                  <a:pt x="570" y="632"/>
                  <a:pt x="565" y="632"/>
                </a:cubicBezTo>
                <a:cubicBezTo>
                  <a:pt x="562" y="632"/>
                  <a:pt x="560" y="632"/>
                  <a:pt x="558" y="632"/>
                </a:cubicBezTo>
                <a:cubicBezTo>
                  <a:pt x="556" y="631"/>
                  <a:pt x="555" y="631"/>
                  <a:pt x="553" y="631"/>
                </a:cubicBezTo>
                <a:cubicBezTo>
                  <a:pt x="464" y="617"/>
                  <a:pt x="469" y="479"/>
                  <a:pt x="440" y="414"/>
                </a:cubicBezTo>
                <a:cubicBezTo>
                  <a:pt x="420" y="368"/>
                  <a:pt x="390" y="327"/>
                  <a:pt x="353" y="293"/>
                </a:cubicBezTo>
                <a:cubicBezTo>
                  <a:pt x="254" y="204"/>
                  <a:pt x="111" y="158"/>
                  <a:pt x="75" y="19"/>
                </a:cubicBezTo>
                <a:cubicBezTo>
                  <a:pt x="76" y="18"/>
                  <a:pt x="76" y="18"/>
                  <a:pt x="76" y="17"/>
                </a:cubicBezTo>
                <a:cubicBezTo>
                  <a:pt x="76" y="14"/>
                  <a:pt x="75" y="12"/>
                  <a:pt x="73" y="11"/>
                </a:cubicBezTo>
                <a:cubicBezTo>
                  <a:pt x="73" y="9"/>
                  <a:pt x="72" y="8"/>
                  <a:pt x="72" y="6"/>
                </a:cubicBezTo>
                <a:cubicBezTo>
                  <a:pt x="71" y="0"/>
                  <a:pt x="62" y="2"/>
                  <a:pt x="62" y="7"/>
                </a:cubicBezTo>
                <a:cubicBezTo>
                  <a:pt x="61" y="14"/>
                  <a:pt x="61" y="20"/>
                  <a:pt x="61" y="27"/>
                </a:cubicBezTo>
                <a:cubicBezTo>
                  <a:pt x="9" y="197"/>
                  <a:pt x="0" y="411"/>
                  <a:pt x="124" y="553"/>
                </a:cubicBezTo>
                <a:cubicBezTo>
                  <a:pt x="224" y="669"/>
                  <a:pt x="393" y="711"/>
                  <a:pt x="536" y="660"/>
                </a:cubicBezTo>
                <a:cubicBezTo>
                  <a:pt x="620" y="669"/>
                  <a:pt x="728" y="641"/>
                  <a:pt x="728" y="539"/>
                </a:cubicBezTo>
                <a:cubicBezTo>
                  <a:pt x="729" y="468"/>
                  <a:pt x="626" y="410"/>
                  <a:pt x="595" y="492"/>
                </a:cubicBezTo>
                <a:close/>
                <a:moveTo>
                  <a:pt x="128" y="526"/>
                </a:moveTo>
                <a:cubicBezTo>
                  <a:pt x="28" y="398"/>
                  <a:pt x="38" y="232"/>
                  <a:pt x="64" y="80"/>
                </a:cubicBezTo>
                <a:cubicBezTo>
                  <a:pt x="68" y="119"/>
                  <a:pt x="77" y="157"/>
                  <a:pt x="89" y="194"/>
                </a:cubicBezTo>
                <a:cubicBezTo>
                  <a:pt x="80" y="190"/>
                  <a:pt x="71" y="185"/>
                  <a:pt x="63" y="179"/>
                </a:cubicBezTo>
                <a:cubicBezTo>
                  <a:pt x="60" y="178"/>
                  <a:pt x="57" y="182"/>
                  <a:pt x="59" y="184"/>
                </a:cubicBezTo>
                <a:cubicBezTo>
                  <a:pt x="69" y="194"/>
                  <a:pt x="81" y="202"/>
                  <a:pt x="93" y="208"/>
                </a:cubicBezTo>
                <a:cubicBezTo>
                  <a:pt x="101" y="232"/>
                  <a:pt x="111" y="255"/>
                  <a:pt x="122" y="278"/>
                </a:cubicBezTo>
                <a:cubicBezTo>
                  <a:pt x="106" y="272"/>
                  <a:pt x="91" y="264"/>
                  <a:pt x="76" y="255"/>
                </a:cubicBezTo>
                <a:cubicBezTo>
                  <a:pt x="71" y="251"/>
                  <a:pt x="66" y="259"/>
                  <a:pt x="71" y="263"/>
                </a:cubicBezTo>
                <a:cubicBezTo>
                  <a:pt x="89" y="276"/>
                  <a:pt x="109" y="287"/>
                  <a:pt x="130" y="294"/>
                </a:cubicBezTo>
                <a:cubicBezTo>
                  <a:pt x="144" y="323"/>
                  <a:pt x="160" y="350"/>
                  <a:pt x="177" y="377"/>
                </a:cubicBezTo>
                <a:cubicBezTo>
                  <a:pt x="169" y="375"/>
                  <a:pt x="161" y="372"/>
                  <a:pt x="154" y="369"/>
                </a:cubicBezTo>
                <a:cubicBezTo>
                  <a:pt x="143" y="363"/>
                  <a:pt x="134" y="356"/>
                  <a:pt x="123" y="351"/>
                </a:cubicBezTo>
                <a:cubicBezTo>
                  <a:pt x="121" y="350"/>
                  <a:pt x="119" y="353"/>
                  <a:pt x="120" y="355"/>
                </a:cubicBezTo>
                <a:cubicBezTo>
                  <a:pt x="133" y="377"/>
                  <a:pt x="163" y="389"/>
                  <a:pt x="188" y="393"/>
                </a:cubicBezTo>
                <a:cubicBezTo>
                  <a:pt x="191" y="399"/>
                  <a:pt x="195" y="404"/>
                  <a:pt x="199" y="410"/>
                </a:cubicBezTo>
                <a:cubicBezTo>
                  <a:pt x="215" y="432"/>
                  <a:pt x="232" y="455"/>
                  <a:pt x="251" y="477"/>
                </a:cubicBezTo>
                <a:cubicBezTo>
                  <a:pt x="226" y="470"/>
                  <a:pt x="202" y="461"/>
                  <a:pt x="178" y="451"/>
                </a:cubicBezTo>
                <a:cubicBezTo>
                  <a:pt x="173" y="450"/>
                  <a:pt x="171" y="456"/>
                  <a:pt x="175" y="458"/>
                </a:cubicBezTo>
                <a:cubicBezTo>
                  <a:pt x="202" y="476"/>
                  <a:pt x="235" y="488"/>
                  <a:pt x="267" y="496"/>
                </a:cubicBezTo>
                <a:cubicBezTo>
                  <a:pt x="286" y="519"/>
                  <a:pt x="307" y="541"/>
                  <a:pt x="330" y="560"/>
                </a:cubicBezTo>
                <a:cubicBezTo>
                  <a:pt x="306" y="560"/>
                  <a:pt x="282" y="556"/>
                  <a:pt x="259" y="550"/>
                </a:cubicBezTo>
                <a:cubicBezTo>
                  <a:pt x="253" y="548"/>
                  <a:pt x="251" y="557"/>
                  <a:pt x="257" y="559"/>
                </a:cubicBezTo>
                <a:cubicBezTo>
                  <a:pt x="286" y="571"/>
                  <a:pt x="315" y="575"/>
                  <a:pt x="346" y="574"/>
                </a:cubicBezTo>
                <a:cubicBezTo>
                  <a:pt x="368" y="592"/>
                  <a:pt x="392" y="608"/>
                  <a:pt x="417" y="621"/>
                </a:cubicBezTo>
                <a:cubicBezTo>
                  <a:pt x="397" y="622"/>
                  <a:pt x="377" y="622"/>
                  <a:pt x="356" y="619"/>
                </a:cubicBezTo>
                <a:cubicBezTo>
                  <a:pt x="352" y="619"/>
                  <a:pt x="351" y="626"/>
                  <a:pt x="355" y="627"/>
                </a:cubicBezTo>
                <a:cubicBezTo>
                  <a:pt x="384" y="637"/>
                  <a:pt x="416" y="639"/>
                  <a:pt x="446" y="635"/>
                </a:cubicBezTo>
                <a:cubicBezTo>
                  <a:pt x="459" y="641"/>
                  <a:pt x="473" y="646"/>
                  <a:pt x="487" y="650"/>
                </a:cubicBezTo>
                <a:cubicBezTo>
                  <a:pt x="355" y="677"/>
                  <a:pt x="214" y="635"/>
                  <a:pt x="128" y="526"/>
                </a:cubicBezTo>
                <a:close/>
                <a:moveTo>
                  <a:pt x="477" y="625"/>
                </a:moveTo>
                <a:cubicBezTo>
                  <a:pt x="470" y="623"/>
                  <a:pt x="463" y="620"/>
                  <a:pt x="456" y="618"/>
                </a:cubicBezTo>
                <a:cubicBezTo>
                  <a:pt x="428" y="598"/>
                  <a:pt x="417" y="567"/>
                  <a:pt x="411" y="535"/>
                </a:cubicBezTo>
                <a:cubicBezTo>
                  <a:pt x="410" y="528"/>
                  <a:pt x="402" y="531"/>
                  <a:pt x="401" y="536"/>
                </a:cubicBezTo>
                <a:cubicBezTo>
                  <a:pt x="398" y="560"/>
                  <a:pt x="406" y="582"/>
                  <a:pt x="419" y="601"/>
                </a:cubicBezTo>
                <a:cubicBezTo>
                  <a:pt x="398" y="590"/>
                  <a:pt x="379" y="578"/>
                  <a:pt x="361" y="564"/>
                </a:cubicBezTo>
                <a:cubicBezTo>
                  <a:pt x="361" y="563"/>
                  <a:pt x="360" y="562"/>
                  <a:pt x="360" y="562"/>
                </a:cubicBezTo>
                <a:cubicBezTo>
                  <a:pt x="336" y="536"/>
                  <a:pt x="327" y="504"/>
                  <a:pt x="327" y="469"/>
                </a:cubicBezTo>
                <a:cubicBezTo>
                  <a:pt x="327" y="463"/>
                  <a:pt x="317" y="461"/>
                  <a:pt x="316" y="468"/>
                </a:cubicBezTo>
                <a:cubicBezTo>
                  <a:pt x="312" y="491"/>
                  <a:pt x="316" y="514"/>
                  <a:pt x="325" y="534"/>
                </a:cubicBezTo>
                <a:cubicBezTo>
                  <a:pt x="310" y="520"/>
                  <a:pt x="295" y="505"/>
                  <a:pt x="281" y="489"/>
                </a:cubicBezTo>
                <a:cubicBezTo>
                  <a:pt x="281" y="489"/>
                  <a:pt x="281" y="488"/>
                  <a:pt x="280" y="488"/>
                </a:cubicBezTo>
                <a:cubicBezTo>
                  <a:pt x="261" y="453"/>
                  <a:pt x="258" y="419"/>
                  <a:pt x="262" y="380"/>
                </a:cubicBezTo>
                <a:cubicBezTo>
                  <a:pt x="262" y="375"/>
                  <a:pt x="254" y="374"/>
                  <a:pt x="253" y="379"/>
                </a:cubicBezTo>
                <a:cubicBezTo>
                  <a:pt x="244" y="405"/>
                  <a:pt x="245" y="432"/>
                  <a:pt x="253" y="458"/>
                </a:cubicBezTo>
                <a:cubicBezTo>
                  <a:pt x="235" y="436"/>
                  <a:pt x="218" y="414"/>
                  <a:pt x="202" y="392"/>
                </a:cubicBezTo>
                <a:cubicBezTo>
                  <a:pt x="203" y="390"/>
                  <a:pt x="204" y="389"/>
                  <a:pt x="203" y="386"/>
                </a:cubicBezTo>
                <a:cubicBezTo>
                  <a:pt x="191" y="353"/>
                  <a:pt x="193" y="322"/>
                  <a:pt x="201" y="288"/>
                </a:cubicBezTo>
                <a:cubicBezTo>
                  <a:pt x="202" y="284"/>
                  <a:pt x="195" y="280"/>
                  <a:pt x="192" y="285"/>
                </a:cubicBezTo>
                <a:cubicBezTo>
                  <a:pt x="179" y="309"/>
                  <a:pt x="177" y="337"/>
                  <a:pt x="182" y="363"/>
                </a:cubicBezTo>
                <a:cubicBezTo>
                  <a:pt x="168" y="340"/>
                  <a:pt x="154" y="317"/>
                  <a:pt x="141" y="293"/>
                </a:cubicBezTo>
                <a:cubicBezTo>
                  <a:pt x="142" y="291"/>
                  <a:pt x="142" y="290"/>
                  <a:pt x="142" y="288"/>
                </a:cubicBezTo>
                <a:cubicBezTo>
                  <a:pt x="133" y="267"/>
                  <a:pt x="134" y="248"/>
                  <a:pt x="139" y="226"/>
                </a:cubicBezTo>
                <a:cubicBezTo>
                  <a:pt x="141" y="221"/>
                  <a:pt x="133" y="217"/>
                  <a:pt x="130" y="222"/>
                </a:cubicBezTo>
                <a:cubicBezTo>
                  <a:pt x="125" y="232"/>
                  <a:pt x="123" y="243"/>
                  <a:pt x="122" y="254"/>
                </a:cubicBezTo>
                <a:cubicBezTo>
                  <a:pt x="117" y="243"/>
                  <a:pt x="113" y="232"/>
                  <a:pt x="108" y="220"/>
                </a:cubicBezTo>
                <a:cubicBezTo>
                  <a:pt x="107" y="217"/>
                  <a:pt x="106" y="215"/>
                  <a:pt x="105" y="212"/>
                </a:cubicBezTo>
                <a:cubicBezTo>
                  <a:pt x="108" y="211"/>
                  <a:pt x="111" y="208"/>
                  <a:pt x="109" y="205"/>
                </a:cubicBezTo>
                <a:cubicBezTo>
                  <a:pt x="100" y="188"/>
                  <a:pt x="107" y="175"/>
                  <a:pt x="116" y="161"/>
                </a:cubicBezTo>
                <a:cubicBezTo>
                  <a:pt x="119" y="157"/>
                  <a:pt x="114" y="154"/>
                  <a:pt x="110" y="155"/>
                </a:cubicBezTo>
                <a:cubicBezTo>
                  <a:pt x="101" y="160"/>
                  <a:pt x="96" y="168"/>
                  <a:pt x="94" y="178"/>
                </a:cubicBezTo>
                <a:cubicBezTo>
                  <a:pt x="86" y="151"/>
                  <a:pt x="80" y="123"/>
                  <a:pt x="76" y="94"/>
                </a:cubicBezTo>
                <a:cubicBezTo>
                  <a:pt x="75" y="89"/>
                  <a:pt x="72" y="68"/>
                  <a:pt x="69" y="52"/>
                </a:cubicBezTo>
                <a:cubicBezTo>
                  <a:pt x="69" y="51"/>
                  <a:pt x="70" y="50"/>
                  <a:pt x="70" y="50"/>
                </a:cubicBezTo>
                <a:cubicBezTo>
                  <a:pt x="97" y="184"/>
                  <a:pt x="291" y="242"/>
                  <a:pt x="371" y="334"/>
                </a:cubicBezTo>
                <a:cubicBezTo>
                  <a:pt x="435" y="408"/>
                  <a:pt x="433" y="489"/>
                  <a:pt x="467" y="574"/>
                </a:cubicBezTo>
                <a:cubicBezTo>
                  <a:pt x="478" y="600"/>
                  <a:pt x="494" y="622"/>
                  <a:pt x="516" y="635"/>
                </a:cubicBezTo>
                <a:cubicBezTo>
                  <a:pt x="502" y="632"/>
                  <a:pt x="489" y="629"/>
                  <a:pt x="477" y="625"/>
                </a:cubicBezTo>
                <a:close/>
              </a:path>
            </a:pathLst>
          </a:custGeom>
          <a:solidFill>
            <a:srgbClr val="A5A5A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3" name="leaf_70892" title=""/>
          <p:cNvSpPr>
            <a:spLocks noChangeAspect="1" noChangeArrowheads="1"/>
          </p:cNvSpPr>
          <p:nvPr/>
        </p:nvSpPr>
        <p:spPr bwMode="auto">
          <a:xfrm flipH="1">
            <a:off x="6419850" y="151900"/>
            <a:ext cx="369888" cy="358775"/>
          </a:xfrm>
          <a:custGeom>
            <a:gdLst>
              <a:gd name="T0" fmla="*/ 306972 w 729"/>
              <a:gd name="T1" fmla="*/ 251294 h 711"/>
              <a:gd name="T2" fmla="*/ 350100 w 729"/>
              <a:gd name="T3" fmla="*/ 293176 h 711"/>
              <a:gd name="T4" fmla="*/ 290735 w 729"/>
              <a:gd name="T5" fmla="*/ 322443 h 711"/>
              <a:gd name="T6" fmla="*/ 283124 w 729"/>
              <a:gd name="T7" fmla="*/ 318911 h 711"/>
              <a:gd name="T8" fmla="*/ 223252 w 729"/>
              <a:gd name="T9" fmla="*/ 208907 h 711"/>
              <a:gd name="T10" fmla="*/ 38054 w 729"/>
              <a:gd name="T11" fmla="*/ 9588 h 711"/>
              <a:gd name="T12" fmla="*/ 37040 w 729"/>
              <a:gd name="T13" fmla="*/ 5551 h 711"/>
              <a:gd name="T14" fmla="*/ 31458 w 729"/>
              <a:gd name="T15" fmla="*/ 3532 h 711"/>
              <a:gd name="T16" fmla="*/ 62916 w 729"/>
              <a:gd name="T17" fmla="*/ 279047 h 711"/>
              <a:gd name="T18" fmla="*/ 369381 w 729"/>
              <a:gd name="T19" fmla="*/ 271983 h 711"/>
              <a:gd name="T20" fmla="*/ 64946 w 729"/>
              <a:gd name="T21" fmla="*/ 265423 h 711"/>
              <a:gd name="T22" fmla="*/ 45158 w 729"/>
              <a:gd name="T23" fmla="*/ 97894 h 711"/>
              <a:gd name="T24" fmla="*/ 29936 w 729"/>
              <a:gd name="T25" fmla="*/ 92848 h 711"/>
              <a:gd name="T26" fmla="*/ 61902 w 729"/>
              <a:gd name="T27" fmla="*/ 140281 h 711"/>
              <a:gd name="T28" fmla="*/ 36025 w 729"/>
              <a:gd name="T29" fmla="*/ 132711 h 711"/>
              <a:gd name="T30" fmla="*/ 89808 w 729"/>
              <a:gd name="T31" fmla="*/ 190237 h 711"/>
              <a:gd name="T32" fmla="*/ 62409 w 729"/>
              <a:gd name="T33" fmla="*/ 177117 h 711"/>
              <a:gd name="T34" fmla="*/ 95389 w 729"/>
              <a:gd name="T35" fmla="*/ 198310 h 711"/>
              <a:gd name="T36" fmla="*/ 127355 w 729"/>
              <a:gd name="T37" fmla="*/ 240697 h 711"/>
              <a:gd name="T38" fmla="*/ 88793 w 729"/>
              <a:gd name="T39" fmla="*/ 231110 h 711"/>
              <a:gd name="T40" fmla="*/ 167439 w 729"/>
              <a:gd name="T41" fmla="*/ 282579 h 711"/>
              <a:gd name="T42" fmla="*/ 130399 w 729"/>
              <a:gd name="T43" fmla="*/ 282075 h 711"/>
              <a:gd name="T44" fmla="*/ 211582 w 729"/>
              <a:gd name="T45" fmla="*/ 313360 h 711"/>
              <a:gd name="T46" fmla="*/ 180124 w 729"/>
              <a:gd name="T47" fmla="*/ 316388 h 711"/>
              <a:gd name="T48" fmla="*/ 247099 w 729"/>
              <a:gd name="T49" fmla="*/ 327994 h 711"/>
              <a:gd name="T50" fmla="*/ 242025 w 729"/>
              <a:gd name="T51" fmla="*/ 315379 h 711"/>
              <a:gd name="T52" fmla="*/ 208538 w 729"/>
              <a:gd name="T53" fmla="*/ 269964 h 711"/>
              <a:gd name="T54" fmla="*/ 212597 w 729"/>
              <a:gd name="T55" fmla="*/ 303268 h 711"/>
              <a:gd name="T56" fmla="*/ 182661 w 729"/>
              <a:gd name="T57" fmla="*/ 283589 h 711"/>
              <a:gd name="T58" fmla="*/ 160336 w 729"/>
              <a:gd name="T59" fmla="*/ 236156 h 711"/>
              <a:gd name="T60" fmla="*/ 142577 w 729"/>
              <a:gd name="T61" fmla="*/ 246752 h 711"/>
              <a:gd name="T62" fmla="*/ 132936 w 729"/>
              <a:gd name="T63" fmla="*/ 191750 h 711"/>
              <a:gd name="T64" fmla="*/ 128370 w 729"/>
              <a:gd name="T65" fmla="*/ 231110 h 711"/>
              <a:gd name="T66" fmla="*/ 103000 w 729"/>
              <a:gd name="T67" fmla="*/ 194778 h 711"/>
              <a:gd name="T68" fmla="*/ 97419 w 729"/>
              <a:gd name="T69" fmla="*/ 143813 h 711"/>
              <a:gd name="T70" fmla="*/ 71542 w 729"/>
              <a:gd name="T71" fmla="*/ 147850 h 711"/>
              <a:gd name="T72" fmla="*/ 70527 w 729"/>
              <a:gd name="T73" fmla="*/ 114041 h 711"/>
              <a:gd name="T74" fmla="*/ 61902 w 729"/>
              <a:gd name="T75" fmla="*/ 128170 h 711"/>
              <a:gd name="T76" fmla="*/ 53276 w 729"/>
              <a:gd name="T77" fmla="*/ 106977 h 711"/>
              <a:gd name="T78" fmla="*/ 58857 w 729"/>
              <a:gd name="T79" fmla="*/ 81242 h 711"/>
              <a:gd name="T80" fmla="*/ 47695 w 729"/>
              <a:gd name="T81" fmla="*/ 89820 h 711"/>
              <a:gd name="T82" fmla="*/ 35010 w 729"/>
              <a:gd name="T83" fmla="*/ 26240 h 711"/>
              <a:gd name="T84" fmla="*/ 188242 w 729"/>
              <a:gd name="T85" fmla="*/ 168538 h 711"/>
              <a:gd name="T86" fmla="*/ 261814 w 729"/>
              <a:gd name="T87" fmla="*/ 320425 h 71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729" h="711">
                <a:moveTo>
                  <a:pt x="595" y="492"/>
                </a:moveTo>
                <a:cubicBezTo>
                  <a:pt x="593" y="498"/>
                  <a:pt x="601" y="502"/>
                  <a:pt x="605" y="498"/>
                </a:cubicBezTo>
                <a:cubicBezTo>
                  <a:pt x="636" y="466"/>
                  <a:pt x="659" y="469"/>
                  <a:pt x="675" y="508"/>
                </a:cubicBezTo>
                <a:cubicBezTo>
                  <a:pt x="706" y="527"/>
                  <a:pt x="711" y="551"/>
                  <a:pt x="690" y="581"/>
                </a:cubicBezTo>
                <a:cubicBezTo>
                  <a:pt x="676" y="608"/>
                  <a:pt x="646" y="625"/>
                  <a:pt x="619" y="632"/>
                </a:cubicBezTo>
                <a:cubicBezTo>
                  <a:pt x="604" y="637"/>
                  <a:pt x="589" y="639"/>
                  <a:pt x="573" y="639"/>
                </a:cubicBezTo>
                <a:cubicBezTo>
                  <a:pt x="572" y="635"/>
                  <a:pt x="570" y="632"/>
                  <a:pt x="565" y="632"/>
                </a:cubicBezTo>
                <a:cubicBezTo>
                  <a:pt x="562" y="632"/>
                  <a:pt x="560" y="632"/>
                  <a:pt x="558" y="632"/>
                </a:cubicBezTo>
                <a:cubicBezTo>
                  <a:pt x="556" y="631"/>
                  <a:pt x="555" y="631"/>
                  <a:pt x="553" y="631"/>
                </a:cubicBezTo>
                <a:cubicBezTo>
                  <a:pt x="464" y="617"/>
                  <a:pt x="469" y="479"/>
                  <a:pt x="440" y="414"/>
                </a:cubicBezTo>
                <a:cubicBezTo>
                  <a:pt x="420" y="368"/>
                  <a:pt x="390" y="327"/>
                  <a:pt x="353" y="293"/>
                </a:cubicBezTo>
                <a:cubicBezTo>
                  <a:pt x="254" y="204"/>
                  <a:pt x="111" y="158"/>
                  <a:pt x="75" y="19"/>
                </a:cubicBezTo>
                <a:cubicBezTo>
                  <a:pt x="76" y="18"/>
                  <a:pt x="76" y="18"/>
                  <a:pt x="76" y="17"/>
                </a:cubicBezTo>
                <a:cubicBezTo>
                  <a:pt x="76" y="14"/>
                  <a:pt x="75" y="12"/>
                  <a:pt x="73" y="11"/>
                </a:cubicBezTo>
                <a:cubicBezTo>
                  <a:pt x="73" y="9"/>
                  <a:pt x="72" y="8"/>
                  <a:pt x="72" y="6"/>
                </a:cubicBezTo>
                <a:cubicBezTo>
                  <a:pt x="71" y="0"/>
                  <a:pt x="62" y="2"/>
                  <a:pt x="62" y="7"/>
                </a:cubicBezTo>
                <a:cubicBezTo>
                  <a:pt x="61" y="14"/>
                  <a:pt x="61" y="20"/>
                  <a:pt x="61" y="27"/>
                </a:cubicBezTo>
                <a:cubicBezTo>
                  <a:pt x="9" y="197"/>
                  <a:pt x="0" y="411"/>
                  <a:pt x="124" y="553"/>
                </a:cubicBezTo>
                <a:cubicBezTo>
                  <a:pt x="224" y="669"/>
                  <a:pt x="393" y="711"/>
                  <a:pt x="536" y="660"/>
                </a:cubicBezTo>
                <a:cubicBezTo>
                  <a:pt x="620" y="669"/>
                  <a:pt x="728" y="641"/>
                  <a:pt x="728" y="539"/>
                </a:cubicBezTo>
                <a:cubicBezTo>
                  <a:pt x="729" y="468"/>
                  <a:pt x="626" y="410"/>
                  <a:pt x="595" y="492"/>
                </a:cubicBezTo>
                <a:close/>
                <a:moveTo>
                  <a:pt x="128" y="526"/>
                </a:moveTo>
                <a:cubicBezTo>
                  <a:pt x="28" y="398"/>
                  <a:pt x="38" y="232"/>
                  <a:pt x="64" y="80"/>
                </a:cubicBezTo>
                <a:cubicBezTo>
                  <a:pt x="68" y="119"/>
                  <a:pt x="77" y="157"/>
                  <a:pt x="89" y="194"/>
                </a:cubicBezTo>
                <a:cubicBezTo>
                  <a:pt x="80" y="190"/>
                  <a:pt x="71" y="185"/>
                  <a:pt x="63" y="179"/>
                </a:cubicBezTo>
                <a:cubicBezTo>
                  <a:pt x="60" y="178"/>
                  <a:pt x="57" y="182"/>
                  <a:pt x="59" y="184"/>
                </a:cubicBezTo>
                <a:cubicBezTo>
                  <a:pt x="69" y="194"/>
                  <a:pt x="81" y="202"/>
                  <a:pt x="93" y="208"/>
                </a:cubicBezTo>
                <a:cubicBezTo>
                  <a:pt x="101" y="232"/>
                  <a:pt x="111" y="255"/>
                  <a:pt x="122" y="278"/>
                </a:cubicBezTo>
                <a:cubicBezTo>
                  <a:pt x="106" y="272"/>
                  <a:pt x="91" y="264"/>
                  <a:pt x="76" y="255"/>
                </a:cubicBezTo>
                <a:cubicBezTo>
                  <a:pt x="71" y="251"/>
                  <a:pt x="66" y="259"/>
                  <a:pt x="71" y="263"/>
                </a:cubicBezTo>
                <a:cubicBezTo>
                  <a:pt x="89" y="276"/>
                  <a:pt x="109" y="287"/>
                  <a:pt x="130" y="294"/>
                </a:cubicBezTo>
                <a:cubicBezTo>
                  <a:pt x="144" y="323"/>
                  <a:pt x="160" y="350"/>
                  <a:pt x="177" y="377"/>
                </a:cubicBezTo>
                <a:cubicBezTo>
                  <a:pt x="169" y="375"/>
                  <a:pt x="161" y="372"/>
                  <a:pt x="154" y="369"/>
                </a:cubicBezTo>
                <a:cubicBezTo>
                  <a:pt x="143" y="363"/>
                  <a:pt x="134" y="356"/>
                  <a:pt x="123" y="351"/>
                </a:cubicBezTo>
                <a:cubicBezTo>
                  <a:pt x="121" y="350"/>
                  <a:pt x="119" y="353"/>
                  <a:pt x="120" y="355"/>
                </a:cubicBezTo>
                <a:cubicBezTo>
                  <a:pt x="133" y="377"/>
                  <a:pt x="163" y="389"/>
                  <a:pt x="188" y="393"/>
                </a:cubicBezTo>
                <a:cubicBezTo>
                  <a:pt x="191" y="399"/>
                  <a:pt x="195" y="404"/>
                  <a:pt x="199" y="410"/>
                </a:cubicBezTo>
                <a:cubicBezTo>
                  <a:pt x="215" y="432"/>
                  <a:pt x="232" y="455"/>
                  <a:pt x="251" y="477"/>
                </a:cubicBezTo>
                <a:cubicBezTo>
                  <a:pt x="226" y="470"/>
                  <a:pt x="202" y="461"/>
                  <a:pt x="178" y="451"/>
                </a:cubicBezTo>
                <a:cubicBezTo>
                  <a:pt x="173" y="450"/>
                  <a:pt x="171" y="456"/>
                  <a:pt x="175" y="458"/>
                </a:cubicBezTo>
                <a:cubicBezTo>
                  <a:pt x="202" y="476"/>
                  <a:pt x="235" y="488"/>
                  <a:pt x="267" y="496"/>
                </a:cubicBezTo>
                <a:cubicBezTo>
                  <a:pt x="286" y="519"/>
                  <a:pt x="307" y="541"/>
                  <a:pt x="330" y="560"/>
                </a:cubicBezTo>
                <a:cubicBezTo>
                  <a:pt x="306" y="560"/>
                  <a:pt x="282" y="556"/>
                  <a:pt x="259" y="550"/>
                </a:cubicBezTo>
                <a:cubicBezTo>
                  <a:pt x="253" y="548"/>
                  <a:pt x="251" y="557"/>
                  <a:pt x="257" y="559"/>
                </a:cubicBezTo>
                <a:cubicBezTo>
                  <a:pt x="286" y="571"/>
                  <a:pt x="315" y="575"/>
                  <a:pt x="346" y="574"/>
                </a:cubicBezTo>
                <a:cubicBezTo>
                  <a:pt x="368" y="592"/>
                  <a:pt x="392" y="608"/>
                  <a:pt x="417" y="621"/>
                </a:cubicBezTo>
                <a:cubicBezTo>
                  <a:pt x="397" y="622"/>
                  <a:pt x="377" y="622"/>
                  <a:pt x="356" y="619"/>
                </a:cubicBezTo>
                <a:cubicBezTo>
                  <a:pt x="352" y="619"/>
                  <a:pt x="351" y="626"/>
                  <a:pt x="355" y="627"/>
                </a:cubicBezTo>
                <a:cubicBezTo>
                  <a:pt x="384" y="637"/>
                  <a:pt x="416" y="639"/>
                  <a:pt x="446" y="635"/>
                </a:cubicBezTo>
                <a:cubicBezTo>
                  <a:pt x="459" y="641"/>
                  <a:pt x="473" y="646"/>
                  <a:pt x="487" y="650"/>
                </a:cubicBezTo>
                <a:cubicBezTo>
                  <a:pt x="355" y="677"/>
                  <a:pt x="214" y="635"/>
                  <a:pt x="128" y="526"/>
                </a:cubicBezTo>
                <a:close/>
                <a:moveTo>
                  <a:pt x="477" y="625"/>
                </a:moveTo>
                <a:cubicBezTo>
                  <a:pt x="470" y="623"/>
                  <a:pt x="463" y="620"/>
                  <a:pt x="456" y="618"/>
                </a:cubicBezTo>
                <a:cubicBezTo>
                  <a:pt x="428" y="598"/>
                  <a:pt x="417" y="567"/>
                  <a:pt x="411" y="535"/>
                </a:cubicBezTo>
                <a:cubicBezTo>
                  <a:pt x="410" y="528"/>
                  <a:pt x="402" y="531"/>
                  <a:pt x="401" y="536"/>
                </a:cubicBezTo>
                <a:cubicBezTo>
                  <a:pt x="398" y="560"/>
                  <a:pt x="406" y="582"/>
                  <a:pt x="419" y="601"/>
                </a:cubicBezTo>
                <a:cubicBezTo>
                  <a:pt x="398" y="590"/>
                  <a:pt x="379" y="578"/>
                  <a:pt x="361" y="564"/>
                </a:cubicBezTo>
                <a:cubicBezTo>
                  <a:pt x="361" y="563"/>
                  <a:pt x="360" y="562"/>
                  <a:pt x="360" y="562"/>
                </a:cubicBezTo>
                <a:cubicBezTo>
                  <a:pt x="336" y="536"/>
                  <a:pt x="327" y="504"/>
                  <a:pt x="327" y="469"/>
                </a:cubicBezTo>
                <a:cubicBezTo>
                  <a:pt x="327" y="463"/>
                  <a:pt x="317" y="461"/>
                  <a:pt x="316" y="468"/>
                </a:cubicBezTo>
                <a:cubicBezTo>
                  <a:pt x="312" y="491"/>
                  <a:pt x="316" y="514"/>
                  <a:pt x="325" y="534"/>
                </a:cubicBezTo>
                <a:cubicBezTo>
                  <a:pt x="310" y="520"/>
                  <a:pt x="295" y="505"/>
                  <a:pt x="281" y="489"/>
                </a:cubicBezTo>
                <a:cubicBezTo>
                  <a:pt x="281" y="489"/>
                  <a:pt x="281" y="488"/>
                  <a:pt x="280" y="488"/>
                </a:cubicBezTo>
                <a:cubicBezTo>
                  <a:pt x="261" y="453"/>
                  <a:pt x="258" y="419"/>
                  <a:pt x="262" y="380"/>
                </a:cubicBezTo>
                <a:cubicBezTo>
                  <a:pt x="262" y="375"/>
                  <a:pt x="254" y="374"/>
                  <a:pt x="253" y="379"/>
                </a:cubicBezTo>
                <a:cubicBezTo>
                  <a:pt x="244" y="405"/>
                  <a:pt x="245" y="432"/>
                  <a:pt x="253" y="458"/>
                </a:cubicBezTo>
                <a:cubicBezTo>
                  <a:pt x="235" y="436"/>
                  <a:pt x="218" y="414"/>
                  <a:pt x="202" y="392"/>
                </a:cubicBezTo>
                <a:cubicBezTo>
                  <a:pt x="203" y="390"/>
                  <a:pt x="204" y="389"/>
                  <a:pt x="203" y="386"/>
                </a:cubicBezTo>
                <a:cubicBezTo>
                  <a:pt x="191" y="353"/>
                  <a:pt x="193" y="322"/>
                  <a:pt x="201" y="288"/>
                </a:cubicBezTo>
                <a:cubicBezTo>
                  <a:pt x="202" y="284"/>
                  <a:pt x="195" y="280"/>
                  <a:pt x="192" y="285"/>
                </a:cubicBezTo>
                <a:cubicBezTo>
                  <a:pt x="179" y="309"/>
                  <a:pt x="177" y="337"/>
                  <a:pt x="182" y="363"/>
                </a:cubicBezTo>
                <a:cubicBezTo>
                  <a:pt x="168" y="340"/>
                  <a:pt x="154" y="317"/>
                  <a:pt x="141" y="293"/>
                </a:cubicBezTo>
                <a:cubicBezTo>
                  <a:pt x="142" y="291"/>
                  <a:pt x="142" y="290"/>
                  <a:pt x="142" y="288"/>
                </a:cubicBezTo>
                <a:cubicBezTo>
                  <a:pt x="133" y="267"/>
                  <a:pt x="134" y="248"/>
                  <a:pt x="139" y="226"/>
                </a:cubicBezTo>
                <a:cubicBezTo>
                  <a:pt x="141" y="221"/>
                  <a:pt x="133" y="217"/>
                  <a:pt x="130" y="222"/>
                </a:cubicBezTo>
                <a:cubicBezTo>
                  <a:pt x="125" y="232"/>
                  <a:pt x="123" y="243"/>
                  <a:pt x="122" y="254"/>
                </a:cubicBezTo>
                <a:cubicBezTo>
                  <a:pt x="117" y="243"/>
                  <a:pt x="113" y="232"/>
                  <a:pt x="108" y="220"/>
                </a:cubicBezTo>
                <a:cubicBezTo>
                  <a:pt x="107" y="217"/>
                  <a:pt x="106" y="215"/>
                  <a:pt x="105" y="212"/>
                </a:cubicBezTo>
                <a:cubicBezTo>
                  <a:pt x="108" y="211"/>
                  <a:pt x="111" y="208"/>
                  <a:pt x="109" y="205"/>
                </a:cubicBezTo>
                <a:cubicBezTo>
                  <a:pt x="100" y="188"/>
                  <a:pt x="107" y="175"/>
                  <a:pt x="116" y="161"/>
                </a:cubicBezTo>
                <a:cubicBezTo>
                  <a:pt x="119" y="157"/>
                  <a:pt x="114" y="154"/>
                  <a:pt x="110" y="155"/>
                </a:cubicBezTo>
                <a:cubicBezTo>
                  <a:pt x="101" y="160"/>
                  <a:pt x="96" y="168"/>
                  <a:pt x="94" y="178"/>
                </a:cubicBezTo>
                <a:cubicBezTo>
                  <a:pt x="86" y="151"/>
                  <a:pt x="80" y="123"/>
                  <a:pt x="76" y="94"/>
                </a:cubicBezTo>
                <a:cubicBezTo>
                  <a:pt x="75" y="89"/>
                  <a:pt x="72" y="68"/>
                  <a:pt x="69" y="52"/>
                </a:cubicBezTo>
                <a:cubicBezTo>
                  <a:pt x="69" y="51"/>
                  <a:pt x="70" y="50"/>
                  <a:pt x="70" y="50"/>
                </a:cubicBezTo>
                <a:cubicBezTo>
                  <a:pt x="97" y="184"/>
                  <a:pt x="291" y="242"/>
                  <a:pt x="371" y="334"/>
                </a:cubicBezTo>
                <a:cubicBezTo>
                  <a:pt x="435" y="408"/>
                  <a:pt x="433" y="489"/>
                  <a:pt x="467" y="574"/>
                </a:cubicBezTo>
                <a:cubicBezTo>
                  <a:pt x="478" y="600"/>
                  <a:pt x="494" y="622"/>
                  <a:pt x="516" y="635"/>
                </a:cubicBezTo>
                <a:cubicBezTo>
                  <a:pt x="502" y="632"/>
                  <a:pt x="489" y="629"/>
                  <a:pt x="477" y="625"/>
                </a:cubicBezTo>
                <a:close/>
              </a:path>
            </a:pathLst>
          </a:custGeom>
          <a:solidFill>
            <a:srgbClr val="A5A5A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4" name="文本框 14" title=""/>
          <p:cNvSpPr txBox="1">
            <a:spLocks noChangeArrowheads="1"/>
          </p:cNvSpPr>
          <p:nvPr/>
        </p:nvSpPr>
        <p:spPr bwMode="auto">
          <a:xfrm>
            <a:off x="1899532" y="410668"/>
            <a:ext cx="841198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600" b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No.1  </a:t>
            </a:r>
            <a:r>
              <a:rPr lang="zh-CN" altLang="en-US" sz="3600" b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使用生动的形容词 （积极</a:t>
            </a:r>
            <a:r>
              <a:rPr lang="en-US" altLang="zh-CN" sz="3600" b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&amp;</a:t>
            </a:r>
            <a:r>
              <a:rPr lang="zh-CN" altLang="en-US" sz="3600" b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消极）</a:t>
            </a:r>
            <a:endParaRPr lang="zh-CN" altLang="en-US" sz="3600" b="1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4" name="矩形 3" title=""/>
          <p:cNvSpPr/>
          <p:nvPr/>
        </p:nvSpPr>
        <p:spPr>
          <a:xfrm>
            <a:off x="105103" y="1219395"/>
            <a:ext cx="11845159" cy="4661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27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【关于星星的形容词】</a:t>
            </a:r>
            <a:endParaRPr lang="zh-CN" altLang="en-US" sz="2700" b="1" u="sng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zh-CN" altLang="en-US" sz="27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积极形容词：</a:t>
            </a: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lovely, little, </a:t>
            </a:r>
            <a:r>
              <a:rPr lang="en-US" altLang="zh-CN" sz="2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sparkling/shining/glowing/twinkling </a:t>
            </a:r>
            <a:r>
              <a:rPr lang="zh-CN" altLang="en-US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亮闪闪的</a:t>
            </a:r>
            <a:endParaRPr lang="zh-CN" altLang="en-US" sz="2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7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消极形容词：</a:t>
            </a:r>
            <a:r>
              <a:rPr lang="en-US" altLang="zh-CN" sz="2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pale/faint </a:t>
            </a:r>
            <a:r>
              <a:rPr lang="zh-CN" altLang="en-US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暗淡的</a:t>
            </a: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sz="2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starless</a:t>
            </a:r>
            <a:r>
              <a:rPr lang="zh-CN" altLang="en-US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没有星星的</a:t>
            </a:r>
            <a:endParaRPr lang="zh-CN" altLang="en-US" sz="2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7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e.g. the few pale stars </a:t>
            </a:r>
            <a:r>
              <a:rPr lang="zh-CN" altLang="en-US" sz="27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零零散散的暗淡的星星</a:t>
            </a:r>
            <a:endParaRPr lang="zh-CN" altLang="en-US"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700">
                <a:latin typeface="Times New Roman" panose="02020603050405020304" pitchFamily="18" charset="0"/>
                <a:cs typeface="Times New Roman" panose="02020603050405020304" pitchFamily="18" charset="0"/>
              </a:rPr>
              <a:t>       dark starless night </a:t>
            </a:r>
            <a:r>
              <a:rPr lang="zh-CN" altLang="en-US" sz="2700">
                <a:latin typeface="Times New Roman" panose="02020603050405020304" pitchFamily="18" charset="0"/>
                <a:cs typeface="Times New Roman" panose="02020603050405020304" pitchFamily="18" charset="0"/>
              </a:rPr>
              <a:t>昏暗的没有星星的夜晚</a:t>
            </a:r>
            <a:endParaRPr lang="zh-CN" altLang="en-US"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7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zh-CN" altLang="en-US" sz="27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【关于太阳</a:t>
            </a:r>
            <a:r>
              <a:rPr lang="en-US" altLang="zh-CN" sz="27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7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阳光的形容词】</a:t>
            </a:r>
            <a:endParaRPr lang="zh-CN" altLang="en-US" sz="2700" u="sng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7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积极的形容词：</a:t>
            </a: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warm, </a:t>
            </a:r>
            <a:r>
              <a:rPr lang="en-US" altLang="zh-CN" sz="2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amber-like </a:t>
            </a:r>
            <a:r>
              <a:rPr lang="zh-CN" altLang="en-US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像琥珀一样的</a:t>
            </a: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</a:t>
            </a:r>
            <a:r>
              <a:rPr lang="en-US" altLang="zh-CN" sz="2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dazzling</a:t>
            </a:r>
            <a:r>
              <a:rPr lang="zh-CN" altLang="en-US" sz="2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耀眼的</a:t>
            </a:r>
            <a:endParaRPr lang="zh-CN" altLang="en-US" sz="2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7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消极的形容词：</a:t>
            </a:r>
            <a:r>
              <a:rPr lang="en-US" altLang="zh-CN" sz="2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burning/scorching</a:t>
            </a:r>
            <a:r>
              <a:rPr lang="zh-CN" altLang="en-US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火辣辣的</a:t>
            </a: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sz="2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scalding</a:t>
            </a:r>
            <a:r>
              <a:rPr lang="zh-CN" altLang="en-US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炙热的</a:t>
            </a:r>
            <a:endParaRPr lang="zh-CN" altLang="en-US" sz="27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en-US" altLang="zh-CN" sz="27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e.g. the warm amber-like sunshine  </a:t>
            </a:r>
            <a:r>
              <a:rPr lang="zh-CN" altLang="en-US" sz="27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温暖的琥珀色的阳光</a:t>
            </a:r>
            <a:endParaRPr lang="en-US" altLang="zh-CN" sz="27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endParaRPr lang="en-US" altLang="zh-CN" sz="2700" b="1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 title=""/>
          <p:cNvSpPr/>
          <p:nvPr/>
        </p:nvSpPr>
        <p:spPr>
          <a:xfrm>
            <a:off x="105103" y="5721440"/>
            <a:ext cx="11687504" cy="5078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2700" b="1" kern="100">
                <a:solidFill>
                  <a:schemeClr val="bg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Tip1</a:t>
            </a:r>
            <a:r>
              <a:rPr lang="zh-CN" altLang="en-US" sz="2700" b="1" kern="100">
                <a:solidFill>
                  <a:schemeClr val="bg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：使用两个或者三个并列的形容词来描写自然景物，效果会更好。</a:t>
            </a:r>
            <a:endParaRPr lang="zh-CN" altLang="en-US" sz="2700" b="1" kern="100">
              <a:solidFill>
                <a:schemeClr val="bg1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0731" name="branches-with-leaves_13418" title=""/>
          <p:cNvSpPr>
            <a:spLocks noChangeAspect="1" noChangeArrowheads="1"/>
          </p:cNvSpPr>
          <p:nvPr/>
        </p:nvSpPr>
        <p:spPr bwMode="auto">
          <a:xfrm>
            <a:off x="5830888" y="-116388"/>
            <a:ext cx="549275" cy="609600"/>
          </a:xfrm>
          <a:custGeom>
            <a:gdLst>
              <a:gd name="T0" fmla="*/ 74249 w 651"/>
              <a:gd name="T1" fmla="*/ 522635 h 722"/>
              <a:gd name="T2" fmla="*/ 0 w 651"/>
              <a:gd name="T3" fmla="*/ 366435 h 722"/>
              <a:gd name="T4" fmla="*/ 423558 w 651"/>
              <a:gd name="T5" fmla="*/ 374879 h 722"/>
              <a:gd name="T6" fmla="*/ 449714 w 651"/>
              <a:gd name="T7" fmla="*/ 287914 h 722"/>
              <a:gd name="T8" fmla="*/ 188998 w 651"/>
              <a:gd name="T9" fmla="*/ 243165 h 722"/>
              <a:gd name="T10" fmla="*/ 188998 w 651"/>
              <a:gd name="T11" fmla="*/ 607067 h 722"/>
              <a:gd name="T12" fmla="*/ 129936 w 651"/>
              <a:gd name="T13" fmla="*/ 580049 h 722"/>
              <a:gd name="T14" fmla="*/ 128249 w 651"/>
              <a:gd name="T15" fmla="*/ 559785 h 722"/>
              <a:gd name="T16" fmla="*/ 84374 w 651"/>
              <a:gd name="T17" fmla="*/ 542054 h 722"/>
              <a:gd name="T18" fmla="*/ 148498 w 651"/>
              <a:gd name="T19" fmla="*/ 554719 h 722"/>
              <a:gd name="T20" fmla="*/ 150186 w 651"/>
              <a:gd name="T21" fmla="*/ 503216 h 722"/>
              <a:gd name="T22" fmla="*/ 91968 w 651"/>
              <a:gd name="T23" fmla="*/ 413717 h 722"/>
              <a:gd name="T24" fmla="*/ 110530 w 651"/>
              <a:gd name="T25" fmla="*/ 407807 h 722"/>
              <a:gd name="T26" fmla="*/ 59906 w 651"/>
              <a:gd name="T27" fmla="*/ 296357 h 722"/>
              <a:gd name="T28" fmla="*/ 138373 w 651"/>
              <a:gd name="T29" fmla="*/ 286225 h 722"/>
              <a:gd name="T30" fmla="*/ 129936 w 651"/>
              <a:gd name="T31" fmla="*/ 220368 h 722"/>
              <a:gd name="T32" fmla="*/ 129936 w 651"/>
              <a:gd name="T33" fmla="*/ 256674 h 722"/>
              <a:gd name="T34" fmla="*/ 145123 w 651"/>
              <a:gd name="T35" fmla="*/ 335196 h 722"/>
              <a:gd name="T36" fmla="*/ 172123 w 651"/>
              <a:gd name="T37" fmla="*/ 404430 h 722"/>
              <a:gd name="T38" fmla="*/ 180560 w 651"/>
              <a:gd name="T39" fmla="*/ 415406 h 722"/>
              <a:gd name="T40" fmla="*/ 179717 w 651"/>
              <a:gd name="T41" fmla="*/ 530234 h 722"/>
              <a:gd name="T42" fmla="*/ 506244 w 651"/>
              <a:gd name="T43" fmla="*/ 439891 h 722"/>
              <a:gd name="T44" fmla="*/ 468276 w 651"/>
              <a:gd name="T45" fmla="*/ 492239 h 722"/>
              <a:gd name="T46" fmla="*/ 472495 w 651"/>
              <a:gd name="T47" fmla="*/ 531922 h 722"/>
              <a:gd name="T48" fmla="*/ 362808 w 651"/>
              <a:gd name="T49" fmla="*/ 538677 h 722"/>
              <a:gd name="T50" fmla="*/ 317246 w 651"/>
              <a:gd name="T51" fmla="*/ 595247 h 722"/>
              <a:gd name="T52" fmla="*/ 270841 w 651"/>
              <a:gd name="T53" fmla="*/ 550498 h 722"/>
              <a:gd name="T54" fmla="*/ 235404 w 651"/>
              <a:gd name="T55" fmla="*/ 474509 h 722"/>
              <a:gd name="T56" fmla="*/ 277591 w 651"/>
              <a:gd name="T57" fmla="*/ 460155 h 722"/>
              <a:gd name="T58" fmla="*/ 261560 w 651"/>
              <a:gd name="T59" fmla="*/ 379100 h 722"/>
              <a:gd name="T60" fmla="*/ 266622 w 651"/>
              <a:gd name="T61" fmla="*/ 336884 h 722"/>
              <a:gd name="T62" fmla="*/ 286028 w 651"/>
              <a:gd name="T63" fmla="*/ 374879 h 722"/>
              <a:gd name="T64" fmla="*/ 307122 w 651"/>
              <a:gd name="T65" fmla="*/ 395142 h 722"/>
              <a:gd name="T66" fmla="*/ 324840 w 651"/>
              <a:gd name="T67" fmla="*/ 341950 h 722"/>
              <a:gd name="T68" fmla="*/ 341715 w 651"/>
              <a:gd name="T69" fmla="*/ 344483 h 722"/>
              <a:gd name="T70" fmla="*/ 355215 w 651"/>
              <a:gd name="T71" fmla="*/ 265961 h 722"/>
              <a:gd name="T72" fmla="*/ 281809 w 651"/>
              <a:gd name="T73" fmla="*/ 209392 h 722"/>
              <a:gd name="T74" fmla="*/ 296997 w 651"/>
              <a:gd name="T75" fmla="*/ 156199 h 722"/>
              <a:gd name="T76" fmla="*/ 256497 w 651"/>
              <a:gd name="T77" fmla="*/ 76833 h 722"/>
              <a:gd name="T78" fmla="*/ 272528 w 651"/>
              <a:gd name="T79" fmla="*/ 113139 h 722"/>
              <a:gd name="T80" fmla="*/ 302903 w 651"/>
              <a:gd name="T81" fmla="*/ 101319 h 722"/>
              <a:gd name="T82" fmla="*/ 319778 w 651"/>
              <a:gd name="T83" fmla="*/ 131714 h 722"/>
              <a:gd name="T84" fmla="*/ 323153 w 651"/>
              <a:gd name="T85" fmla="*/ 186595 h 722"/>
              <a:gd name="T86" fmla="*/ 397402 w 651"/>
              <a:gd name="T87" fmla="*/ 261740 h 722"/>
              <a:gd name="T88" fmla="*/ 408370 w 651"/>
              <a:gd name="T89" fmla="*/ 193350 h 722"/>
              <a:gd name="T90" fmla="*/ 431995 w 651"/>
              <a:gd name="T91" fmla="*/ 196727 h 722"/>
              <a:gd name="T92" fmla="*/ 450557 w 651"/>
              <a:gd name="T93" fmla="*/ 180685 h 722"/>
              <a:gd name="T94" fmla="*/ 394871 w 651"/>
              <a:gd name="T95" fmla="*/ 282848 h 722"/>
              <a:gd name="T96" fmla="*/ 372090 w 651"/>
              <a:gd name="T97" fmla="*/ 358837 h 722"/>
              <a:gd name="T98" fmla="*/ 421870 w 651"/>
              <a:gd name="T99" fmla="*/ 382478 h 722"/>
              <a:gd name="T100" fmla="*/ 442120 w 651"/>
              <a:gd name="T101" fmla="*/ 385011 h 722"/>
              <a:gd name="T102" fmla="*/ 414277 w 651"/>
              <a:gd name="T103" fmla="*/ 423005 h 722"/>
              <a:gd name="T104" fmla="*/ 396558 w 651"/>
              <a:gd name="T105" fmla="*/ 471976 h 722"/>
              <a:gd name="T106" fmla="*/ 465745 w 651"/>
              <a:gd name="T107" fmla="*/ 457622 h 722"/>
              <a:gd name="T108" fmla="*/ 502869 w 651"/>
              <a:gd name="T109" fmla="*/ 437358 h 722"/>
              <a:gd name="T110" fmla="*/ 267466 w 651"/>
              <a:gd name="T111" fmla="*/ 488018 h 722"/>
              <a:gd name="T112" fmla="*/ 355215 w 651"/>
              <a:gd name="T113" fmla="*/ 350393 h 722"/>
              <a:gd name="T114" fmla="*/ 359433 w 651"/>
              <a:gd name="T115" fmla="*/ 375723 h 722"/>
              <a:gd name="T116" fmla="*/ 318934 w 651"/>
              <a:gd name="T117" fmla="*/ 429760 h 722"/>
              <a:gd name="T118" fmla="*/ 301215 w 651"/>
              <a:gd name="T119" fmla="*/ 486329 h 722"/>
              <a:gd name="T120" fmla="*/ 320621 w 651"/>
              <a:gd name="T121" fmla="*/ 542054 h 722"/>
              <a:gd name="T122" fmla="*/ 377152 w 651"/>
              <a:gd name="T123" fmla="*/ 472820 h 722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651" h="722">
                <a:moveTo>
                  <a:pt x="587" y="710"/>
                </a:moveTo>
                <a:lnTo>
                  <a:pt x="585" y="707"/>
                </a:lnTo>
                <a:cubicBezTo>
                  <a:pt x="539" y="668"/>
                  <a:pt x="563" y="634"/>
                  <a:pt x="563" y="634"/>
                </a:cubicBezTo>
                <a:cubicBezTo>
                  <a:pt x="598" y="651"/>
                  <a:pt x="587" y="710"/>
                  <a:pt x="587" y="710"/>
                </a:cubicBezTo>
                <a:close/>
                <a:moveTo>
                  <a:pt x="129" y="286"/>
                </a:moveTo>
                <a:cubicBezTo>
                  <a:pt x="129" y="286"/>
                  <a:pt x="97" y="277"/>
                  <a:pt x="90" y="309"/>
                </a:cubicBezTo>
                <a:cubicBezTo>
                  <a:pt x="90" y="309"/>
                  <a:pt x="112" y="317"/>
                  <a:pt x="129" y="286"/>
                </a:cubicBezTo>
                <a:close/>
                <a:moveTo>
                  <a:pt x="198" y="403"/>
                </a:moveTo>
                <a:cubicBezTo>
                  <a:pt x="198" y="403"/>
                  <a:pt x="183" y="422"/>
                  <a:pt x="208" y="449"/>
                </a:cubicBezTo>
                <a:cubicBezTo>
                  <a:pt x="208" y="449"/>
                  <a:pt x="227" y="421"/>
                  <a:pt x="198" y="403"/>
                </a:cubicBezTo>
                <a:close/>
                <a:moveTo>
                  <a:pt x="84" y="711"/>
                </a:moveTo>
                <a:cubicBezTo>
                  <a:pt x="84" y="711"/>
                  <a:pt x="112" y="722"/>
                  <a:pt x="134" y="682"/>
                </a:cubicBezTo>
                <a:cubicBezTo>
                  <a:pt x="134" y="682"/>
                  <a:pt x="94" y="670"/>
                  <a:pt x="84" y="711"/>
                </a:cubicBezTo>
                <a:close/>
                <a:moveTo>
                  <a:pt x="88" y="619"/>
                </a:moveTo>
                <a:cubicBezTo>
                  <a:pt x="88" y="619"/>
                  <a:pt x="90" y="636"/>
                  <a:pt x="116" y="635"/>
                </a:cubicBezTo>
                <a:cubicBezTo>
                  <a:pt x="116" y="635"/>
                  <a:pt x="111" y="612"/>
                  <a:pt x="88" y="619"/>
                </a:cubicBezTo>
                <a:close/>
                <a:moveTo>
                  <a:pt x="123" y="608"/>
                </a:moveTo>
                <a:cubicBezTo>
                  <a:pt x="123" y="608"/>
                  <a:pt x="111" y="615"/>
                  <a:pt x="119" y="634"/>
                </a:cubicBezTo>
                <a:cubicBezTo>
                  <a:pt x="119" y="634"/>
                  <a:pt x="134" y="623"/>
                  <a:pt x="123" y="608"/>
                </a:cubicBezTo>
                <a:close/>
                <a:moveTo>
                  <a:pt x="163" y="232"/>
                </a:moveTo>
                <a:cubicBezTo>
                  <a:pt x="163" y="232"/>
                  <a:pt x="158" y="209"/>
                  <a:pt x="135" y="215"/>
                </a:cubicBezTo>
                <a:cubicBezTo>
                  <a:pt x="135" y="215"/>
                  <a:pt x="138" y="232"/>
                  <a:pt x="163" y="232"/>
                </a:cubicBezTo>
                <a:close/>
                <a:moveTo>
                  <a:pt x="170" y="204"/>
                </a:moveTo>
                <a:cubicBezTo>
                  <a:pt x="170" y="204"/>
                  <a:pt x="158" y="211"/>
                  <a:pt x="166" y="230"/>
                </a:cubicBezTo>
                <a:cubicBezTo>
                  <a:pt x="166" y="230"/>
                  <a:pt x="182" y="220"/>
                  <a:pt x="170" y="204"/>
                </a:cubicBezTo>
                <a:close/>
                <a:moveTo>
                  <a:pt x="0" y="434"/>
                </a:moveTo>
                <a:cubicBezTo>
                  <a:pt x="0" y="434"/>
                  <a:pt x="33" y="445"/>
                  <a:pt x="59" y="401"/>
                </a:cubicBezTo>
                <a:cubicBezTo>
                  <a:pt x="59" y="401"/>
                  <a:pt x="12" y="388"/>
                  <a:pt x="0" y="434"/>
                </a:cubicBezTo>
                <a:close/>
                <a:moveTo>
                  <a:pt x="312" y="457"/>
                </a:moveTo>
                <a:cubicBezTo>
                  <a:pt x="312" y="457"/>
                  <a:pt x="290" y="451"/>
                  <a:pt x="285" y="473"/>
                </a:cubicBezTo>
                <a:cubicBezTo>
                  <a:pt x="285" y="473"/>
                  <a:pt x="300" y="479"/>
                  <a:pt x="312" y="457"/>
                </a:cubicBezTo>
                <a:close/>
                <a:moveTo>
                  <a:pt x="59" y="395"/>
                </a:moveTo>
                <a:cubicBezTo>
                  <a:pt x="59" y="395"/>
                  <a:pt x="56" y="358"/>
                  <a:pt x="16" y="363"/>
                </a:cubicBezTo>
                <a:cubicBezTo>
                  <a:pt x="16" y="363"/>
                  <a:pt x="16" y="390"/>
                  <a:pt x="59" y="395"/>
                </a:cubicBezTo>
                <a:close/>
                <a:moveTo>
                  <a:pt x="511" y="508"/>
                </a:moveTo>
                <a:cubicBezTo>
                  <a:pt x="511" y="508"/>
                  <a:pt x="511" y="534"/>
                  <a:pt x="549" y="539"/>
                </a:cubicBezTo>
                <a:cubicBezTo>
                  <a:pt x="549" y="539"/>
                  <a:pt x="547" y="504"/>
                  <a:pt x="511" y="508"/>
                </a:cubicBezTo>
                <a:close/>
                <a:moveTo>
                  <a:pt x="375" y="119"/>
                </a:moveTo>
                <a:cubicBezTo>
                  <a:pt x="375" y="119"/>
                  <a:pt x="388" y="90"/>
                  <a:pt x="357" y="78"/>
                </a:cubicBezTo>
                <a:cubicBezTo>
                  <a:pt x="357" y="78"/>
                  <a:pt x="347" y="99"/>
                  <a:pt x="375" y="119"/>
                </a:cubicBezTo>
                <a:close/>
                <a:moveTo>
                  <a:pt x="487" y="388"/>
                </a:moveTo>
                <a:cubicBezTo>
                  <a:pt x="487" y="388"/>
                  <a:pt x="469" y="412"/>
                  <a:pt x="502" y="444"/>
                </a:cubicBezTo>
                <a:cubicBezTo>
                  <a:pt x="502" y="444"/>
                  <a:pt x="524" y="409"/>
                  <a:pt x="487" y="388"/>
                </a:cubicBezTo>
                <a:close/>
                <a:moveTo>
                  <a:pt x="605" y="547"/>
                </a:moveTo>
                <a:cubicBezTo>
                  <a:pt x="605" y="547"/>
                  <a:pt x="594" y="569"/>
                  <a:pt x="625" y="590"/>
                </a:cubicBezTo>
                <a:cubicBezTo>
                  <a:pt x="625" y="590"/>
                  <a:pt x="638" y="559"/>
                  <a:pt x="605" y="547"/>
                </a:cubicBezTo>
                <a:close/>
                <a:moveTo>
                  <a:pt x="607" y="544"/>
                </a:moveTo>
                <a:cubicBezTo>
                  <a:pt x="607" y="544"/>
                  <a:pt x="621" y="562"/>
                  <a:pt x="651" y="544"/>
                </a:cubicBezTo>
                <a:cubicBezTo>
                  <a:pt x="651" y="544"/>
                  <a:pt x="629" y="521"/>
                  <a:pt x="607" y="544"/>
                </a:cubicBezTo>
                <a:close/>
                <a:moveTo>
                  <a:pt x="519" y="175"/>
                </a:moveTo>
                <a:cubicBezTo>
                  <a:pt x="519" y="175"/>
                  <a:pt x="529" y="159"/>
                  <a:pt x="507" y="141"/>
                </a:cubicBezTo>
                <a:cubicBezTo>
                  <a:pt x="507" y="141"/>
                  <a:pt x="495" y="164"/>
                  <a:pt x="519" y="175"/>
                </a:cubicBezTo>
                <a:close/>
                <a:moveTo>
                  <a:pt x="518" y="177"/>
                </a:moveTo>
                <a:cubicBezTo>
                  <a:pt x="518" y="177"/>
                  <a:pt x="508" y="163"/>
                  <a:pt x="485" y="175"/>
                </a:cubicBezTo>
                <a:cubicBezTo>
                  <a:pt x="485" y="175"/>
                  <a:pt x="500" y="193"/>
                  <a:pt x="518" y="177"/>
                </a:cubicBezTo>
                <a:close/>
                <a:moveTo>
                  <a:pt x="533" y="341"/>
                </a:moveTo>
                <a:cubicBezTo>
                  <a:pt x="533" y="341"/>
                  <a:pt x="551" y="301"/>
                  <a:pt x="510" y="284"/>
                </a:cubicBezTo>
                <a:cubicBezTo>
                  <a:pt x="510" y="284"/>
                  <a:pt x="494" y="312"/>
                  <a:pt x="533" y="341"/>
                </a:cubicBezTo>
                <a:close/>
                <a:moveTo>
                  <a:pt x="569" y="282"/>
                </a:moveTo>
                <a:cubicBezTo>
                  <a:pt x="569" y="282"/>
                  <a:pt x="542" y="251"/>
                  <a:pt x="512" y="280"/>
                </a:cubicBezTo>
                <a:cubicBezTo>
                  <a:pt x="512" y="280"/>
                  <a:pt x="530" y="304"/>
                  <a:pt x="569" y="282"/>
                </a:cubicBezTo>
                <a:close/>
                <a:moveTo>
                  <a:pt x="357" y="21"/>
                </a:moveTo>
                <a:cubicBezTo>
                  <a:pt x="357" y="21"/>
                  <a:pt x="311" y="13"/>
                  <a:pt x="305" y="59"/>
                </a:cubicBezTo>
                <a:cubicBezTo>
                  <a:pt x="305" y="59"/>
                  <a:pt x="338" y="67"/>
                  <a:pt x="357" y="21"/>
                </a:cubicBezTo>
                <a:close/>
                <a:moveTo>
                  <a:pt x="301" y="58"/>
                </a:moveTo>
                <a:cubicBezTo>
                  <a:pt x="301" y="58"/>
                  <a:pt x="320" y="34"/>
                  <a:pt x="288" y="0"/>
                </a:cubicBezTo>
                <a:cubicBezTo>
                  <a:pt x="288" y="0"/>
                  <a:pt x="264" y="36"/>
                  <a:pt x="301" y="58"/>
                </a:cubicBezTo>
                <a:close/>
                <a:moveTo>
                  <a:pt x="224" y="288"/>
                </a:moveTo>
                <a:cubicBezTo>
                  <a:pt x="224" y="288"/>
                  <a:pt x="174" y="302"/>
                  <a:pt x="191" y="352"/>
                </a:cubicBezTo>
                <a:cubicBezTo>
                  <a:pt x="191" y="352"/>
                  <a:pt x="228" y="344"/>
                  <a:pt x="224" y="288"/>
                </a:cubicBezTo>
                <a:close/>
                <a:moveTo>
                  <a:pt x="293" y="555"/>
                </a:moveTo>
                <a:cubicBezTo>
                  <a:pt x="293" y="555"/>
                  <a:pt x="313" y="538"/>
                  <a:pt x="291" y="506"/>
                </a:cubicBezTo>
                <a:cubicBezTo>
                  <a:pt x="291" y="506"/>
                  <a:pt x="266" y="532"/>
                  <a:pt x="293" y="555"/>
                </a:cubicBezTo>
                <a:close/>
                <a:moveTo>
                  <a:pt x="356" y="238"/>
                </a:moveTo>
                <a:cubicBezTo>
                  <a:pt x="356" y="238"/>
                  <a:pt x="367" y="210"/>
                  <a:pt x="329" y="188"/>
                </a:cubicBezTo>
                <a:cubicBezTo>
                  <a:pt x="329" y="188"/>
                  <a:pt x="316" y="227"/>
                  <a:pt x="356" y="238"/>
                </a:cubicBezTo>
                <a:close/>
                <a:moveTo>
                  <a:pt x="601" y="496"/>
                </a:moveTo>
                <a:cubicBezTo>
                  <a:pt x="601" y="496"/>
                  <a:pt x="614" y="483"/>
                  <a:pt x="597" y="462"/>
                </a:cubicBezTo>
                <a:cubicBezTo>
                  <a:pt x="597" y="462"/>
                  <a:pt x="581" y="481"/>
                  <a:pt x="601" y="496"/>
                </a:cubicBezTo>
                <a:close/>
                <a:moveTo>
                  <a:pt x="259" y="718"/>
                </a:moveTo>
                <a:cubicBezTo>
                  <a:pt x="260" y="719"/>
                  <a:pt x="262" y="720"/>
                  <a:pt x="264" y="721"/>
                </a:cubicBezTo>
                <a:lnTo>
                  <a:pt x="225" y="721"/>
                </a:lnTo>
                <a:cubicBezTo>
                  <a:pt x="225" y="720"/>
                  <a:pt x="224" y="720"/>
                  <a:pt x="224" y="719"/>
                </a:cubicBezTo>
                <a:cubicBezTo>
                  <a:pt x="224" y="714"/>
                  <a:pt x="222" y="710"/>
                  <a:pt x="219" y="706"/>
                </a:cubicBezTo>
                <a:cubicBezTo>
                  <a:pt x="216" y="704"/>
                  <a:pt x="213" y="702"/>
                  <a:pt x="210" y="700"/>
                </a:cubicBezTo>
                <a:cubicBezTo>
                  <a:pt x="206" y="698"/>
                  <a:pt x="207" y="693"/>
                  <a:pt x="209" y="690"/>
                </a:cubicBezTo>
                <a:cubicBezTo>
                  <a:pt x="206" y="688"/>
                  <a:pt x="204" y="685"/>
                  <a:pt x="202" y="683"/>
                </a:cubicBezTo>
                <a:cubicBezTo>
                  <a:pt x="202" y="683"/>
                  <a:pt x="202" y="683"/>
                  <a:pt x="202" y="683"/>
                </a:cubicBezTo>
                <a:cubicBezTo>
                  <a:pt x="201" y="683"/>
                  <a:pt x="201" y="683"/>
                  <a:pt x="201" y="683"/>
                </a:cubicBezTo>
                <a:cubicBezTo>
                  <a:pt x="198" y="682"/>
                  <a:pt x="196" y="681"/>
                  <a:pt x="193" y="681"/>
                </a:cubicBezTo>
                <a:cubicBezTo>
                  <a:pt x="189" y="679"/>
                  <a:pt x="185" y="680"/>
                  <a:pt x="181" y="679"/>
                </a:cubicBezTo>
                <a:cubicBezTo>
                  <a:pt x="178" y="678"/>
                  <a:pt x="176" y="677"/>
                  <a:pt x="173" y="676"/>
                </a:cubicBezTo>
                <a:cubicBezTo>
                  <a:pt x="173" y="677"/>
                  <a:pt x="172" y="677"/>
                  <a:pt x="171" y="677"/>
                </a:cubicBezTo>
                <a:cubicBezTo>
                  <a:pt x="168" y="680"/>
                  <a:pt x="165" y="683"/>
                  <a:pt x="161" y="685"/>
                </a:cubicBezTo>
                <a:cubicBezTo>
                  <a:pt x="159" y="686"/>
                  <a:pt x="155" y="686"/>
                  <a:pt x="154" y="687"/>
                </a:cubicBezTo>
                <a:cubicBezTo>
                  <a:pt x="154" y="692"/>
                  <a:pt x="149" y="695"/>
                  <a:pt x="147" y="700"/>
                </a:cubicBezTo>
                <a:cubicBezTo>
                  <a:pt x="146" y="700"/>
                  <a:pt x="146" y="700"/>
                  <a:pt x="146" y="700"/>
                </a:cubicBezTo>
                <a:cubicBezTo>
                  <a:pt x="147" y="697"/>
                  <a:pt x="147" y="694"/>
                  <a:pt x="148" y="691"/>
                </a:cubicBezTo>
                <a:cubicBezTo>
                  <a:pt x="149" y="690"/>
                  <a:pt x="150" y="689"/>
                  <a:pt x="151" y="688"/>
                </a:cubicBezTo>
                <a:cubicBezTo>
                  <a:pt x="150" y="688"/>
                  <a:pt x="150" y="688"/>
                  <a:pt x="150" y="687"/>
                </a:cubicBezTo>
                <a:cubicBezTo>
                  <a:pt x="143" y="684"/>
                  <a:pt x="133" y="680"/>
                  <a:pt x="126" y="680"/>
                </a:cubicBezTo>
                <a:cubicBezTo>
                  <a:pt x="125" y="680"/>
                  <a:pt x="125" y="678"/>
                  <a:pt x="126" y="678"/>
                </a:cubicBezTo>
                <a:cubicBezTo>
                  <a:pt x="131" y="679"/>
                  <a:pt x="137" y="681"/>
                  <a:pt x="142" y="680"/>
                </a:cubicBezTo>
                <a:cubicBezTo>
                  <a:pt x="146" y="679"/>
                  <a:pt x="148" y="679"/>
                  <a:pt x="151" y="680"/>
                </a:cubicBezTo>
                <a:cubicBezTo>
                  <a:pt x="154" y="677"/>
                  <a:pt x="158" y="676"/>
                  <a:pt x="161" y="673"/>
                </a:cubicBezTo>
                <a:cubicBezTo>
                  <a:pt x="161" y="672"/>
                  <a:pt x="161" y="672"/>
                  <a:pt x="161" y="672"/>
                </a:cubicBezTo>
                <a:cubicBezTo>
                  <a:pt x="161" y="672"/>
                  <a:pt x="161" y="672"/>
                  <a:pt x="161" y="671"/>
                </a:cubicBezTo>
                <a:cubicBezTo>
                  <a:pt x="160" y="671"/>
                  <a:pt x="160" y="670"/>
                  <a:pt x="159" y="670"/>
                </a:cubicBezTo>
                <a:cubicBezTo>
                  <a:pt x="156" y="669"/>
                  <a:pt x="154" y="666"/>
                  <a:pt x="152" y="663"/>
                </a:cubicBezTo>
                <a:cubicBezTo>
                  <a:pt x="151" y="662"/>
                  <a:pt x="151" y="660"/>
                  <a:pt x="151" y="659"/>
                </a:cubicBezTo>
                <a:cubicBezTo>
                  <a:pt x="151" y="658"/>
                  <a:pt x="151" y="658"/>
                  <a:pt x="151" y="657"/>
                </a:cubicBezTo>
                <a:cubicBezTo>
                  <a:pt x="149" y="656"/>
                  <a:pt x="148" y="655"/>
                  <a:pt x="146" y="654"/>
                </a:cubicBezTo>
                <a:cubicBezTo>
                  <a:pt x="146" y="654"/>
                  <a:pt x="145" y="655"/>
                  <a:pt x="144" y="654"/>
                </a:cubicBezTo>
                <a:cubicBezTo>
                  <a:pt x="142" y="654"/>
                  <a:pt x="141" y="653"/>
                  <a:pt x="139" y="652"/>
                </a:cubicBezTo>
                <a:cubicBezTo>
                  <a:pt x="138" y="651"/>
                  <a:pt x="137" y="651"/>
                  <a:pt x="137" y="651"/>
                </a:cubicBezTo>
                <a:cubicBezTo>
                  <a:pt x="135" y="651"/>
                  <a:pt x="133" y="651"/>
                  <a:pt x="132" y="651"/>
                </a:cubicBezTo>
                <a:cubicBezTo>
                  <a:pt x="131" y="651"/>
                  <a:pt x="130" y="650"/>
                  <a:pt x="130" y="649"/>
                </a:cubicBezTo>
                <a:cubicBezTo>
                  <a:pt x="128" y="648"/>
                  <a:pt x="127" y="647"/>
                  <a:pt x="125" y="647"/>
                </a:cubicBezTo>
                <a:cubicBezTo>
                  <a:pt x="124" y="647"/>
                  <a:pt x="122" y="647"/>
                  <a:pt x="121" y="647"/>
                </a:cubicBezTo>
                <a:cubicBezTo>
                  <a:pt x="117" y="647"/>
                  <a:pt x="115" y="645"/>
                  <a:pt x="111" y="646"/>
                </a:cubicBezTo>
                <a:cubicBezTo>
                  <a:pt x="110" y="646"/>
                  <a:pt x="109" y="645"/>
                  <a:pt x="109" y="645"/>
                </a:cubicBezTo>
                <a:cubicBezTo>
                  <a:pt x="106" y="644"/>
                  <a:pt x="103" y="644"/>
                  <a:pt x="100" y="644"/>
                </a:cubicBezTo>
                <a:cubicBezTo>
                  <a:pt x="99" y="644"/>
                  <a:pt x="99" y="642"/>
                  <a:pt x="100" y="642"/>
                </a:cubicBezTo>
                <a:cubicBezTo>
                  <a:pt x="105" y="642"/>
                  <a:pt x="110" y="641"/>
                  <a:pt x="114" y="641"/>
                </a:cubicBezTo>
                <a:cubicBezTo>
                  <a:pt x="117" y="641"/>
                  <a:pt x="120" y="640"/>
                  <a:pt x="123" y="641"/>
                </a:cubicBezTo>
                <a:cubicBezTo>
                  <a:pt x="124" y="640"/>
                  <a:pt x="125" y="640"/>
                  <a:pt x="126" y="640"/>
                </a:cubicBezTo>
                <a:cubicBezTo>
                  <a:pt x="131" y="641"/>
                  <a:pt x="136" y="643"/>
                  <a:pt x="141" y="645"/>
                </a:cubicBezTo>
                <a:cubicBezTo>
                  <a:pt x="142" y="645"/>
                  <a:pt x="142" y="645"/>
                  <a:pt x="143" y="645"/>
                </a:cubicBezTo>
                <a:cubicBezTo>
                  <a:pt x="144" y="645"/>
                  <a:pt x="145" y="646"/>
                  <a:pt x="147" y="647"/>
                </a:cubicBezTo>
                <a:cubicBezTo>
                  <a:pt x="147" y="647"/>
                  <a:pt x="147" y="647"/>
                  <a:pt x="147" y="647"/>
                </a:cubicBezTo>
                <a:cubicBezTo>
                  <a:pt x="148" y="648"/>
                  <a:pt x="148" y="648"/>
                  <a:pt x="149" y="648"/>
                </a:cubicBezTo>
                <a:cubicBezTo>
                  <a:pt x="151" y="650"/>
                  <a:pt x="156" y="650"/>
                  <a:pt x="158" y="652"/>
                </a:cubicBezTo>
                <a:cubicBezTo>
                  <a:pt x="158" y="652"/>
                  <a:pt x="159" y="652"/>
                  <a:pt x="160" y="653"/>
                </a:cubicBezTo>
                <a:cubicBezTo>
                  <a:pt x="162" y="654"/>
                  <a:pt x="165" y="655"/>
                  <a:pt x="168" y="657"/>
                </a:cubicBezTo>
                <a:cubicBezTo>
                  <a:pt x="170" y="656"/>
                  <a:pt x="173" y="657"/>
                  <a:pt x="176" y="657"/>
                </a:cubicBezTo>
                <a:cubicBezTo>
                  <a:pt x="176" y="657"/>
                  <a:pt x="176" y="657"/>
                  <a:pt x="176" y="657"/>
                </a:cubicBezTo>
                <a:lnTo>
                  <a:pt x="176" y="656"/>
                </a:lnTo>
                <a:cubicBezTo>
                  <a:pt x="176" y="654"/>
                  <a:pt x="177" y="652"/>
                  <a:pt x="178" y="651"/>
                </a:cubicBezTo>
                <a:cubicBezTo>
                  <a:pt x="176" y="650"/>
                  <a:pt x="173" y="648"/>
                  <a:pt x="170" y="647"/>
                </a:cubicBezTo>
                <a:cubicBezTo>
                  <a:pt x="170" y="647"/>
                  <a:pt x="170" y="646"/>
                  <a:pt x="170" y="646"/>
                </a:cubicBezTo>
                <a:cubicBezTo>
                  <a:pt x="174" y="647"/>
                  <a:pt x="178" y="649"/>
                  <a:pt x="181" y="651"/>
                </a:cubicBezTo>
                <a:cubicBezTo>
                  <a:pt x="181" y="651"/>
                  <a:pt x="181" y="651"/>
                  <a:pt x="182" y="651"/>
                </a:cubicBezTo>
                <a:cubicBezTo>
                  <a:pt x="184" y="651"/>
                  <a:pt x="185" y="649"/>
                  <a:pt x="185" y="646"/>
                </a:cubicBezTo>
                <a:cubicBezTo>
                  <a:pt x="185" y="645"/>
                  <a:pt x="185" y="645"/>
                  <a:pt x="185" y="645"/>
                </a:cubicBezTo>
                <a:cubicBezTo>
                  <a:pt x="185" y="643"/>
                  <a:pt x="185" y="641"/>
                  <a:pt x="185" y="640"/>
                </a:cubicBezTo>
                <a:cubicBezTo>
                  <a:pt x="185" y="640"/>
                  <a:pt x="184" y="639"/>
                  <a:pt x="184" y="639"/>
                </a:cubicBezTo>
                <a:cubicBezTo>
                  <a:pt x="183" y="630"/>
                  <a:pt x="182" y="621"/>
                  <a:pt x="179" y="612"/>
                </a:cubicBezTo>
                <a:cubicBezTo>
                  <a:pt x="178" y="610"/>
                  <a:pt x="179" y="607"/>
                  <a:pt x="180" y="605"/>
                </a:cubicBezTo>
                <a:cubicBezTo>
                  <a:pt x="179" y="605"/>
                  <a:pt x="179" y="605"/>
                  <a:pt x="178" y="604"/>
                </a:cubicBezTo>
                <a:cubicBezTo>
                  <a:pt x="176" y="602"/>
                  <a:pt x="176" y="598"/>
                  <a:pt x="178" y="596"/>
                </a:cubicBezTo>
                <a:lnTo>
                  <a:pt x="179" y="596"/>
                </a:lnTo>
                <a:cubicBezTo>
                  <a:pt x="178" y="592"/>
                  <a:pt x="177" y="589"/>
                  <a:pt x="177" y="586"/>
                </a:cubicBezTo>
                <a:cubicBezTo>
                  <a:pt x="175" y="583"/>
                  <a:pt x="174" y="580"/>
                  <a:pt x="173" y="579"/>
                </a:cubicBezTo>
                <a:cubicBezTo>
                  <a:pt x="169" y="573"/>
                  <a:pt x="167" y="572"/>
                  <a:pt x="168" y="563"/>
                </a:cubicBezTo>
                <a:cubicBezTo>
                  <a:pt x="168" y="559"/>
                  <a:pt x="169" y="555"/>
                  <a:pt x="170" y="551"/>
                </a:cubicBezTo>
                <a:cubicBezTo>
                  <a:pt x="170" y="550"/>
                  <a:pt x="171" y="549"/>
                  <a:pt x="171" y="547"/>
                </a:cubicBezTo>
                <a:cubicBezTo>
                  <a:pt x="170" y="547"/>
                  <a:pt x="170" y="547"/>
                  <a:pt x="170" y="547"/>
                </a:cubicBezTo>
                <a:cubicBezTo>
                  <a:pt x="165" y="540"/>
                  <a:pt x="164" y="530"/>
                  <a:pt x="160" y="522"/>
                </a:cubicBezTo>
                <a:cubicBezTo>
                  <a:pt x="156" y="520"/>
                  <a:pt x="153" y="517"/>
                  <a:pt x="149" y="516"/>
                </a:cubicBezTo>
                <a:cubicBezTo>
                  <a:pt x="145" y="513"/>
                  <a:pt x="142" y="511"/>
                  <a:pt x="138" y="508"/>
                </a:cubicBezTo>
                <a:cubicBezTo>
                  <a:pt x="136" y="508"/>
                  <a:pt x="134" y="508"/>
                  <a:pt x="133" y="508"/>
                </a:cubicBezTo>
                <a:cubicBezTo>
                  <a:pt x="130" y="509"/>
                  <a:pt x="127" y="507"/>
                  <a:pt x="126" y="505"/>
                </a:cubicBezTo>
                <a:cubicBezTo>
                  <a:pt x="122" y="501"/>
                  <a:pt x="116" y="498"/>
                  <a:pt x="110" y="494"/>
                </a:cubicBezTo>
                <a:cubicBezTo>
                  <a:pt x="109" y="493"/>
                  <a:pt x="109" y="491"/>
                  <a:pt x="109" y="490"/>
                </a:cubicBezTo>
                <a:cubicBezTo>
                  <a:pt x="104" y="488"/>
                  <a:pt x="99" y="485"/>
                  <a:pt x="95" y="481"/>
                </a:cubicBezTo>
                <a:cubicBezTo>
                  <a:pt x="89" y="476"/>
                  <a:pt x="79" y="476"/>
                  <a:pt x="71" y="474"/>
                </a:cubicBezTo>
                <a:cubicBezTo>
                  <a:pt x="66" y="472"/>
                  <a:pt x="62" y="470"/>
                  <a:pt x="57" y="468"/>
                </a:cubicBezTo>
                <a:cubicBezTo>
                  <a:pt x="57" y="468"/>
                  <a:pt x="57" y="468"/>
                  <a:pt x="57" y="468"/>
                </a:cubicBezTo>
                <a:cubicBezTo>
                  <a:pt x="68" y="471"/>
                  <a:pt x="84" y="475"/>
                  <a:pt x="96" y="474"/>
                </a:cubicBezTo>
                <a:cubicBezTo>
                  <a:pt x="103" y="473"/>
                  <a:pt x="109" y="482"/>
                  <a:pt x="117" y="482"/>
                </a:cubicBezTo>
                <a:cubicBezTo>
                  <a:pt x="121" y="482"/>
                  <a:pt x="124" y="487"/>
                  <a:pt x="121" y="489"/>
                </a:cubicBezTo>
                <a:cubicBezTo>
                  <a:pt x="123" y="490"/>
                  <a:pt x="125" y="491"/>
                  <a:pt x="127" y="491"/>
                </a:cubicBezTo>
                <a:cubicBezTo>
                  <a:pt x="128" y="491"/>
                  <a:pt x="129" y="491"/>
                  <a:pt x="130" y="492"/>
                </a:cubicBezTo>
                <a:cubicBezTo>
                  <a:pt x="130" y="492"/>
                  <a:pt x="131" y="492"/>
                  <a:pt x="131" y="492"/>
                </a:cubicBezTo>
                <a:cubicBezTo>
                  <a:pt x="131" y="492"/>
                  <a:pt x="134" y="492"/>
                  <a:pt x="133" y="492"/>
                </a:cubicBezTo>
                <a:cubicBezTo>
                  <a:pt x="133" y="492"/>
                  <a:pt x="133" y="492"/>
                  <a:pt x="133" y="492"/>
                </a:cubicBezTo>
                <a:lnTo>
                  <a:pt x="134" y="492"/>
                </a:lnTo>
                <a:cubicBezTo>
                  <a:pt x="133" y="489"/>
                  <a:pt x="132" y="486"/>
                  <a:pt x="131" y="483"/>
                </a:cubicBezTo>
                <a:cubicBezTo>
                  <a:pt x="129" y="481"/>
                  <a:pt x="130" y="477"/>
                  <a:pt x="132" y="476"/>
                </a:cubicBezTo>
                <a:cubicBezTo>
                  <a:pt x="132" y="475"/>
                  <a:pt x="133" y="475"/>
                  <a:pt x="133" y="474"/>
                </a:cubicBezTo>
                <a:cubicBezTo>
                  <a:pt x="133" y="473"/>
                  <a:pt x="132" y="471"/>
                  <a:pt x="132" y="470"/>
                </a:cubicBezTo>
                <a:cubicBezTo>
                  <a:pt x="132" y="467"/>
                  <a:pt x="132" y="464"/>
                  <a:pt x="132" y="460"/>
                </a:cubicBezTo>
                <a:cubicBezTo>
                  <a:pt x="130" y="456"/>
                  <a:pt x="129" y="450"/>
                  <a:pt x="131" y="445"/>
                </a:cubicBezTo>
                <a:cubicBezTo>
                  <a:pt x="123" y="439"/>
                  <a:pt x="114" y="431"/>
                  <a:pt x="115" y="422"/>
                </a:cubicBezTo>
                <a:cubicBezTo>
                  <a:pt x="108" y="418"/>
                  <a:pt x="103" y="411"/>
                  <a:pt x="97" y="407"/>
                </a:cubicBezTo>
                <a:cubicBezTo>
                  <a:pt x="90" y="407"/>
                  <a:pt x="85" y="405"/>
                  <a:pt x="79" y="404"/>
                </a:cubicBezTo>
                <a:cubicBezTo>
                  <a:pt x="72" y="403"/>
                  <a:pt x="66" y="401"/>
                  <a:pt x="60" y="397"/>
                </a:cubicBezTo>
                <a:cubicBezTo>
                  <a:pt x="59" y="396"/>
                  <a:pt x="60" y="394"/>
                  <a:pt x="61" y="395"/>
                </a:cubicBezTo>
                <a:cubicBezTo>
                  <a:pt x="67" y="398"/>
                  <a:pt x="72" y="398"/>
                  <a:pt x="79" y="397"/>
                </a:cubicBezTo>
                <a:cubicBezTo>
                  <a:pt x="79" y="397"/>
                  <a:pt x="80" y="397"/>
                  <a:pt x="81" y="397"/>
                </a:cubicBezTo>
                <a:cubicBezTo>
                  <a:pt x="77" y="382"/>
                  <a:pt x="76" y="366"/>
                  <a:pt x="70" y="351"/>
                </a:cubicBezTo>
                <a:cubicBezTo>
                  <a:pt x="70" y="351"/>
                  <a:pt x="71" y="350"/>
                  <a:pt x="71" y="351"/>
                </a:cubicBezTo>
                <a:cubicBezTo>
                  <a:pt x="75" y="358"/>
                  <a:pt x="78" y="365"/>
                  <a:pt x="81" y="372"/>
                </a:cubicBezTo>
                <a:cubicBezTo>
                  <a:pt x="83" y="379"/>
                  <a:pt x="85" y="389"/>
                  <a:pt x="93" y="392"/>
                </a:cubicBezTo>
                <a:cubicBezTo>
                  <a:pt x="106" y="395"/>
                  <a:pt x="112" y="409"/>
                  <a:pt x="124" y="412"/>
                </a:cubicBezTo>
                <a:cubicBezTo>
                  <a:pt x="127" y="413"/>
                  <a:pt x="129" y="417"/>
                  <a:pt x="128" y="420"/>
                </a:cubicBezTo>
                <a:cubicBezTo>
                  <a:pt x="127" y="421"/>
                  <a:pt x="127" y="423"/>
                  <a:pt x="128" y="424"/>
                </a:cubicBezTo>
                <a:cubicBezTo>
                  <a:pt x="128" y="424"/>
                  <a:pt x="128" y="424"/>
                  <a:pt x="128" y="424"/>
                </a:cubicBezTo>
                <a:cubicBezTo>
                  <a:pt x="129" y="424"/>
                  <a:pt x="129" y="424"/>
                  <a:pt x="129" y="424"/>
                </a:cubicBezTo>
                <a:cubicBezTo>
                  <a:pt x="131" y="422"/>
                  <a:pt x="134" y="422"/>
                  <a:pt x="136" y="424"/>
                </a:cubicBezTo>
                <a:cubicBezTo>
                  <a:pt x="136" y="424"/>
                  <a:pt x="137" y="424"/>
                  <a:pt x="138" y="424"/>
                </a:cubicBezTo>
                <a:cubicBezTo>
                  <a:pt x="139" y="424"/>
                  <a:pt x="139" y="424"/>
                  <a:pt x="140" y="425"/>
                </a:cubicBezTo>
                <a:cubicBezTo>
                  <a:pt x="148" y="414"/>
                  <a:pt x="159" y="404"/>
                  <a:pt x="161" y="394"/>
                </a:cubicBezTo>
                <a:cubicBezTo>
                  <a:pt x="162" y="385"/>
                  <a:pt x="164" y="377"/>
                  <a:pt x="167" y="369"/>
                </a:cubicBezTo>
                <a:cubicBezTo>
                  <a:pt x="168" y="365"/>
                  <a:pt x="164" y="360"/>
                  <a:pt x="164" y="356"/>
                </a:cubicBezTo>
                <a:cubicBezTo>
                  <a:pt x="165" y="351"/>
                  <a:pt x="165" y="345"/>
                  <a:pt x="164" y="339"/>
                </a:cubicBezTo>
                <a:cubicBezTo>
                  <a:pt x="164" y="339"/>
                  <a:pt x="165" y="339"/>
                  <a:pt x="165" y="339"/>
                </a:cubicBezTo>
                <a:cubicBezTo>
                  <a:pt x="163" y="333"/>
                  <a:pt x="160" y="330"/>
                  <a:pt x="154" y="326"/>
                </a:cubicBezTo>
                <a:cubicBezTo>
                  <a:pt x="146" y="322"/>
                  <a:pt x="142" y="310"/>
                  <a:pt x="143" y="302"/>
                </a:cubicBezTo>
                <a:cubicBezTo>
                  <a:pt x="143" y="301"/>
                  <a:pt x="143" y="301"/>
                  <a:pt x="143" y="301"/>
                </a:cubicBezTo>
                <a:cubicBezTo>
                  <a:pt x="141" y="299"/>
                  <a:pt x="140" y="296"/>
                  <a:pt x="140" y="293"/>
                </a:cubicBezTo>
                <a:cubicBezTo>
                  <a:pt x="140" y="292"/>
                  <a:pt x="139" y="291"/>
                  <a:pt x="138" y="290"/>
                </a:cubicBezTo>
                <a:cubicBezTo>
                  <a:pt x="136" y="289"/>
                  <a:pt x="133" y="288"/>
                  <a:pt x="132" y="286"/>
                </a:cubicBezTo>
                <a:cubicBezTo>
                  <a:pt x="128" y="282"/>
                  <a:pt x="126" y="276"/>
                  <a:pt x="121" y="274"/>
                </a:cubicBezTo>
                <a:cubicBezTo>
                  <a:pt x="121" y="273"/>
                  <a:pt x="121" y="273"/>
                  <a:pt x="122" y="273"/>
                </a:cubicBezTo>
                <a:cubicBezTo>
                  <a:pt x="125" y="274"/>
                  <a:pt x="129" y="276"/>
                  <a:pt x="131" y="278"/>
                </a:cubicBezTo>
                <a:cubicBezTo>
                  <a:pt x="134" y="281"/>
                  <a:pt x="138" y="286"/>
                  <a:pt x="143" y="285"/>
                </a:cubicBezTo>
                <a:cubicBezTo>
                  <a:pt x="145" y="277"/>
                  <a:pt x="149" y="269"/>
                  <a:pt x="154" y="261"/>
                </a:cubicBezTo>
                <a:cubicBezTo>
                  <a:pt x="154" y="261"/>
                  <a:pt x="154" y="261"/>
                  <a:pt x="154" y="261"/>
                </a:cubicBezTo>
                <a:cubicBezTo>
                  <a:pt x="155" y="255"/>
                  <a:pt x="162" y="248"/>
                  <a:pt x="160" y="242"/>
                </a:cubicBezTo>
                <a:cubicBezTo>
                  <a:pt x="157" y="234"/>
                  <a:pt x="168" y="234"/>
                  <a:pt x="172" y="231"/>
                </a:cubicBezTo>
                <a:cubicBezTo>
                  <a:pt x="173" y="231"/>
                  <a:pt x="173" y="232"/>
                  <a:pt x="173" y="232"/>
                </a:cubicBezTo>
                <a:cubicBezTo>
                  <a:pt x="166" y="241"/>
                  <a:pt x="160" y="253"/>
                  <a:pt x="157" y="265"/>
                </a:cubicBezTo>
                <a:cubicBezTo>
                  <a:pt x="157" y="265"/>
                  <a:pt x="156" y="266"/>
                  <a:pt x="156" y="267"/>
                </a:cubicBezTo>
                <a:cubicBezTo>
                  <a:pt x="155" y="272"/>
                  <a:pt x="155" y="277"/>
                  <a:pt x="155" y="281"/>
                </a:cubicBezTo>
                <a:cubicBezTo>
                  <a:pt x="155" y="283"/>
                  <a:pt x="154" y="284"/>
                  <a:pt x="153" y="284"/>
                </a:cubicBezTo>
                <a:lnTo>
                  <a:pt x="152" y="286"/>
                </a:lnTo>
                <a:cubicBezTo>
                  <a:pt x="152" y="287"/>
                  <a:pt x="152" y="289"/>
                  <a:pt x="153" y="290"/>
                </a:cubicBezTo>
                <a:cubicBezTo>
                  <a:pt x="153" y="292"/>
                  <a:pt x="152" y="293"/>
                  <a:pt x="150" y="292"/>
                </a:cubicBezTo>
                <a:cubicBezTo>
                  <a:pt x="150" y="293"/>
                  <a:pt x="150" y="293"/>
                  <a:pt x="150" y="294"/>
                </a:cubicBezTo>
                <a:cubicBezTo>
                  <a:pt x="151" y="295"/>
                  <a:pt x="152" y="297"/>
                  <a:pt x="153" y="299"/>
                </a:cubicBezTo>
                <a:cubicBezTo>
                  <a:pt x="153" y="300"/>
                  <a:pt x="153" y="301"/>
                  <a:pt x="152" y="302"/>
                </a:cubicBezTo>
                <a:cubicBezTo>
                  <a:pt x="153" y="303"/>
                  <a:pt x="153" y="303"/>
                  <a:pt x="154" y="304"/>
                </a:cubicBezTo>
                <a:cubicBezTo>
                  <a:pt x="155" y="306"/>
                  <a:pt x="154" y="308"/>
                  <a:pt x="153" y="310"/>
                </a:cubicBezTo>
                <a:cubicBezTo>
                  <a:pt x="156" y="314"/>
                  <a:pt x="159" y="317"/>
                  <a:pt x="162" y="319"/>
                </a:cubicBezTo>
                <a:cubicBezTo>
                  <a:pt x="166" y="321"/>
                  <a:pt x="168" y="322"/>
                  <a:pt x="171" y="326"/>
                </a:cubicBezTo>
                <a:cubicBezTo>
                  <a:pt x="174" y="333"/>
                  <a:pt x="173" y="345"/>
                  <a:pt x="172" y="354"/>
                </a:cubicBezTo>
                <a:cubicBezTo>
                  <a:pt x="172" y="354"/>
                  <a:pt x="172" y="355"/>
                  <a:pt x="173" y="355"/>
                </a:cubicBezTo>
                <a:cubicBezTo>
                  <a:pt x="173" y="358"/>
                  <a:pt x="175" y="361"/>
                  <a:pt x="176" y="364"/>
                </a:cubicBezTo>
                <a:cubicBezTo>
                  <a:pt x="178" y="363"/>
                  <a:pt x="180" y="362"/>
                  <a:pt x="182" y="362"/>
                </a:cubicBezTo>
                <a:cubicBezTo>
                  <a:pt x="184" y="361"/>
                  <a:pt x="186" y="359"/>
                  <a:pt x="187" y="358"/>
                </a:cubicBezTo>
                <a:cubicBezTo>
                  <a:pt x="188" y="357"/>
                  <a:pt x="188" y="358"/>
                  <a:pt x="188" y="358"/>
                </a:cubicBezTo>
                <a:cubicBezTo>
                  <a:pt x="187" y="360"/>
                  <a:pt x="186" y="361"/>
                  <a:pt x="185" y="362"/>
                </a:cubicBezTo>
                <a:cubicBezTo>
                  <a:pt x="184" y="362"/>
                  <a:pt x="183" y="364"/>
                  <a:pt x="183" y="365"/>
                </a:cubicBezTo>
                <a:cubicBezTo>
                  <a:pt x="181" y="367"/>
                  <a:pt x="180" y="368"/>
                  <a:pt x="177" y="369"/>
                </a:cubicBezTo>
                <a:cubicBezTo>
                  <a:pt x="177" y="369"/>
                  <a:pt x="176" y="369"/>
                  <a:pt x="176" y="369"/>
                </a:cubicBezTo>
                <a:cubicBezTo>
                  <a:pt x="174" y="378"/>
                  <a:pt x="174" y="388"/>
                  <a:pt x="172" y="397"/>
                </a:cubicBezTo>
                <a:cubicBezTo>
                  <a:pt x="169" y="407"/>
                  <a:pt x="164" y="415"/>
                  <a:pt x="159" y="424"/>
                </a:cubicBezTo>
                <a:cubicBezTo>
                  <a:pt x="156" y="430"/>
                  <a:pt x="151" y="436"/>
                  <a:pt x="149" y="442"/>
                </a:cubicBezTo>
                <a:cubicBezTo>
                  <a:pt x="148" y="447"/>
                  <a:pt x="147" y="450"/>
                  <a:pt x="145" y="454"/>
                </a:cubicBezTo>
                <a:cubicBezTo>
                  <a:pt x="145" y="456"/>
                  <a:pt x="145" y="458"/>
                  <a:pt x="145" y="461"/>
                </a:cubicBezTo>
                <a:cubicBezTo>
                  <a:pt x="145" y="461"/>
                  <a:pt x="145" y="462"/>
                  <a:pt x="145" y="463"/>
                </a:cubicBezTo>
                <a:cubicBezTo>
                  <a:pt x="145" y="463"/>
                  <a:pt x="145" y="464"/>
                  <a:pt x="145" y="464"/>
                </a:cubicBezTo>
                <a:cubicBezTo>
                  <a:pt x="148" y="465"/>
                  <a:pt x="150" y="468"/>
                  <a:pt x="149" y="471"/>
                </a:cubicBezTo>
                <a:cubicBezTo>
                  <a:pt x="148" y="472"/>
                  <a:pt x="148" y="473"/>
                  <a:pt x="148" y="474"/>
                </a:cubicBezTo>
                <a:cubicBezTo>
                  <a:pt x="149" y="476"/>
                  <a:pt x="150" y="479"/>
                  <a:pt x="152" y="481"/>
                </a:cubicBezTo>
                <a:cubicBezTo>
                  <a:pt x="155" y="488"/>
                  <a:pt x="161" y="495"/>
                  <a:pt x="166" y="501"/>
                </a:cubicBezTo>
                <a:cubicBezTo>
                  <a:pt x="172" y="509"/>
                  <a:pt x="180" y="516"/>
                  <a:pt x="188" y="523"/>
                </a:cubicBezTo>
                <a:cubicBezTo>
                  <a:pt x="188" y="522"/>
                  <a:pt x="188" y="520"/>
                  <a:pt x="189" y="519"/>
                </a:cubicBezTo>
                <a:cubicBezTo>
                  <a:pt x="193" y="510"/>
                  <a:pt x="197" y="500"/>
                  <a:pt x="204" y="492"/>
                </a:cubicBezTo>
                <a:cubicBezTo>
                  <a:pt x="203" y="488"/>
                  <a:pt x="203" y="484"/>
                  <a:pt x="204" y="479"/>
                </a:cubicBezTo>
                <a:cubicBezTo>
                  <a:pt x="205" y="476"/>
                  <a:pt x="207" y="473"/>
                  <a:pt x="208" y="470"/>
                </a:cubicBezTo>
                <a:cubicBezTo>
                  <a:pt x="209" y="465"/>
                  <a:pt x="211" y="464"/>
                  <a:pt x="207" y="463"/>
                </a:cubicBezTo>
                <a:cubicBezTo>
                  <a:pt x="204" y="462"/>
                  <a:pt x="203" y="457"/>
                  <a:pt x="206" y="456"/>
                </a:cubicBezTo>
                <a:cubicBezTo>
                  <a:pt x="219" y="450"/>
                  <a:pt x="233" y="447"/>
                  <a:pt x="244" y="437"/>
                </a:cubicBezTo>
                <a:cubicBezTo>
                  <a:pt x="246" y="435"/>
                  <a:pt x="250" y="429"/>
                  <a:pt x="253" y="429"/>
                </a:cubicBezTo>
                <a:cubicBezTo>
                  <a:pt x="259" y="429"/>
                  <a:pt x="258" y="419"/>
                  <a:pt x="257" y="415"/>
                </a:cubicBezTo>
                <a:cubicBezTo>
                  <a:pt x="257" y="414"/>
                  <a:pt x="258" y="414"/>
                  <a:pt x="258" y="415"/>
                </a:cubicBezTo>
                <a:cubicBezTo>
                  <a:pt x="260" y="420"/>
                  <a:pt x="260" y="425"/>
                  <a:pt x="259" y="431"/>
                </a:cubicBezTo>
                <a:cubicBezTo>
                  <a:pt x="259" y="431"/>
                  <a:pt x="258" y="432"/>
                  <a:pt x="258" y="432"/>
                </a:cubicBezTo>
                <a:cubicBezTo>
                  <a:pt x="252" y="431"/>
                  <a:pt x="248" y="439"/>
                  <a:pt x="244" y="442"/>
                </a:cubicBezTo>
                <a:cubicBezTo>
                  <a:pt x="241" y="444"/>
                  <a:pt x="238" y="447"/>
                  <a:pt x="235" y="449"/>
                </a:cubicBezTo>
                <a:cubicBezTo>
                  <a:pt x="229" y="452"/>
                  <a:pt x="223" y="456"/>
                  <a:pt x="217" y="459"/>
                </a:cubicBezTo>
                <a:cubicBezTo>
                  <a:pt x="217" y="460"/>
                  <a:pt x="218" y="460"/>
                  <a:pt x="218" y="461"/>
                </a:cubicBezTo>
                <a:cubicBezTo>
                  <a:pt x="219" y="472"/>
                  <a:pt x="212" y="481"/>
                  <a:pt x="214" y="492"/>
                </a:cubicBezTo>
                <a:cubicBezTo>
                  <a:pt x="215" y="492"/>
                  <a:pt x="215" y="492"/>
                  <a:pt x="215" y="492"/>
                </a:cubicBezTo>
                <a:cubicBezTo>
                  <a:pt x="215" y="492"/>
                  <a:pt x="215" y="492"/>
                  <a:pt x="215" y="492"/>
                </a:cubicBezTo>
                <a:cubicBezTo>
                  <a:pt x="215" y="492"/>
                  <a:pt x="215" y="493"/>
                  <a:pt x="214" y="493"/>
                </a:cubicBezTo>
                <a:cubicBezTo>
                  <a:pt x="215" y="494"/>
                  <a:pt x="214" y="496"/>
                  <a:pt x="213" y="497"/>
                </a:cubicBezTo>
                <a:cubicBezTo>
                  <a:pt x="212" y="498"/>
                  <a:pt x="212" y="498"/>
                  <a:pt x="211" y="499"/>
                </a:cubicBezTo>
                <a:cubicBezTo>
                  <a:pt x="209" y="505"/>
                  <a:pt x="209" y="511"/>
                  <a:pt x="206" y="516"/>
                </a:cubicBezTo>
                <a:cubicBezTo>
                  <a:pt x="202" y="523"/>
                  <a:pt x="199" y="529"/>
                  <a:pt x="196" y="536"/>
                </a:cubicBezTo>
                <a:lnTo>
                  <a:pt x="195" y="537"/>
                </a:lnTo>
                <a:cubicBezTo>
                  <a:pt x="196" y="541"/>
                  <a:pt x="196" y="545"/>
                  <a:pt x="196" y="549"/>
                </a:cubicBezTo>
                <a:cubicBezTo>
                  <a:pt x="197" y="551"/>
                  <a:pt x="197" y="554"/>
                  <a:pt x="195" y="557"/>
                </a:cubicBezTo>
                <a:lnTo>
                  <a:pt x="194" y="558"/>
                </a:lnTo>
                <a:cubicBezTo>
                  <a:pt x="194" y="559"/>
                  <a:pt x="194" y="561"/>
                  <a:pt x="193" y="562"/>
                </a:cubicBezTo>
                <a:cubicBezTo>
                  <a:pt x="199" y="575"/>
                  <a:pt x="200" y="588"/>
                  <a:pt x="201" y="602"/>
                </a:cubicBezTo>
                <a:cubicBezTo>
                  <a:pt x="207" y="609"/>
                  <a:pt x="209" y="621"/>
                  <a:pt x="213" y="628"/>
                </a:cubicBezTo>
                <a:cubicBezTo>
                  <a:pt x="218" y="640"/>
                  <a:pt x="219" y="653"/>
                  <a:pt x="223" y="666"/>
                </a:cubicBezTo>
                <a:cubicBezTo>
                  <a:pt x="224" y="666"/>
                  <a:pt x="225" y="667"/>
                  <a:pt x="226" y="669"/>
                </a:cubicBezTo>
                <a:cubicBezTo>
                  <a:pt x="227" y="675"/>
                  <a:pt x="230" y="680"/>
                  <a:pt x="233" y="685"/>
                </a:cubicBezTo>
                <a:cubicBezTo>
                  <a:pt x="234" y="686"/>
                  <a:pt x="234" y="686"/>
                  <a:pt x="234" y="686"/>
                </a:cubicBezTo>
                <a:cubicBezTo>
                  <a:pt x="234" y="685"/>
                  <a:pt x="236" y="684"/>
                  <a:pt x="236" y="685"/>
                </a:cubicBezTo>
                <a:cubicBezTo>
                  <a:pt x="245" y="692"/>
                  <a:pt x="247" y="703"/>
                  <a:pt x="253" y="711"/>
                </a:cubicBezTo>
                <a:cubicBezTo>
                  <a:pt x="255" y="713"/>
                  <a:pt x="256" y="715"/>
                  <a:pt x="258" y="717"/>
                </a:cubicBezTo>
                <a:cubicBezTo>
                  <a:pt x="258" y="717"/>
                  <a:pt x="258" y="717"/>
                  <a:pt x="259" y="718"/>
                </a:cubicBezTo>
                <a:close/>
                <a:moveTo>
                  <a:pt x="132" y="493"/>
                </a:moveTo>
                <a:lnTo>
                  <a:pt x="131" y="493"/>
                </a:lnTo>
                <a:lnTo>
                  <a:pt x="132" y="493"/>
                </a:lnTo>
                <a:close/>
                <a:moveTo>
                  <a:pt x="602" y="507"/>
                </a:moveTo>
                <a:cubicBezTo>
                  <a:pt x="598" y="510"/>
                  <a:pt x="600" y="517"/>
                  <a:pt x="600" y="521"/>
                </a:cubicBezTo>
                <a:cubicBezTo>
                  <a:pt x="600" y="523"/>
                  <a:pt x="599" y="524"/>
                  <a:pt x="598" y="523"/>
                </a:cubicBezTo>
                <a:cubicBezTo>
                  <a:pt x="597" y="523"/>
                  <a:pt x="597" y="523"/>
                  <a:pt x="596" y="523"/>
                </a:cubicBezTo>
                <a:cubicBezTo>
                  <a:pt x="598" y="525"/>
                  <a:pt x="598" y="528"/>
                  <a:pt x="598" y="531"/>
                </a:cubicBezTo>
                <a:cubicBezTo>
                  <a:pt x="599" y="535"/>
                  <a:pt x="600" y="539"/>
                  <a:pt x="601" y="543"/>
                </a:cubicBezTo>
                <a:cubicBezTo>
                  <a:pt x="601" y="546"/>
                  <a:pt x="600" y="548"/>
                  <a:pt x="598" y="548"/>
                </a:cubicBezTo>
                <a:cubicBezTo>
                  <a:pt x="597" y="548"/>
                  <a:pt x="595" y="548"/>
                  <a:pt x="594" y="548"/>
                </a:cubicBezTo>
                <a:cubicBezTo>
                  <a:pt x="594" y="548"/>
                  <a:pt x="594" y="548"/>
                  <a:pt x="594" y="548"/>
                </a:cubicBezTo>
                <a:cubicBezTo>
                  <a:pt x="595" y="551"/>
                  <a:pt x="593" y="554"/>
                  <a:pt x="590" y="554"/>
                </a:cubicBezTo>
                <a:cubicBezTo>
                  <a:pt x="589" y="554"/>
                  <a:pt x="587" y="554"/>
                  <a:pt x="586" y="554"/>
                </a:cubicBezTo>
                <a:cubicBezTo>
                  <a:pt x="586" y="556"/>
                  <a:pt x="584" y="557"/>
                  <a:pt x="582" y="557"/>
                </a:cubicBezTo>
                <a:cubicBezTo>
                  <a:pt x="576" y="557"/>
                  <a:pt x="573" y="562"/>
                  <a:pt x="568" y="562"/>
                </a:cubicBezTo>
                <a:cubicBezTo>
                  <a:pt x="568" y="565"/>
                  <a:pt x="567" y="568"/>
                  <a:pt x="566" y="571"/>
                </a:cubicBezTo>
                <a:cubicBezTo>
                  <a:pt x="565" y="572"/>
                  <a:pt x="565" y="573"/>
                  <a:pt x="564" y="573"/>
                </a:cubicBezTo>
                <a:cubicBezTo>
                  <a:pt x="559" y="575"/>
                  <a:pt x="556" y="578"/>
                  <a:pt x="555" y="583"/>
                </a:cubicBezTo>
                <a:cubicBezTo>
                  <a:pt x="554" y="585"/>
                  <a:pt x="550" y="586"/>
                  <a:pt x="549" y="583"/>
                </a:cubicBezTo>
                <a:cubicBezTo>
                  <a:pt x="549" y="584"/>
                  <a:pt x="548" y="584"/>
                  <a:pt x="548" y="584"/>
                </a:cubicBezTo>
                <a:cubicBezTo>
                  <a:pt x="547" y="585"/>
                  <a:pt x="546" y="585"/>
                  <a:pt x="545" y="585"/>
                </a:cubicBezTo>
                <a:cubicBezTo>
                  <a:pt x="543" y="586"/>
                  <a:pt x="540" y="586"/>
                  <a:pt x="538" y="586"/>
                </a:cubicBezTo>
                <a:cubicBezTo>
                  <a:pt x="534" y="585"/>
                  <a:pt x="529" y="584"/>
                  <a:pt x="525" y="583"/>
                </a:cubicBezTo>
                <a:cubicBezTo>
                  <a:pt x="527" y="584"/>
                  <a:pt x="530" y="586"/>
                  <a:pt x="531" y="588"/>
                </a:cubicBezTo>
                <a:cubicBezTo>
                  <a:pt x="534" y="589"/>
                  <a:pt x="536" y="590"/>
                  <a:pt x="538" y="591"/>
                </a:cubicBezTo>
                <a:cubicBezTo>
                  <a:pt x="540" y="592"/>
                  <a:pt x="541" y="595"/>
                  <a:pt x="540" y="597"/>
                </a:cubicBezTo>
                <a:cubicBezTo>
                  <a:pt x="536" y="610"/>
                  <a:pt x="555" y="616"/>
                  <a:pt x="562" y="626"/>
                </a:cubicBezTo>
                <a:cubicBezTo>
                  <a:pt x="563" y="626"/>
                  <a:pt x="563" y="626"/>
                  <a:pt x="563" y="626"/>
                </a:cubicBezTo>
                <a:cubicBezTo>
                  <a:pt x="572" y="632"/>
                  <a:pt x="579" y="638"/>
                  <a:pt x="588" y="643"/>
                </a:cubicBezTo>
                <a:cubicBezTo>
                  <a:pt x="580" y="638"/>
                  <a:pt x="572" y="635"/>
                  <a:pt x="564" y="631"/>
                </a:cubicBezTo>
                <a:cubicBezTo>
                  <a:pt x="563" y="632"/>
                  <a:pt x="561" y="632"/>
                  <a:pt x="560" y="630"/>
                </a:cubicBezTo>
                <a:cubicBezTo>
                  <a:pt x="557" y="621"/>
                  <a:pt x="544" y="617"/>
                  <a:pt x="539" y="609"/>
                </a:cubicBezTo>
                <a:cubicBezTo>
                  <a:pt x="535" y="605"/>
                  <a:pt x="531" y="603"/>
                  <a:pt x="531" y="598"/>
                </a:cubicBezTo>
                <a:cubicBezTo>
                  <a:pt x="526" y="596"/>
                  <a:pt x="522" y="593"/>
                  <a:pt x="518" y="589"/>
                </a:cubicBezTo>
                <a:cubicBezTo>
                  <a:pt x="515" y="588"/>
                  <a:pt x="510" y="587"/>
                  <a:pt x="509" y="586"/>
                </a:cubicBezTo>
                <a:cubicBezTo>
                  <a:pt x="500" y="584"/>
                  <a:pt x="491" y="582"/>
                  <a:pt x="482" y="581"/>
                </a:cubicBezTo>
                <a:cubicBezTo>
                  <a:pt x="478" y="580"/>
                  <a:pt x="475" y="580"/>
                  <a:pt x="471" y="580"/>
                </a:cubicBezTo>
                <a:cubicBezTo>
                  <a:pt x="470" y="582"/>
                  <a:pt x="468" y="584"/>
                  <a:pt x="465" y="583"/>
                </a:cubicBezTo>
                <a:cubicBezTo>
                  <a:pt x="459" y="581"/>
                  <a:pt x="456" y="590"/>
                  <a:pt x="453" y="594"/>
                </a:cubicBezTo>
                <a:cubicBezTo>
                  <a:pt x="451" y="598"/>
                  <a:pt x="446" y="602"/>
                  <a:pt x="447" y="606"/>
                </a:cubicBezTo>
                <a:cubicBezTo>
                  <a:pt x="448" y="611"/>
                  <a:pt x="444" y="615"/>
                  <a:pt x="439" y="614"/>
                </a:cubicBezTo>
                <a:cubicBezTo>
                  <a:pt x="439" y="615"/>
                  <a:pt x="438" y="616"/>
                  <a:pt x="437" y="617"/>
                </a:cubicBezTo>
                <a:cubicBezTo>
                  <a:pt x="436" y="619"/>
                  <a:pt x="435" y="620"/>
                  <a:pt x="434" y="621"/>
                </a:cubicBezTo>
                <a:cubicBezTo>
                  <a:pt x="434" y="623"/>
                  <a:pt x="433" y="625"/>
                  <a:pt x="432" y="627"/>
                </a:cubicBezTo>
                <a:cubicBezTo>
                  <a:pt x="432" y="631"/>
                  <a:pt x="431" y="635"/>
                  <a:pt x="430" y="638"/>
                </a:cubicBezTo>
                <a:cubicBezTo>
                  <a:pt x="429" y="641"/>
                  <a:pt x="427" y="642"/>
                  <a:pt x="426" y="642"/>
                </a:cubicBezTo>
                <a:cubicBezTo>
                  <a:pt x="425" y="643"/>
                  <a:pt x="424" y="644"/>
                  <a:pt x="424" y="645"/>
                </a:cubicBezTo>
                <a:cubicBezTo>
                  <a:pt x="422" y="652"/>
                  <a:pt x="420" y="658"/>
                  <a:pt x="413" y="659"/>
                </a:cubicBezTo>
                <a:cubicBezTo>
                  <a:pt x="411" y="662"/>
                  <a:pt x="408" y="665"/>
                  <a:pt x="405" y="667"/>
                </a:cubicBezTo>
                <a:cubicBezTo>
                  <a:pt x="405" y="668"/>
                  <a:pt x="405" y="668"/>
                  <a:pt x="405" y="669"/>
                </a:cubicBezTo>
                <a:cubicBezTo>
                  <a:pt x="405" y="672"/>
                  <a:pt x="403" y="673"/>
                  <a:pt x="401" y="674"/>
                </a:cubicBezTo>
                <a:cubicBezTo>
                  <a:pt x="402" y="674"/>
                  <a:pt x="402" y="674"/>
                  <a:pt x="402" y="675"/>
                </a:cubicBezTo>
                <a:cubicBezTo>
                  <a:pt x="403" y="679"/>
                  <a:pt x="401" y="685"/>
                  <a:pt x="398" y="688"/>
                </a:cubicBezTo>
                <a:cubicBezTo>
                  <a:pt x="396" y="690"/>
                  <a:pt x="393" y="691"/>
                  <a:pt x="391" y="691"/>
                </a:cubicBezTo>
                <a:cubicBezTo>
                  <a:pt x="391" y="692"/>
                  <a:pt x="391" y="692"/>
                  <a:pt x="390" y="693"/>
                </a:cubicBezTo>
                <a:cubicBezTo>
                  <a:pt x="389" y="694"/>
                  <a:pt x="388" y="696"/>
                  <a:pt x="387" y="697"/>
                </a:cubicBezTo>
                <a:cubicBezTo>
                  <a:pt x="387" y="697"/>
                  <a:pt x="386" y="698"/>
                  <a:pt x="386" y="698"/>
                </a:cubicBezTo>
                <a:cubicBezTo>
                  <a:pt x="385" y="699"/>
                  <a:pt x="384" y="700"/>
                  <a:pt x="383" y="701"/>
                </a:cubicBezTo>
                <a:cubicBezTo>
                  <a:pt x="382" y="704"/>
                  <a:pt x="379" y="706"/>
                  <a:pt x="376" y="705"/>
                </a:cubicBezTo>
                <a:cubicBezTo>
                  <a:pt x="374" y="707"/>
                  <a:pt x="372" y="709"/>
                  <a:pt x="370" y="710"/>
                </a:cubicBezTo>
                <a:lnTo>
                  <a:pt x="369" y="710"/>
                </a:lnTo>
                <a:cubicBezTo>
                  <a:pt x="370" y="712"/>
                  <a:pt x="371" y="715"/>
                  <a:pt x="370" y="717"/>
                </a:cubicBezTo>
                <a:cubicBezTo>
                  <a:pt x="371" y="718"/>
                  <a:pt x="371" y="720"/>
                  <a:pt x="370" y="721"/>
                </a:cubicBezTo>
                <a:lnTo>
                  <a:pt x="315" y="721"/>
                </a:lnTo>
                <a:cubicBezTo>
                  <a:pt x="315" y="720"/>
                  <a:pt x="316" y="718"/>
                  <a:pt x="318" y="717"/>
                </a:cubicBezTo>
                <a:cubicBezTo>
                  <a:pt x="319" y="716"/>
                  <a:pt x="321" y="715"/>
                  <a:pt x="322" y="715"/>
                </a:cubicBezTo>
                <a:cubicBezTo>
                  <a:pt x="323" y="707"/>
                  <a:pt x="322" y="699"/>
                  <a:pt x="324" y="692"/>
                </a:cubicBezTo>
                <a:lnTo>
                  <a:pt x="323" y="692"/>
                </a:lnTo>
                <a:cubicBezTo>
                  <a:pt x="321" y="691"/>
                  <a:pt x="320" y="688"/>
                  <a:pt x="320" y="686"/>
                </a:cubicBezTo>
                <a:cubicBezTo>
                  <a:pt x="320" y="678"/>
                  <a:pt x="319" y="670"/>
                  <a:pt x="318" y="662"/>
                </a:cubicBezTo>
                <a:cubicBezTo>
                  <a:pt x="317" y="660"/>
                  <a:pt x="318" y="657"/>
                  <a:pt x="320" y="655"/>
                </a:cubicBezTo>
                <a:cubicBezTo>
                  <a:pt x="320" y="655"/>
                  <a:pt x="321" y="654"/>
                  <a:pt x="321" y="654"/>
                </a:cubicBezTo>
                <a:cubicBezTo>
                  <a:pt x="321" y="653"/>
                  <a:pt x="321" y="653"/>
                  <a:pt x="321" y="652"/>
                </a:cubicBezTo>
                <a:cubicBezTo>
                  <a:pt x="322" y="650"/>
                  <a:pt x="322" y="648"/>
                  <a:pt x="322" y="646"/>
                </a:cubicBezTo>
                <a:cubicBezTo>
                  <a:pt x="320" y="642"/>
                  <a:pt x="318" y="638"/>
                  <a:pt x="317" y="634"/>
                </a:cubicBezTo>
                <a:cubicBezTo>
                  <a:pt x="317" y="632"/>
                  <a:pt x="318" y="629"/>
                  <a:pt x="320" y="629"/>
                </a:cubicBezTo>
                <a:cubicBezTo>
                  <a:pt x="320" y="629"/>
                  <a:pt x="320" y="628"/>
                  <a:pt x="320" y="628"/>
                </a:cubicBezTo>
                <a:cubicBezTo>
                  <a:pt x="319" y="628"/>
                  <a:pt x="318" y="626"/>
                  <a:pt x="318" y="626"/>
                </a:cubicBezTo>
                <a:cubicBezTo>
                  <a:pt x="318" y="623"/>
                  <a:pt x="317" y="620"/>
                  <a:pt x="316" y="617"/>
                </a:cubicBezTo>
                <a:cubicBezTo>
                  <a:pt x="315" y="614"/>
                  <a:pt x="317" y="611"/>
                  <a:pt x="319" y="610"/>
                </a:cubicBezTo>
                <a:cubicBezTo>
                  <a:pt x="318" y="607"/>
                  <a:pt x="317" y="603"/>
                  <a:pt x="316" y="600"/>
                </a:cubicBezTo>
                <a:cubicBezTo>
                  <a:pt x="311" y="593"/>
                  <a:pt x="306" y="586"/>
                  <a:pt x="305" y="579"/>
                </a:cubicBezTo>
                <a:cubicBezTo>
                  <a:pt x="300" y="577"/>
                  <a:pt x="296" y="574"/>
                  <a:pt x="294" y="570"/>
                </a:cubicBezTo>
                <a:cubicBezTo>
                  <a:pt x="293" y="569"/>
                  <a:pt x="292" y="568"/>
                  <a:pt x="292" y="568"/>
                </a:cubicBezTo>
                <a:cubicBezTo>
                  <a:pt x="290" y="567"/>
                  <a:pt x="289" y="566"/>
                  <a:pt x="287" y="565"/>
                </a:cubicBezTo>
                <a:cubicBezTo>
                  <a:pt x="284" y="564"/>
                  <a:pt x="281" y="563"/>
                  <a:pt x="278" y="562"/>
                </a:cubicBezTo>
                <a:cubicBezTo>
                  <a:pt x="278" y="562"/>
                  <a:pt x="278" y="561"/>
                  <a:pt x="279" y="562"/>
                </a:cubicBezTo>
                <a:cubicBezTo>
                  <a:pt x="281" y="562"/>
                  <a:pt x="283" y="563"/>
                  <a:pt x="285" y="564"/>
                </a:cubicBezTo>
                <a:cubicBezTo>
                  <a:pt x="284" y="563"/>
                  <a:pt x="282" y="562"/>
                  <a:pt x="280" y="562"/>
                </a:cubicBezTo>
                <a:cubicBezTo>
                  <a:pt x="277" y="561"/>
                  <a:pt x="275" y="560"/>
                  <a:pt x="273" y="559"/>
                </a:cubicBezTo>
                <a:cubicBezTo>
                  <a:pt x="272" y="558"/>
                  <a:pt x="273" y="558"/>
                  <a:pt x="273" y="558"/>
                </a:cubicBezTo>
                <a:cubicBezTo>
                  <a:pt x="280" y="561"/>
                  <a:pt x="287" y="558"/>
                  <a:pt x="294" y="561"/>
                </a:cubicBezTo>
                <a:cubicBezTo>
                  <a:pt x="299" y="564"/>
                  <a:pt x="304" y="567"/>
                  <a:pt x="308" y="571"/>
                </a:cubicBezTo>
                <a:cubicBezTo>
                  <a:pt x="309" y="571"/>
                  <a:pt x="310" y="571"/>
                  <a:pt x="310" y="571"/>
                </a:cubicBezTo>
                <a:cubicBezTo>
                  <a:pt x="311" y="571"/>
                  <a:pt x="311" y="572"/>
                  <a:pt x="312" y="572"/>
                </a:cubicBezTo>
                <a:cubicBezTo>
                  <a:pt x="312" y="571"/>
                  <a:pt x="312" y="571"/>
                  <a:pt x="312" y="570"/>
                </a:cubicBezTo>
                <a:cubicBezTo>
                  <a:pt x="312" y="570"/>
                  <a:pt x="312" y="569"/>
                  <a:pt x="312" y="568"/>
                </a:cubicBezTo>
                <a:cubicBezTo>
                  <a:pt x="311" y="564"/>
                  <a:pt x="314" y="561"/>
                  <a:pt x="317" y="558"/>
                </a:cubicBezTo>
                <a:cubicBezTo>
                  <a:pt x="320" y="555"/>
                  <a:pt x="324" y="552"/>
                  <a:pt x="327" y="548"/>
                </a:cubicBezTo>
                <a:cubicBezTo>
                  <a:pt x="327" y="548"/>
                  <a:pt x="327" y="547"/>
                  <a:pt x="327" y="547"/>
                </a:cubicBezTo>
                <a:cubicBezTo>
                  <a:pt x="328" y="546"/>
                  <a:pt x="328" y="545"/>
                  <a:pt x="329" y="545"/>
                </a:cubicBezTo>
                <a:cubicBezTo>
                  <a:pt x="333" y="536"/>
                  <a:pt x="339" y="529"/>
                  <a:pt x="340" y="519"/>
                </a:cubicBezTo>
                <a:cubicBezTo>
                  <a:pt x="341" y="515"/>
                  <a:pt x="345" y="514"/>
                  <a:pt x="349" y="515"/>
                </a:cubicBezTo>
                <a:cubicBezTo>
                  <a:pt x="350" y="513"/>
                  <a:pt x="351" y="511"/>
                  <a:pt x="352" y="509"/>
                </a:cubicBezTo>
                <a:cubicBezTo>
                  <a:pt x="352" y="508"/>
                  <a:pt x="352" y="508"/>
                  <a:pt x="352" y="507"/>
                </a:cubicBezTo>
                <a:cubicBezTo>
                  <a:pt x="348" y="498"/>
                  <a:pt x="348" y="488"/>
                  <a:pt x="347" y="479"/>
                </a:cubicBezTo>
                <a:cubicBezTo>
                  <a:pt x="343" y="477"/>
                  <a:pt x="341" y="474"/>
                  <a:pt x="340" y="471"/>
                </a:cubicBezTo>
                <a:cubicBezTo>
                  <a:pt x="339" y="470"/>
                  <a:pt x="338" y="470"/>
                  <a:pt x="338" y="470"/>
                </a:cubicBezTo>
                <a:cubicBezTo>
                  <a:pt x="336" y="469"/>
                  <a:pt x="334" y="469"/>
                  <a:pt x="332" y="467"/>
                </a:cubicBezTo>
                <a:cubicBezTo>
                  <a:pt x="332" y="468"/>
                  <a:pt x="330" y="468"/>
                  <a:pt x="330" y="467"/>
                </a:cubicBezTo>
                <a:cubicBezTo>
                  <a:pt x="330" y="466"/>
                  <a:pt x="330" y="466"/>
                  <a:pt x="330" y="465"/>
                </a:cubicBezTo>
                <a:cubicBezTo>
                  <a:pt x="327" y="465"/>
                  <a:pt x="324" y="462"/>
                  <a:pt x="321" y="461"/>
                </a:cubicBezTo>
                <a:cubicBezTo>
                  <a:pt x="316" y="459"/>
                  <a:pt x="312" y="454"/>
                  <a:pt x="309" y="449"/>
                </a:cubicBezTo>
                <a:cubicBezTo>
                  <a:pt x="309" y="449"/>
                  <a:pt x="309" y="449"/>
                  <a:pt x="310" y="449"/>
                </a:cubicBezTo>
                <a:cubicBezTo>
                  <a:pt x="312" y="453"/>
                  <a:pt x="321" y="463"/>
                  <a:pt x="327" y="459"/>
                </a:cubicBezTo>
                <a:cubicBezTo>
                  <a:pt x="329" y="458"/>
                  <a:pt x="332" y="458"/>
                  <a:pt x="335" y="457"/>
                </a:cubicBezTo>
                <a:cubicBezTo>
                  <a:pt x="334" y="454"/>
                  <a:pt x="333" y="451"/>
                  <a:pt x="332" y="447"/>
                </a:cubicBezTo>
                <a:cubicBezTo>
                  <a:pt x="332" y="446"/>
                  <a:pt x="332" y="445"/>
                  <a:pt x="331" y="444"/>
                </a:cubicBezTo>
                <a:cubicBezTo>
                  <a:pt x="330" y="442"/>
                  <a:pt x="329" y="439"/>
                  <a:pt x="328" y="436"/>
                </a:cubicBezTo>
                <a:cubicBezTo>
                  <a:pt x="325" y="432"/>
                  <a:pt x="324" y="429"/>
                  <a:pt x="324" y="426"/>
                </a:cubicBezTo>
                <a:cubicBezTo>
                  <a:pt x="322" y="425"/>
                  <a:pt x="321" y="422"/>
                  <a:pt x="322" y="420"/>
                </a:cubicBezTo>
                <a:cubicBezTo>
                  <a:pt x="323" y="417"/>
                  <a:pt x="322" y="414"/>
                  <a:pt x="322" y="410"/>
                </a:cubicBezTo>
                <a:cubicBezTo>
                  <a:pt x="322" y="410"/>
                  <a:pt x="322" y="409"/>
                  <a:pt x="322" y="408"/>
                </a:cubicBezTo>
                <a:cubicBezTo>
                  <a:pt x="309" y="401"/>
                  <a:pt x="298" y="391"/>
                  <a:pt x="292" y="379"/>
                </a:cubicBezTo>
                <a:cubicBezTo>
                  <a:pt x="291" y="378"/>
                  <a:pt x="292" y="378"/>
                  <a:pt x="293" y="378"/>
                </a:cubicBezTo>
                <a:cubicBezTo>
                  <a:pt x="298" y="386"/>
                  <a:pt x="306" y="392"/>
                  <a:pt x="313" y="397"/>
                </a:cubicBezTo>
                <a:cubicBezTo>
                  <a:pt x="314" y="397"/>
                  <a:pt x="315" y="398"/>
                  <a:pt x="316" y="399"/>
                </a:cubicBezTo>
                <a:cubicBezTo>
                  <a:pt x="319" y="398"/>
                  <a:pt x="322" y="398"/>
                  <a:pt x="324" y="399"/>
                </a:cubicBezTo>
                <a:cubicBezTo>
                  <a:pt x="325" y="399"/>
                  <a:pt x="326" y="399"/>
                  <a:pt x="327" y="399"/>
                </a:cubicBezTo>
                <a:cubicBezTo>
                  <a:pt x="328" y="398"/>
                  <a:pt x="329" y="396"/>
                  <a:pt x="330" y="395"/>
                </a:cubicBezTo>
                <a:cubicBezTo>
                  <a:pt x="331" y="394"/>
                  <a:pt x="332" y="394"/>
                  <a:pt x="333" y="395"/>
                </a:cubicBezTo>
                <a:cubicBezTo>
                  <a:pt x="334" y="394"/>
                  <a:pt x="335" y="393"/>
                  <a:pt x="336" y="392"/>
                </a:cubicBezTo>
                <a:cubicBezTo>
                  <a:pt x="342" y="379"/>
                  <a:pt x="347" y="365"/>
                  <a:pt x="343" y="350"/>
                </a:cubicBezTo>
                <a:cubicBezTo>
                  <a:pt x="343" y="349"/>
                  <a:pt x="344" y="349"/>
                  <a:pt x="344" y="349"/>
                </a:cubicBezTo>
                <a:cubicBezTo>
                  <a:pt x="347" y="359"/>
                  <a:pt x="347" y="369"/>
                  <a:pt x="345" y="378"/>
                </a:cubicBezTo>
                <a:cubicBezTo>
                  <a:pt x="342" y="389"/>
                  <a:pt x="335" y="401"/>
                  <a:pt x="335" y="412"/>
                </a:cubicBezTo>
                <a:cubicBezTo>
                  <a:pt x="335" y="418"/>
                  <a:pt x="334" y="423"/>
                  <a:pt x="334" y="429"/>
                </a:cubicBezTo>
                <a:cubicBezTo>
                  <a:pt x="336" y="433"/>
                  <a:pt x="337" y="438"/>
                  <a:pt x="338" y="442"/>
                </a:cubicBezTo>
                <a:cubicBezTo>
                  <a:pt x="339" y="442"/>
                  <a:pt x="339" y="443"/>
                  <a:pt x="339" y="443"/>
                </a:cubicBezTo>
                <a:lnTo>
                  <a:pt x="339" y="444"/>
                </a:lnTo>
                <a:cubicBezTo>
                  <a:pt x="339" y="444"/>
                  <a:pt x="339" y="444"/>
                  <a:pt x="339" y="445"/>
                </a:cubicBezTo>
                <a:cubicBezTo>
                  <a:pt x="339" y="445"/>
                  <a:pt x="340" y="445"/>
                  <a:pt x="340" y="445"/>
                </a:cubicBezTo>
                <a:cubicBezTo>
                  <a:pt x="340" y="445"/>
                  <a:pt x="340" y="446"/>
                  <a:pt x="340" y="446"/>
                </a:cubicBezTo>
                <a:cubicBezTo>
                  <a:pt x="340" y="446"/>
                  <a:pt x="340" y="446"/>
                  <a:pt x="341" y="446"/>
                </a:cubicBezTo>
                <a:cubicBezTo>
                  <a:pt x="342" y="446"/>
                  <a:pt x="342" y="447"/>
                  <a:pt x="343" y="448"/>
                </a:cubicBezTo>
                <a:cubicBezTo>
                  <a:pt x="344" y="449"/>
                  <a:pt x="345" y="451"/>
                  <a:pt x="344" y="452"/>
                </a:cubicBezTo>
                <a:cubicBezTo>
                  <a:pt x="343" y="452"/>
                  <a:pt x="343" y="453"/>
                  <a:pt x="343" y="453"/>
                </a:cubicBezTo>
                <a:cubicBezTo>
                  <a:pt x="343" y="453"/>
                  <a:pt x="344" y="454"/>
                  <a:pt x="344" y="455"/>
                </a:cubicBezTo>
                <a:cubicBezTo>
                  <a:pt x="344" y="455"/>
                  <a:pt x="345" y="455"/>
                  <a:pt x="345" y="455"/>
                </a:cubicBezTo>
                <a:cubicBezTo>
                  <a:pt x="348" y="453"/>
                  <a:pt x="352" y="454"/>
                  <a:pt x="352" y="458"/>
                </a:cubicBezTo>
                <a:cubicBezTo>
                  <a:pt x="352" y="459"/>
                  <a:pt x="352" y="460"/>
                  <a:pt x="353" y="461"/>
                </a:cubicBezTo>
                <a:cubicBezTo>
                  <a:pt x="356" y="459"/>
                  <a:pt x="361" y="462"/>
                  <a:pt x="362" y="466"/>
                </a:cubicBezTo>
                <a:cubicBezTo>
                  <a:pt x="362" y="467"/>
                  <a:pt x="362" y="468"/>
                  <a:pt x="362" y="468"/>
                </a:cubicBezTo>
                <a:cubicBezTo>
                  <a:pt x="363" y="468"/>
                  <a:pt x="363" y="468"/>
                  <a:pt x="364" y="468"/>
                </a:cubicBezTo>
                <a:cubicBezTo>
                  <a:pt x="367" y="467"/>
                  <a:pt x="369" y="468"/>
                  <a:pt x="371" y="470"/>
                </a:cubicBezTo>
                <a:lnTo>
                  <a:pt x="371" y="469"/>
                </a:lnTo>
                <a:cubicBezTo>
                  <a:pt x="375" y="465"/>
                  <a:pt x="376" y="460"/>
                  <a:pt x="378" y="454"/>
                </a:cubicBezTo>
                <a:cubicBezTo>
                  <a:pt x="378" y="452"/>
                  <a:pt x="381" y="450"/>
                  <a:pt x="383" y="450"/>
                </a:cubicBezTo>
                <a:cubicBezTo>
                  <a:pt x="384" y="450"/>
                  <a:pt x="385" y="450"/>
                  <a:pt x="386" y="450"/>
                </a:cubicBezTo>
                <a:cubicBezTo>
                  <a:pt x="387" y="449"/>
                  <a:pt x="387" y="448"/>
                  <a:pt x="387" y="447"/>
                </a:cubicBezTo>
                <a:cubicBezTo>
                  <a:pt x="387" y="445"/>
                  <a:pt x="388" y="443"/>
                  <a:pt x="390" y="443"/>
                </a:cubicBezTo>
                <a:cubicBezTo>
                  <a:pt x="391" y="442"/>
                  <a:pt x="392" y="442"/>
                  <a:pt x="394" y="442"/>
                </a:cubicBezTo>
                <a:cubicBezTo>
                  <a:pt x="394" y="442"/>
                  <a:pt x="394" y="441"/>
                  <a:pt x="394" y="441"/>
                </a:cubicBezTo>
                <a:cubicBezTo>
                  <a:pt x="398" y="439"/>
                  <a:pt x="400" y="432"/>
                  <a:pt x="401" y="426"/>
                </a:cubicBezTo>
                <a:cubicBezTo>
                  <a:pt x="397" y="421"/>
                  <a:pt x="393" y="414"/>
                  <a:pt x="388" y="410"/>
                </a:cubicBezTo>
                <a:cubicBezTo>
                  <a:pt x="388" y="410"/>
                  <a:pt x="388" y="409"/>
                  <a:pt x="388" y="409"/>
                </a:cubicBezTo>
                <a:lnTo>
                  <a:pt x="389" y="409"/>
                </a:lnTo>
                <a:cubicBezTo>
                  <a:pt x="387" y="408"/>
                  <a:pt x="385" y="407"/>
                  <a:pt x="385" y="405"/>
                </a:cubicBezTo>
                <a:cubicBezTo>
                  <a:pt x="377" y="407"/>
                  <a:pt x="372" y="404"/>
                  <a:pt x="368" y="398"/>
                </a:cubicBezTo>
                <a:cubicBezTo>
                  <a:pt x="367" y="398"/>
                  <a:pt x="368" y="397"/>
                  <a:pt x="368" y="397"/>
                </a:cubicBezTo>
                <a:cubicBezTo>
                  <a:pt x="372" y="401"/>
                  <a:pt x="377" y="404"/>
                  <a:pt x="383" y="402"/>
                </a:cubicBezTo>
                <a:cubicBezTo>
                  <a:pt x="383" y="401"/>
                  <a:pt x="384" y="401"/>
                  <a:pt x="384" y="401"/>
                </a:cubicBezTo>
                <a:cubicBezTo>
                  <a:pt x="385" y="401"/>
                  <a:pt x="385" y="401"/>
                  <a:pt x="386" y="401"/>
                </a:cubicBezTo>
                <a:cubicBezTo>
                  <a:pt x="387" y="400"/>
                  <a:pt x="388" y="401"/>
                  <a:pt x="389" y="402"/>
                </a:cubicBezTo>
                <a:cubicBezTo>
                  <a:pt x="389" y="402"/>
                  <a:pt x="389" y="402"/>
                  <a:pt x="389" y="402"/>
                </a:cubicBezTo>
                <a:cubicBezTo>
                  <a:pt x="384" y="383"/>
                  <a:pt x="387" y="364"/>
                  <a:pt x="373" y="348"/>
                </a:cubicBezTo>
                <a:cubicBezTo>
                  <a:pt x="372" y="348"/>
                  <a:pt x="373" y="347"/>
                  <a:pt x="373" y="348"/>
                </a:cubicBezTo>
                <a:cubicBezTo>
                  <a:pt x="389" y="359"/>
                  <a:pt x="389" y="377"/>
                  <a:pt x="394" y="394"/>
                </a:cubicBezTo>
                <a:cubicBezTo>
                  <a:pt x="395" y="397"/>
                  <a:pt x="395" y="402"/>
                  <a:pt x="397" y="405"/>
                </a:cubicBezTo>
                <a:cubicBezTo>
                  <a:pt x="398" y="405"/>
                  <a:pt x="398" y="406"/>
                  <a:pt x="398" y="406"/>
                </a:cubicBezTo>
                <a:cubicBezTo>
                  <a:pt x="399" y="406"/>
                  <a:pt x="399" y="407"/>
                  <a:pt x="400" y="407"/>
                </a:cubicBezTo>
                <a:cubicBezTo>
                  <a:pt x="401" y="407"/>
                  <a:pt x="403" y="408"/>
                  <a:pt x="405" y="408"/>
                </a:cubicBezTo>
                <a:cubicBezTo>
                  <a:pt x="407" y="408"/>
                  <a:pt x="409" y="408"/>
                  <a:pt x="411" y="409"/>
                </a:cubicBezTo>
                <a:cubicBezTo>
                  <a:pt x="411" y="409"/>
                  <a:pt x="411" y="409"/>
                  <a:pt x="412" y="408"/>
                </a:cubicBezTo>
                <a:cubicBezTo>
                  <a:pt x="414" y="408"/>
                  <a:pt x="415" y="407"/>
                  <a:pt x="417" y="408"/>
                </a:cubicBezTo>
                <a:cubicBezTo>
                  <a:pt x="418" y="408"/>
                  <a:pt x="419" y="408"/>
                  <a:pt x="419" y="409"/>
                </a:cubicBezTo>
                <a:cubicBezTo>
                  <a:pt x="422" y="401"/>
                  <a:pt x="428" y="396"/>
                  <a:pt x="434" y="390"/>
                </a:cubicBezTo>
                <a:cubicBezTo>
                  <a:pt x="434" y="390"/>
                  <a:pt x="434" y="389"/>
                  <a:pt x="434" y="388"/>
                </a:cubicBezTo>
                <a:cubicBezTo>
                  <a:pt x="434" y="386"/>
                  <a:pt x="434" y="384"/>
                  <a:pt x="435" y="383"/>
                </a:cubicBezTo>
                <a:cubicBezTo>
                  <a:pt x="435" y="382"/>
                  <a:pt x="435" y="381"/>
                  <a:pt x="436" y="381"/>
                </a:cubicBezTo>
                <a:cubicBezTo>
                  <a:pt x="435" y="378"/>
                  <a:pt x="436" y="375"/>
                  <a:pt x="437" y="372"/>
                </a:cubicBezTo>
                <a:cubicBezTo>
                  <a:pt x="437" y="367"/>
                  <a:pt x="437" y="362"/>
                  <a:pt x="440" y="358"/>
                </a:cubicBezTo>
                <a:cubicBezTo>
                  <a:pt x="438" y="354"/>
                  <a:pt x="435" y="351"/>
                  <a:pt x="434" y="348"/>
                </a:cubicBezTo>
                <a:cubicBezTo>
                  <a:pt x="430" y="340"/>
                  <a:pt x="435" y="331"/>
                  <a:pt x="426" y="326"/>
                </a:cubicBezTo>
                <a:cubicBezTo>
                  <a:pt x="423" y="324"/>
                  <a:pt x="422" y="320"/>
                  <a:pt x="422" y="317"/>
                </a:cubicBezTo>
                <a:cubicBezTo>
                  <a:pt x="422" y="316"/>
                  <a:pt x="422" y="315"/>
                  <a:pt x="421" y="315"/>
                </a:cubicBezTo>
                <a:cubicBezTo>
                  <a:pt x="419" y="313"/>
                  <a:pt x="419" y="310"/>
                  <a:pt x="419" y="307"/>
                </a:cubicBezTo>
                <a:cubicBezTo>
                  <a:pt x="419" y="306"/>
                  <a:pt x="418" y="305"/>
                  <a:pt x="417" y="303"/>
                </a:cubicBezTo>
                <a:cubicBezTo>
                  <a:pt x="412" y="301"/>
                  <a:pt x="409" y="296"/>
                  <a:pt x="410" y="291"/>
                </a:cubicBezTo>
                <a:cubicBezTo>
                  <a:pt x="409" y="290"/>
                  <a:pt x="409" y="289"/>
                  <a:pt x="409" y="288"/>
                </a:cubicBezTo>
                <a:cubicBezTo>
                  <a:pt x="409" y="288"/>
                  <a:pt x="409" y="288"/>
                  <a:pt x="409" y="288"/>
                </a:cubicBezTo>
                <a:cubicBezTo>
                  <a:pt x="405" y="287"/>
                  <a:pt x="402" y="282"/>
                  <a:pt x="403" y="278"/>
                </a:cubicBezTo>
                <a:cubicBezTo>
                  <a:pt x="400" y="277"/>
                  <a:pt x="398" y="274"/>
                  <a:pt x="398" y="271"/>
                </a:cubicBezTo>
                <a:cubicBezTo>
                  <a:pt x="397" y="270"/>
                  <a:pt x="397" y="269"/>
                  <a:pt x="397" y="268"/>
                </a:cubicBezTo>
                <a:cubicBezTo>
                  <a:pt x="395" y="267"/>
                  <a:pt x="395" y="266"/>
                  <a:pt x="394" y="264"/>
                </a:cubicBezTo>
                <a:cubicBezTo>
                  <a:pt x="394" y="264"/>
                  <a:pt x="394" y="264"/>
                  <a:pt x="394" y="263"/>
                </a:cubicBezTo>
                <a:cubicBezTo>
                  <a:pt x="386" y="258"/>
                  <a:pt x="377" y="255"/>
                  <a:pt x="369" y="251"/>
                </a:cubicBezTo>
                <a:cubicBezTo>
                  <a:pt x="366" y="250"/>
                  <a:pt x="354" y="245"/>
                  <a:pt x="357" y="242"/>
                </a:cubicBezTo>
                <a:cubicBezTo>
                  <a:pt x="355" y="244"/>
                  <a:pt x="350" y="244"/>
                  <a:pt x="349" y="244"/>
                </a:cubicBezTo>
                <a:cubicBezTo>
                  <a:pt x="343" y="245"/>
                  <a:pt x="339" y="246"/>
                  <a:pt x="334" y="248"/>
                </a:cubicBezTo>
                <a:cubicBezTo>
                  <a:pt x="333" y="248"/>
                  <a:pt x="333" y="248"/>
                  <a:pt x="333" y="248"/>
                </a:cubicBezTo>
                <a:cubicBezTo>
                  <a:pt x="337" y="246"/>
                  <a:pt x="351" y="239"/>
                  <a:pt x="354" y="242"/>
                </a:cubicBezTo>
                <a:cubicBezTo>
                  <a:pt x="353" y="241"/>
                  <a:pt x="354" y="238"/>
                  <a:pt x="356" y="239"/>
                </a:cubicBezTo>
                <a:cubicBezTo>
                  <a:pt x="366" y="241"/>
                  <a:pt x="377" y="247"/>
                  <a:pt x="386" y="252"/>
                </a:cubicBezTo>
                <a:cubicBezTo>
                  <a:pt x="386" y="250"/>
                  <a:pt x="385" y="248"/>
                  <a:pt x="384" y="247"/>
                </a:cubicBezTo>
                <a:cubicBezTo>
                  <a:pt x="384" y="246"/>
                  <a:pt x="385" y="245"/>
                  <a:pt x="385" y="245"/>
                </a:cubicBezTo>
                <a:cubicBezTo>
                  <a:pt x="380" y="239"/>
                  <a:pt x="380" y="232"/>
                  <a:pt x="373" y="228"/>
                </a:cubicBezTo>
                <a:cubicBezTo>
                  <a:pt x="370" y="227"/>
                  <a:pt x="370" y="223"/>
                  <a:pt x="371" y="220"/>
                </a:cubicBezTo>
                <a:cubicBezTo>
                  <a:pt x="371" y="220"/>
                  <a:pt x="371" y="219"/>
                  <a:pt x="371" y="219"/>
                </a:cubicBezTo>
                <a:cubicBezTo>
                  <a:pt x="371" y="218"/>
                  <a:pt x="370" y="217"/>
                  <a:pt x="369" y="216"/>
                </a:cubicBezTo>
                <a:cubicBezTo>
                  <a:pt x="365" y="214"/>
                  <a:pt x="362" y="211"/>
                  <a:pt x="361" y="206"/>
                </a:cubicBezTo>
                <a:cubicBezTo>
                  <a:pt x="361" y="206"/>
                  <a:pt x="360" y="205"/>
                  <a:pt x="360" y="204"/>
                </a:cubicBezTo>
                <a:cubicBezTo>
                  <a:pt x="355" y="198"/>
                  <a:pt x="353" y="192"/>
                  <a:pt x="352" y="185"/>
                </a:cubicBezTo>
                <a:cubicBezTo>
                  <a:pt x="347" y="182"/>
                  <a:pt x="345" y="176"/>
                  <a:pt x="341" y="173"/>
                </a:cubicBezTo>
                <a:cubicBezTo>
                  <a:pt x="335" y="168"/>
                  <a:pt x="328" y="162"/>
                  <a:pt x="323" y="155"/>
                </a:cubicBezTo>
                <a:cubicBezTo>
                  <a:pt x="321" y="154"/>
                  <a:pt x="320" y="152"/>
                  <a:pt x="319" y="151"/>
                </a:cubicBezTo>
                <a:cubicBezTo>
                  <a:pt x="315" y="149"/>
                  <a:pt x="312" y="145"/>
                  <a:pt x="309" y="142"/>
                </a:cubicBezTo>
                <a:cubicBezTo>
                  <a:pt x="306" y="138"/>
                  <a:pt x="302" y="134"/>
                  <a:pt x="298" y="130"/>
                </a:cubicBezTo>
                <a:cubicBezTo>
                  <a:pt x="296" y="128"/>
                  <a:pt x="295" y="121"/>
                  <a:pt x="291" y="120"/>
                </a:cubicBezTo>
                <a:cubicBezTo>
                  <a:pt x="283" y="120"/>
                  <a:pt x="277" y="117"/>
                  <a:pt x="269" y="119"/>
                </a:cubicBezTo>
                <a:cubicBezTo>
                  <a:pt x="268" y="120"/>
                  <a:pt x="268" y="119"/>
                  <a:pt x="269" y="118"/>
                </a:cubicBezTo>
                <a:cubicBezTo>
                  <a:pt x="277" y="116"/>
                  <a:pt x="285" y="119"/>
                  <a:pt x="294" y="119"/>
                </a:cubicBezTo>
                <a:cubicBezTo>
                  <a:pt x="294" y="119"/>
                  <a:pt x="294" y="119"/>
                  <a:pt x="295" y="119"/>
                </a:cubicBezTo>
                <a:cubicBezTo>
                  <a:pt x="297" y="124"/>
                  <a:pt x="304" y="128"/>
                  <a:pt x="310" y="132"/>
                </a:cubicBezTo>
                <a:cubicBezTo>
                  <a:pt x="314" y="123"/>
                  <a:pt x="306" y="111"/>
                  <a:pt x="308" y="101"/>
                </a:cubicBezTo>
                <a:cubicBezTo>
                  <a:pt x="308" y="99"/>
                  <a:pt x="305" y="93"/>
                  <a:pt x="304" y="91"/>
                </a:cubicBezTo>
                <a:cubicBezTo>
                  <a:pt x="302" y="85"/>
                  <a:pt x="300" y="80"/>
                  <a:pt x="296" y="75"/>
                </a:cubicBezTo>
                <a:cubicBezTo>
                  <a:pt x="296" y="74"/>
                  <a:pt x="293" y="67"/>
                  <a:pt x="292" y="67"/>
                </a:cubicBezTo>
                <a:cubicBezTo>
                  <a:pt x="289" y="66"/>
                  <a:pt x="286" y="65"/>
                  <a:pt x="283" y="63"/>
                </a:cubicBezTo>
                <a:cubicBezTo>
                  <a:pt x="276" y="57"/>
                  <a:pt x="271" y="50"/>
                  <a:pt x="265" y="45"/>
                </a:cubicBezTo>
                <a:cubicBezTo>
                  <a:pt x="265" y="44"/>
                  <a:pt x="265" y="44"/>
                  <a:pt x="265" y="44"/>
                </a:cubicBezTo>
                <a:cubicBezTo>
                  <a:pt x="274" y="49"/>
                  <a:pt x="284" y="64"/>
                  <a:pt x="294" y="62"/>
                </a:cubicBezTo>
                <a:cubicBezTo>
                  <a:pt x="295" y="62"/>
                  <a:pt x="296" y="62"/>
                  <a:pt x="297" y="64"/>
                </a:cubicBezTo>
                <a:cubicBezTo>
                  <a:pt x="301" y="70"/>
                  <a:pt x="306" y="76"/>
                  <a:pt x="309" y="83"/>
                </a:cubicBezTo>
                <a:cubicBezTo>
                  <a:pt x="312" y="88"/>
                  <a:pt x="313" y="93"/>
                  <a:pt x="316" y="98"/>
                </a:cubicBezTo>
                <a:cubicBezTo>
                  <a:pt x="317" y="100"/>
                  <a:pt x="316" y="104"/>
                  <a:pt x="316" y="106"/>
                </a:cubicBezTo>
                <a:cubicBezTo>
                  <a:pt x="316" y="110"/>
                  <a:pt x="317" y="114"/>
                  <a:pt x="319" y="118"/>
                </a:cubicBezTo>
                <a:cubicBezTo>
                  <a:pt x="320" y="122"/>
                  <a:pt x="320" y="126"/>
                  <a:pt x="320" y="131"/>
                </a:cubicBezTo>
                <a:cubicBezTo>
                  <a:pt x="321" y="132"/>
                  <a:pt x="322" y="133"/>
                  <a:pt x="323" y="134"/>
                </a:cubicBezTo>
                <a:cubicBezTo>
                  <a:pt x="325" y="135"/>
                  <a:pt x="326" y="138"/>
                  <a:pt x="326" y="140"/>
                </a:cubicBezTo>
                <a:cubicBezTo>
                  <a:pt x="323" y="145"/>
                  <a:pt x="330" y="149"/>
                  <a:pt x="334" y="149"/>
                </a:cubicBezTo>
                <a:cubicBezTo>
                  <a:pt x="337" y="148"/>
                  <a:pt x="339" y="151"/>
                  <a:pt x="339" y="154"/>
                </a:cubicBezTo>
                <a:lnTo>
                  <a:pt x="339" y="155"/>
                </a:lnTo>
                <a:cubicBezTo>
                  <a:pt x="345" y="158"/>
                  <a:pt x="349" y="161"/>
                  <a:pt x="354" y="165"/>
                </a:cubicBezTo>
                <a:cubicBezTo>
                  <a:pt x="355" y="166"/>
                  <a:pt x="356" y="167"/>
                  <a:pt x="357" y="169"/>
                </a:cubicBezTo>
                <a:cubicBezTo>
                  <a:pt x="357" y="169"/>
                  <a:pt x="358" y="169"/>
                  <a:pt x="359" y="169"/>
                </a:cubicBezTo>
                <a:cubicBezTo>
                  <a:pt x="359" y="169"/>
                  <a:pt x="359" y="169"/>
                  <a:pt x="360" y="168"/>
                </a:cubicBezTo>
                <a:cubicBezTo>
                  <a:pt x="360" y="168"/>
                  <a:pt x="361" y="167"/>
                  <a:pt x="362" y="167"/>
                </a:cubicBezTo>
                <a:cubicBezTo>
                  <a:pt x="366" y="163"/>
                  <a:pt x="370" y="158"/>
                  <a:pt x="371" y="153"/>
                </a:cubicBezTo>
                <a:cubicBezTo>
                  <a:pt x="368" y="151"/>
                  <a:pt x="367" y="148"/>
                  <a:pt x="367" y="144"/>
                </a:cubicBezTo>
                <a:cubicBezTo>
                  <a:pt x="367" y="137"/>
                  <a:pt x="368" y="134"/>
                  <a:pt x="362" y="130"/>
                </a:cubicBezTo>
                <a:cubicBezTo>
                  <a:pt x="359" y="127"/>
                  <a:pt x="357" y="124"/>
                  <a:pt x="358" y="119"/>
                </a:cubicBezTo>
                <a:cubicBezTo>
                  <a:pt x="358" y="119"/>
                  <a:pt x="359" y="119"/>
                  <a:pt x="359" y="120"/>
                </a:cubicBezTo>
                <a:cubicBezTo>
                  <a:pt x="357" y="129"/>
                  <a:pt x="366" y="129"/>
                  <a:pt x="371" y="134"/>
                </a:cubicBezTo>
                <a:cubicBezTo>
                  <a:pt x="374" y="137"/>
                  <a:pt x="375" y="140"/>
                  <a:pt x="375" y="144"/>
                </a:cubicBezTo>
                <a:cubicBezTo>
                  <a:pt x="376" y="143"/>
                  <a:pt x="377" y="143"/>
                  <a:pt x="378" y="144"/>
                </a:cubicBezTo>
                <a:cubicBezTo>
                  <a:pt x="378" y="144"/>
                  <a:pt x="379" y="144"/>
                  <a:pt x="379" y="144"/>
                </a:cubicBezTo>
                <a:cubicBezTo>
                  <a:pt x="380" y="138"/>
                  <a:pt x="379" y="133"/>
                  <a:pt x="380" y="127"/>
                </a:cubicBezTo>
                <a:cubicBezTo>
                  <a:pt x="380" y="125"/>
                  <a:pt x="379" y="122"/>
                  <a:pt x="381" y="121"/>
                </a:cubicBezTo>
                <a:cubicBezTo>
                  <a:pt x="381" y="121"/>
                  <a:pt x="388" y="116"/>
                  <a:pt x="387" y="117"/>
                </a:cubicBezTo>
                <a:cubicBezTo>
                  <a:pt x="388" y="115"/>
                  <a:pt x="389" y="114"/>
                  <a:pt x="391" y="113"/>
                </a:cubicBezTo>
                <a:cubicBezTo>
                  <a:pt x="392" y="112"/>
                  <a:pt x="393" y="113"/>
                  <a:pt x="392" y="114"/>
                </a:cubicBezTo>
                <a:cubicBezTo>
                  <a:pt x="389" y="118"/>
                  <a:pt x="388" y="119"/>
                  <a:pt x="387" y="123"/>
                </a:cubicBezTo>
                <a:cubicBezTo>
                  <a:pt x="387" y="133"/>
                  <a:pt x="388" y="142"/>
                  <a:pt x="386" y="152"/>
                </a:cubicBezTo>
                <a:cubicBezTo>
                  <a:pt x="386" y="154"/>
                  <a:pt x="382" y="156"/>
                  <a:pt x="380" y="155"/>
                </a:cubicBezTo>
                <a:cubicBezTo>
                  <a:pt x="380" y="155"/>
                  <a:pt x="379" y="156"/>
                  <a:pt x="379" y="156"/>
                </a:cubicBezTo>
                <a:cubicBezTo>
                  <a:pt x="379" y="157"/>
                  <a:pt x="379" y="157"/>
                  <a:pt x="378" y="158"/>
                </a:cubicBezTo>
                <a:cubicBezTo>
                  <a:pt x="377" y="161"/>
                  <a:pt x="376" y="164"/>
                  <a:pt x="377" y="168"/>
                </a:cubicBezTo>
                <a:cubicBezTo>
                  <a:pt x="378" y="171"/>
                  <a:pt x="375" y="173"/>
                  <a:pt x="373" y="173"/>
                </a:cubicBezTo>
                <a:lnTo>
                  <a:pt x="373" y="174"/>
                </a:lnTo>
                <a:cubicBezTo>
                  <a:pt x="373" y="175"/>
                  <a:pt x="373" y="176"/>
                  <a:pt x="372" y="178"/>
                </a:cubicBezTo>
                <a:cubicBezTo>
                  <a:pt x="372" y="181"/>
                  <a:pt x="371" y="185"/>
                  <a:pt x="369" y="187"/>
                </a:cubicBezTo>
                <a:cubicBezTo>
                  <a:pt x="369" y="187"/>
                  <a:pt x="369" y="187"/>
                  <a:pt x="368" y="187"/>
                </a:cubicBezTo>
                <a:cubicBezTo>
                  <a:pt x="368" y="191"/>
                  <a:pt x="368" y="195"/>
                  <a:pt x="371" y="197"/>
                </a:cubicBezTo>
                <a:cubicBezTo>
                  <a:pt x="372" y="198"/>
                  <a:pt x="373" y="200"/>
                  <a:pt x="373" y="201"/>
                </a:cubicBezTo>
                <a:cubicBezTo>
                  <a:pt x="373" y="202"/>
                  <a:pt x="374" y="203"/>
                  <a:pt x="375" y="205"/>
                </a:cubicBezTo>
                <a:cubicBezTo>
                  <a:pt x="376" y="206"/>
                  <a:pt x="377" y="207"/>
                  <a:pt x="378" y="208"/>
                </a:cubicBezTo>
                <a:cubicBezTo>
                  <a:pt x="380" y="210"/>
                  <a:pt x="381" y="212"/>
                  <a:pt x="380" y="212"/>
                </a:cubicBezTo>
                <a:cubicBezTo>
                  <a:pt x="384" y="213"/>
                  <a:pt x="386" y="217"/>
                  <a:pt x="384" y="220"/>
                </a:cubicBezTo>
                <a:cubicBezTo>
                  <a:pt x="384" y="221"/>
                  <a:pt x="384" y="221"/>
                  <a:pt x="383" y="221"/>
                </a:cubicBezTo>
                <a:cubicBezTo>
                  <a:pt x="389" y="226"/>
                  <a:pt x="391" y="234"/>
                  <a:pt x="396" y="239"/>
                </a:cubicBezTo>
                <a:cubicBezTo>
                  <a:pt x="399" y="242"/>
                  <a:pt x="401" y="244"/>
                  <a:pt x="402" y="247"/>
                </a:cubicBezTo>
                <a:cubicBezTo>
                  <a:pt x="402" y="247"/>
                  <a:pt x="403" y="248"/>
                  <a:pt x="404" y="248"/>
                </a:cubicBezTo>
                <a:cubicBezTo>
                  <a:pt x="407" y="251"/>
                  <a:pt x="408" y="253"/>
                  <a:pt x="411" y="256"/>
                </a:cubicBezTo>
                <a:cubicBezTo>
                  <a:pt x="411" y="256"/>
                  <a:pt x="412" y="257"/>
                  <a:pt x="412" y="257"/>
                </a:cubicBezTo>
                <a:cubicBezTo>
                  <a:pt x="414" y="258"/>
                  <a:pt x="414" y="260"/>
                  <a:pt x="415" y="262"/>
                </a:cubicBezTo>
                <a:cubicBezTo>
                  <a:pt x="416" y="264"/>
                  <a:pt x="416" y="266"/>
                  <a:pt x="418" y="268"/>
                </a:cubicBezTo>
                <a:cubicBezTo>
                  <a:pt x="418" y="269"/>
                  <a:pt x="419" y="270"/>
                  <a:pt x="419" y="271"/>
                </a:cubicBezTo>
                <a:cubicBezTo>
                  <a:pt x="422" y="274"/>
                  <a:pt x="424" y="277"/>
                  <a:pt x="428" y="280"/>
                </a:cubicBezTo>
                <a:cubicBezTo>
                  <a:pt x="436" y="288"/>
                  <a:pt x="441" y="301"/>
                  <a:pt x="444" y="312"/>
                </a:cubicBezTo>
                <a:cubicBezTo>
                  <a:pt x="449" y="314"/>
                  <a:pt x="451" y="318"/>
                  <a:pt x="452" y="322"/>
                </a:cubicBezTo>
                <a:cubicBezTo>
                  <a:pt x="456" y="319"/>
                  <a:pt x="461" y="315"/>
                  <a:pt x="465" y="315"/>
                </a:cubicBezTo>
                <a:cubicBezTo>
                  <a:pt x="467" y="315"/>
                  <a:pt x="467" y="318"/>
                  <a:pt x="469" y="315"/>
                </a:cubicBezTo>
                <a:cubicBezTo>
                  <a:pt x="470" y="313"/>
                  <a:pt x="470" y="311"/>
                  <a:pt x="471" y="310"/>
                </a:cubicBezTo>
                <a:cubicBezTo>
                  <a:pt x="474" y="307"/>
                  <a:pt x="478" y="305"/>
                  <a:pt x="481" y="303"/>
                </a:cubicBezTo>
                <a:cubicBezTo>
                  <a:pt x="481" y="303"/>
                  <a:pt x="481" y="302"/>
                  <a:pt x="481" y="302"/>
                </a:cubicBezTo>
                <a:cubicBezTo>
                  <a:pt x="482" y="301"/>
                  <a:pt x="483" y="299"/>
                  <a:pt x="485" y="299"/>
                </a:cubicBezTo>
                <a:cubicBezTo>
                  <a:pt x="487" y="298"/>
                  <a:pt x="490" y="297"/>
                  <a:pt x="492" y="294"/>
                </a:cubicBezTo>
                <a:cubicBezTo>
                  <a:pt x="494" y="290"/>
                  <a:pt x="496" y="286"/>
                  <a:pt x="497" y="283"/>
                </a:cubicBezTo>
                <a:cubicBezTo>
                  <a:pt x="498" y="281"/>
                  <a:pt x="499" y="279"/>
                  <a:pt x="499" y="277"/>
                </a:cubicBezTo>
                <a:cubicBezTo>
                  <a:pt x="500" y="277"/>
                  <a:pt x="500" y="276"/>
                  <a:pt x="500" y="275"/>
                </a:cubicBezTo>
                <a:cubicBezTo>
                  <a:pt x="501" y="271"/>
                  <a:pt x="502" y="267"/>
                  <a:pt x="503" y="264"/>
                </a:cubicBezTo>
                <a:cubicBezTo>
                  <a:pt x="503" y="262"/>
                  <a:pt x="503" y="260"/>
                  <a:pt x="503" y="258"/>
                </a:cubicBezTo>
                <a:cubicBezTo>
                  <a:pt x="501" y="253"/>
                  <a:pt x="500" y="249"/>
                  <a:pt x="498" y="245"/>
                </a:cubicBezTo>
                <a:cubicBezTo>
                  <a:pt x="496" y="242"/>
                  <a:pt x="494" y="238"/>
                  <a:pt x="492" y="235"/>
                </a:cubicBezTo>
                <a:cubicBezTo>
                  <a:pt x="491" y="235"/>
                  <a:pt x="490" y="234"/>
                  <a:pt x="489" y="233"/>
                </a:cubicBezTo>
                <a:cubicBezTo>
                  <a:pt x="488" y="232"/>
                  <a:pt x="485" y="231"/>
                  <a:pt x="484" y="230"/>
                </a:cubicBezTo>
                <a:cubicBezTo>
                  <a:pt x="484" y="230"/>
                  <a:pt x="484" y="229"/>
                  <a:pt x="484" y="229"/>
                </a:cubicBezTo>
                <a:cubicBezTo>
                  <a:pt x="469" y="224"/>
                  <a:pt x="455" y="219"/>
                  <a:pt x="440" y="215"/>
                </a:cubicBezTo>
                <a:cubicBezTo>
                  <a:pt x="439" y="215"/>
                  <a:pt x="439" y="214"/>
                  <a:pt x="440" y="214"/>
                </a:cubicBezTo>
                <a:cubicBezTo>
                  <a:pt x="455" y="218"/>
                  <a:pt x="472" y="221"/>
                  <a:pt x="487" y="227"/>
                </a:cubicBezTo>
                <a:cubicBezTo>
                  <a:pt x="488" y="227"/>
                  <a:pt x="489" y="227"/>
                  <a:pt x="490" y="227"/>
                </a:cubicBezTo>
                <a:cubicBezTo>
                  <a:pt x="490" y="227"/>
                  <a:pt x="490" y="226"/>
                  <a:pt x="490" y="226"/>
                </a:cubicBezTo>
                <a:cubicBezTo>
                  <a:pt x="491" y="225"/>
                  <a:pt x="492" y="224"/>
                  <a:pt x="494" y="224"/>
                </a:cubicBezTo>
                <a:cubicBezTo>
                  <a:pt x="495" y="223"/>
                  <a:pt x="496" y="222"/>
                  <a:pt x="498" y="220"/>
                </a:cubicBezTo>
                <a:cubicBezTo>
                  <a:pt x="501" y="217"/>
                  <a:pt x="503" y="213"/>
                  <a:pt x="503" y="209"/>
                </a:cubicBezTo>
                <a:cubicBezTo>
                  <a:pt x="503" y="208"/>
                  <a:pt x="504" y="208"/>
                  <a:pt x="504" y="209"/>
                </a:cubicBezTo>
                <a:cubicBezTo>
                  <a:pt x="504" y="213"/>
                  <a:pt x="501" y="217"/>
                  <a:pt x="501" y="222"/>
                </a:cubicBezTo>
                <a:cubicBezTo>
                  <a:pt x="500" y="225"/>
                  <a:pt x="500" y="228"/>
                  <a:pt x="499" y="231"/>
                </a:cubicBezTo>
                <a:cubicBezTo>
                  <a:pt x="500" y="236"/>
                  <a:pt x="503" y="241"/>
                  <a:pt x="505" y="246"/>
                </a:cubicBezTo>
                <a:cubicBezTo>
                  <a:pt x="506" y="245"/>
                  <a:pt x="506" y="243"/>
                  <a:pt x="507" y="242"/>
                </a:cubicBezTo>
                <a:cubicBezTo>
                  <a:pt x="509" y="238"/>
                  <a:pt x="511" y="237"/>
                  <a:pt x="512" y="233"/>
                </a:cubicBezTo>
                <a:cubicBezTo>
                  <a:pt x="512" y="233"/>
                  <a:pt x="512" y="232"/>
                  <a:pt x="513" y="232"/>
                </a:cubicBezTo>
                <a:cubicBezTo>
                  <a:pt x="518" y="229"/>
                  <a:pt x="515" y="230"/>
                  <a:pt x="515" y="225"/>
                </a:cubicBezTo>
                <a:cubicBezTo>
                  <a:pt x="515" y="221"/>
                  <a:pt x="519" y="218"/>
                  <a:pt x="522" y="215"/>
                </a:cubicBezTo>
                <a:cubicBezTo>
                  <a:pt x="528" y="210"/>
                  <a:pt x="525" y="201"/>
                  <a:pt x="526" y="194"/>
                </a:cubicBezTo>
                <a:cubicBezTo>
                  <a:pt x="521" y="186"/>
                  <a:pt x="525" y="174"/>
                  <a:pt x="527" y="166"/>
                </a:cubicBezTo>
                <a:cubicBezTo>
                  <a:pt x="529" y="157"/>
                  <a:pt x="532" y="146"/>
                  <a:pt x="541" y="141"/>
                </a:cubicBezTo>
                <a:cubicBezTo>
                  <a:pt x="541" y="141"/>
                  <a:pt x="542" y="142"/>
                  <a:pt x="542" y="142"/>
                </a:cubicBezTo>
                <a:cubicBezTo>
                  <a:pt x="535" y="152"/>
                  <a:pt x="530" y="160"/>
                  <a:pt x="531" y="172"/>
                </a:cubicBezTo>
                <a:cubicBezTo>
                  <a:pt x="531" y="176"/>
                  <a:pt x="533" y="182"/>
                  <a:pt x="533" y="187"/>
                </a:cubicBezTo>
                <a:cubicBezTo>
                  <a:pt x="533" y="187"/>
                  <a:pt x="533" y="187"/>
                  <a:pt x="534" y="187"/>
                </a:cubicBezTo>
                <a:cubicBezTo>
                  <a:pt x="547" y="184"/>
                  <a:pt x="561" y="182"/>
                  <a:pt x="575" y="180"/>
                </a:cubicBezTo>
                <a:cubicBezTo>
                  <a:pt x="576" y="180"/>
                  <a:pt x="576" y="181"/>
                  <a:pt x="575" y="181"/>
                </a:cubicBezTo>
                <a:cubicBezTo>
                  <a:pt x="563" y="185"/>
                  <a:pt x="543" y="183"/>
                  <a:pt x="535" y="193"/>
                </a:cubicBezTo>
                <a:cubicBezTo>
                  <a:pt x="531" y="198"/>
                  <a:pt x="537" y="208"/>
                  <a:pt x="534" y="214"/>
                </a:cubicBezTo>
                <a:cubicBezTo>
                  <a:pt x="530" y="221"/>
                  <a:pt x="519" y="217"/>
                  <a:pt x="521" y="230"/>
                </a:cubicBezTo>
                <a:cubicBezTo>
                  <a:pt x="521" y="231"/>
                  <a:pt x="521" y="232"/>
                  <a:pt x="520" y="233"/>
                </a:cubicBezTo>
                <a:cubicBezTo>
                  <a:pt x="516" y="235"/>
                  <a:pt x="514" y="243"/>
                  <a:pt x="514" y="247"/>
                </a:cubicBezTo>
                <a:cubicBezTo>
                  <a:pt x="515" y="251"/>
                  <a:pt x="513" y="256"/>
                  <a:pt x="510" y="259"/>
                </a:cubicBezTo>
                <a:cubicBezTo>
                  <a:pt x="510" y="261"/>
                  <a:pt x="510" y="262"/>
                  <a:pt x="509" y="264"/>
                </a:cubicBezTo>
                <a:cubicBezTo>
                  <a:pt x="510" y="269"/>
                  <a:pt x="506" y="273"/>
                  <a:pt x="505" y="278"/>
                </a:cubicBezTo>
                <a:cubicBezTo>
                  <a:pt x="504" y="283"/>
                  <a:pt x="503" y="287"/>
                  <a:pt x="501" y="290"/>
                </a:cubicBezTo>
                <a:cubicBezTo>
                  <a:pt x="500" y="292"/>
                  <a:pt x="500" y="293"/>
                  <a:pt x="499" y="295"/>
                </a:cubicBezTo>
                <a:cubicBezTo>
                  <a:pt x="497" y="298"/>
                  <a:pt x="496" y="302"/>
                  <a:pt x="493" y="304"/>
                </a:cubicBezTo>
                <a:cubicBezTo>
                  <a:pt x="492" y="305"/>
                  <a:pt x="491" y="306"/>
                  <a:pt x="490" y="307"/>
                </a:cubicBezTo>
                <a:cubicBezTo>
                  <a:pt x="490" y="307"/>
                  <a:pt x="490" y="308"/>
                  <a:pt x="490" y="308"/>
                </a:cubicBezTo>
                <a:cubicBezTo>
                  <a:pt x="488" y="313"/>
                  <a:pt x="484" y="317"/>
                  <a:pt x="480" y="321"/>
                </a:cubicBezTo>
                <a:cubicBezTo>
                  <a:pt x="475" y="326"/>
                  <a:pt x="470" y="328"/>
                  <a:pt x="468" y="335"/>
                </a:cubicBezTo>
                <a:cubicBezTo>
                  <a:pt x="468" y="336"/>
                  <a:pt x="468" y="338"/>
                  <a:pt x="467" y="339"/>
                </a:cubicBezTo>
                <a:cubicBezTo>
                  <a:pt x="467" y="341"/>
                  <a:pt x="466" y="342"/>
                  <a:pt x="465" y="343"/>
                </a:cubicBezTo>
                <a:cubicBezTo>
                  <a:pt x="464" y="346"/>
                  <a:pt x="464" y="349"/>
                  <a:pt x="464" y="352"/>
                </a:cubicBezTo>
                <a:cubicBezTo>
                  <a:pt x="464" y="353"/>
                  <a:pt x="463" y="355"/>
                  <a:pt x="462" y="356"/>
                </a:cubicBezTo>
                <a:cubicBezTo>
                  <a:pt x="462" y="358"/>
                  <a:pt x="463" y="359"/>
                  <a:pt x="462" y="361"/>
                </a:cubicBezTo>
                <a:cubicBezTo>
                  <a:pt x="461" y="364"/>
                  <a:pt x="460" y="366"/>
                  <a:pt x="460" y="368"/>
                </a:cubicBezTo>
                <a:cubicBezTo>
                  <a:pt x="459" y="369"/>
                  <a:pt x="459" y="370"/>
                  <a:pt x="458" y="371"/>
                </a:cubicBezTo>
                <a:cubicBezTo>
                  <a:pt x="458" y="372"/>
                  <a:pt x="459" y="374"/>
                  <a:pt x="459" y="375"/>
                </a:cubicBezTo>
                <a:cubicBezTo>
                  <a:pt x="459" y="379"/>
                  <a:pt x="460" y="383"/>
                  <a:pt x="460" y="386"/>
                </a:cubicBezTo>
                <a:cubicBezTo>
                  <a:pt x="460" y="389"/>
                  <a:pt x="458" y="392"/>
                  <a:pt x="456" y="393"/>
                </a:cubicBezTo>
                <a:cubicBezTo>
                  <a:pt x="452" y="396"/>
                  <a:pt x="451" y="407"/>
                  <a:pt x="449" y="412"/>
                </a:cubicBezTo>
                <a:cubicBezTo>
                  <a:pt x="448" y="414"/>
                  <a:pt x="446" y="415"/>
                  <a:pt x="444" y="415"/>
                </a:cubicBezTo>
                <a:cubicBezTo>
                  <a:pt x="444" y="416"/>
                  <a:pt x="444" y="416"/>
                  <a:pt x="444" y="417"/>
                </a:cubicBezTo>
                <a:cubicBezTo>
                  <a:pt x="444" y="420"/>
                  <a:pt x="443" y="423"/>
                  <a:pt x="441" y="425"/>
                </a:cubicBezTo>
                <a:cubicBezTo>
                  <a:pt x="440" y="426"/>
                  <a:pt x="439" y="428"/>
                  <a:pt x="438" y="429"/>
                </a:cubicBezTo>
                <a:cubicBezTo>
                  <a:pt x="440" y="429"/>
                  <a:pt x="441" y="430"/>
                  <a:pt x="442" y="431"/>
                </a:cubicBezTo>
                <a:cubicBezTo>
                  <a:pt x="446" y="438"/>
                  <a:pt x="450" y="443"/>
                  <a:pt x="458" y="447"/>
                </a:cubicBezTo>
                <a:cubicBezTo>
                  <a:pt x="459" y="447"/>
                  <a:pt x="460" y="449"/>
                  <a:pt x="460" y="451"/>
                </a:cubicBezTo>
                <a:cubicBezTo>
                  <a:pt x="460" y="453"/>
                  <a:pt x="460" y="455"/>
                  <a:pt x="460" y="457"/>
                </a:cubicBezTo>
                <a:cubicBezTo>
                  <a:pt x="460" y="458"/>
                  <a:pt x="461" y="459"/>
                  <a:pt x="462" y="459"/>
                </a:cubicBezTo>
                <a:cubicBezTo>
                  <a:pt x="464" y="461"/>
                  <a:pt x="466" y="463"/>
                  <a:pt x="467" y="466"/>
                </a:cubicBezTo>
                <a:cubicBezTo>
                  <a:pt x="470" y="470"/>
                  <a:pt x="477" y="481"/>
                  <a:pt x="481" y="491"/>
                </a:cubicBezTo>
                <a:cubicBezTo>
                  <a:pt x="482" y="491"/>
                  <a:pt x="483" y="490"/>
                  <a:pt x="484" y="489"/>
                </a:cubicBezTo>
                <a:cubicBezTo>
                  <a:pt x="484" y="486"/>
                  <a:pt x="487" y="483"/>
                  <a:pt x="490" y="484"/>
                </a:cubicBezTo>
                <a:cubicBezTo>
                  <a:pt x="492" y="482"/>
                  <a:pt x="495" y="480"/>
                  <a:pt x="496" y="478"/>
                </a:cubicBezTo>
                <a:cubicBezTo>
                  <a:pt x="494" y="475"/>
                  <a:pt x="494" y="469"/>
                  <a:pt x="495" y="465"/>
                </a:cubicBezTo>
                <a:cubicBezTo>
                  <a:pt x="495" y="460"/>
                  <a:pt x="497" y="457"/>
                  <a:pt x="500" y="453"/>
                </a:cubicBezTo>
                <a:cubicBezTo>
                  <a:pt x="501" y="448"/>
                  <a:pt x="503" y="445"/>
                  <a:pt x="508" y="442"/>
                </a:cubicBezTo>
                <a:cubicBezTo>
                  <a:pt x="519" y="433"/>
                  <a:pt x="527" y="418"/>
                  <a:pt x="520" y="404"/>
                </a:cubicBezTo>
                <a:cubicBezTo>
                  <a:pt x="520" y="403"/>
                  <a:pt x="521" y="403"/>
                  <a:pt x="521" y="403"/>
                </a:cubicBezTo>
                <a:cubicBezTo>
                  <a:pt x="527" y="410"/>
                  <a:pt x="526" y="419"/>
                  <a:pt x="522" y="428"/>
                </a:cubicBezTo>
                <a:cubicBezTo>
                  <a:pt x="520" y="433"/>
                  <a:pt x="518" y="438"/>
                  <a:pt x="513" y="442"/>
                </a:cubicBezTo>
                <a:cubicBezTo>
                  <a:pt x="509" y="446"/>
                  <a:pt x="506" y="449"/>
                  <a:pt x="505" y="455"/>
                </a:cubicBezTo>
                <a:cubicBezTo>
                  <a:pt x="504" y="456"/>
                  <a:pt x="504" y="457"/>
                  <a:pt x="503" y="457"/>
                </a:cubicBezTo>
                <a:cubicBezTo>
                  <a:pt x="502" y="460"/>
                  <a:pt x="503" y="464"/>
                  <a:pt x="503" y="466"/>
                </a:cubicBezTo>
                <a:cubicBezTo>
                  <a:pt x="503" y="467"/>
                  <a:pt x="503" y="467"/>
                  <a:pt x="503" y="467"/>
                </a:cubicBezTo>
                <a:cubicBezTo>
                  <a:pt x="505" y="467"/>
                  <a:pt x="507" y="467"/>
                  <a:pt x="508" y="469"/>
                </a:cubicBezTo>
                <a:cubicBezTo>
                  <a:pt x="511" y="465"/>
                  <a:pt x="516" y="461"/>
                  <a:pt x="521" y="461"/>
                </a:cubicBezTo>
                <a:cubicBezTo>
                  <a:pt x="521" y="460"/>
                  <a:pt x="522" y="459"/>
                  <a:pt x="522" y="458"/>
                </a:cubicBezTo>
                <a:cubicBezTo>
                  <a:pt x="522" y="457"/>
                  <a:pt x="523" y="456"/>
                  <a:pt x="524" y="456"/>
                </a:cubicBezTo>
                <a:cubicBezTo>
                  <a:pt x="527" y="452"/>
                  <a:pt x="533" y="450"/>
                  <a:pt x="537" y="449"/>
                </a:cubicBezTo>
                <a:cubicBezTo>
                  <a:pt x="546" y="446"/>
                  <a:pt x="555" y="457"/>
                  <a:pt x="565" y="456"/>
                </a:cubicBezTo>
                <a:cubicBezTo>
                  <a:pt x="566" y="456"/>
                  <a:pt x="566" y="457"/>
                  <a:pt x="565" y="458"/>
                </a:cubicBezTo>
                <a:cubicBezTo>
                  <a:pt x="557" y="459"/>
                  <a:pt x="552" y="455"/>
                  <a:pt x="545" y="454"/>
                </a:cubicBezTo>
                <a:cubicBezTo>
                  <a:pt x="537" y="453"/>
                  <a:pt x="533" y="459"/>
                  <a:pt x="528" y="463"/>
                </a:cubicBezTo>
                <a:cubicBezTo>
                  <a:pt x="528" y="463"/>
                  <a:pt x="528" y="463"/>
                  <a:pt x="528" y="464"/>
                </a:cubicBezTo>
                <a:cubicBezTo>
                  <a:pt x="528" y="466"/>
                  <a:pt x="526" y="467"/>
                  <a:pt x="524" y="467"/>
                </a:cubicBezTo>
                <a:cubicBezTo>
                  <a:pt x="520" y="467"/>
                  <a:pt x="514" y="471"/>
                  <a:pt x="514" y="476"/>
                </a:cubicBezTo>
                <a:cubicBezTo>
                  <a:pt x="514" y="479"/>
                  <a:pt x="511" y="481"/>
                  <a:pt x="508" y="481"/>
                </a:cubicBezTo>
                <a:cubicBezTo>
                  <a:pt x="508" y="481"/>
                  <a:pt x="508" y="481"/>
                  <a:pt x="508" y="481"/>
                </a:cubicBezTo>
                <a:cubicBezTo>
                  <a:pt x="510" y="486"/>
                  <a:pt x="505" y="489"/>
                  <a:pt x="502" y="488"/>
                </a:cubicBezTo>
                <a:cubicBezTo>
                  <a:pt x="501" y="490"/>
                  <a:pt x="500" y="492"/>
                  <a:pt x="499" y="493"/>
                </a:cubicBezTo>
                <a:cubicBezTo>
                  <a:pt x="499" y="496"/>
                  <a:pt x="495" y="499"/>
                  <a:pt x="492" y="498"/>
                </a:cubicBezTo>
                <a:cubicBezTo>
                  <a:pt x="492" y="499"/>
                  <a:pt x="492" y="500"/>
                  <a:pt x="491" y="501"/>
                </a:cubicBezTo>
                <a:cubicBezTo>
                  <a:pt x="490" y="502"/>
                  <a:pt x="489" y="504"/>
                  <a:pt x="488" y="505"/>
                </a:cubicBezTo>
                <a:cubicBezTo>
                  <a:pt x="488" y="506"/>
                  <a:pt x="487" y="507"/>
                  <a:pt x="486" y="507"/>
                </a:cubicBezTo>
                <a:cubicBezTo>
                  <a:pt x="486" y="512"/>
                  <a:pt x="482" y="516"/>
                  <a:pt x="480" y="522"/>
                </a:cubicBezTo>
                <a:cubicBezTo>
                  <a:pt x="479" y="523"/>
                  <a:pt x="477" y="524"/>
                  <a:pt x="476" y="524"/>
                </a:cubicBezTo>
                <a:cubicBezTo>
                  <a:pt x="476" y="526"/>
                  <a:pt x="475" y="527"/>
                  <a:pt x="475" y="529"/>
                </a:cubicBezTo>
                <a:cubicBezTo>
                  <a:pt x="475" y="531"/>
                  <a:pt x="475" y="532"/>
                  <a:pt x="474" y="534"/>
                </a:cubicBezTo>
                <a:cubicBezTo>
                  <a:pt x="474" y="536"/>
                  <a:pt x="473" y="538"/>
                  <a:pt x="473" y="539"/>
                </a:cubicBezTo>
                <a:cubicBezTo>
                  <a:pt x="473" y="540"/>
                  <a:pt x="473" y="540"/>
                  <a:pt x="473" y="540"/>
                </a:cubicBezTo>
                <a:cubicBezTo>
                  <a:pt x="474" y="541"/>
                  <a:pt x="474" y="542"/>
                  <a:pt x="474" y="543"/>
                </a:cubicBezTo>
                <a:cubicBezTo>
                  <a:pt x="474" y="544"/>
                  <a:pt x="474" y="544"/>
                  <a:pt x="474" y="544"/>
                </a:cubicBezTo>
                <a:cubicBezTo>
                  <a:pt x="474" y="545"/>
                  <a:pt x="474" y="545"/>
                  <a:pt x="474" y="545"/>
                </a:cubicBezTo>
                <a:cubicBezTo>
                  <a:pt x="473" y="547"/>
                  <a:pt x="473" y="549"/>
                  <a:pt x="472" y="551"/>
                </a:cubicBezTo>
                <a:cubicBezTo>
                  <a:pt x="472" y="553"/>
                  <a:pt x="471" y="556"/>
                  <a:pt x="470" y="559"/>
                </a:cubicBezTo>
                <a:cubicBezTo>
                  <a:pt x="469" y="561"/>
                  <a:pt x="469" y="564"/>
                  <a:pt x="469" y="566"/>
                </a:cubicBezTo>
                <a:cubicBezTo>
                  <a:pt x="470" y="566"/>
                  <a:pt x="470" y="567"/>
                  <a:pt x="471" y="567"/>
                </a:cubicBezTo>
                <a:cubicBezTo>
                  <a:pt x="477" y="565"/>
                  <a:pt x="483" y="566"/>
                  <a:pt x="489" y="568"/>
                </a:cubicBezTo>
                <a:cubicBezTo>
                  <a:pt x="489" y="568"/>
                  <a:pt x="489" y="568"/>
                  <a:pt x="489" y="568"/>
                </a:cubicBezTo>
                <a:cubicBezTo>
                  <a:pt x="490" y="566"/>
                  <a:pt x="492" y="566"/>
                  <a:pt x="493" y="567"/>
                </a:cubicBezTo>
                <a:cubicBezTo>
                  <a:pt x="495" y="570"/>
                  <a:pt x="498" y="571"/>
                  <a:pt x="502" y="571"/>
                </a:cubicBezTo>
                <a:cubicBezTo>
                  <a:pt x="504" y="571"/>
                  <a:pt x="505" y="570"/>
                  <a:pt x="508" y="569"/>
                </a:cubicBezTo>
                <a:cubicBezTo>
                  <a:pt x="512" y="569"/>
                  <a:pt x="516" y="570"/>
                  <a:pt x="520" y="570"/>
                </a:cubicBezTo>
                <a:cubicBezTo>
                  <a:pt x="529" y="570"/>
                  <a:pt x="539" y="571"/>
                  <a:pt x="547" y="569"/>
                </a:cubicBezTo>
                <a:cubicBezTo>
                  <a:pt x="548" y="569"/>
                  <a:pt x="550" y="569"/>
                  <a:pt x="552" y="569"/>
                </a:cubicBezTo>
                <a:cubicBezTo>
                  <a:pt x="549" y="565"/>
                  <a:pt x="551" y="561"/>
                  <a:pt x="552" y="557"/>
                </a:cubicBezTo>
                <a:cubicBezTo>
                  <a:pt x="553" y="552"/>
                  <a:pt x="553" y="547"/>
                  <a:pt x="551" y="542"/>
                </a:cubicBezTo>
                <a:cubicBezTo>
                  <a:pt x="551" y="542"/>
                  <a:pt x="551" y="541"/>
                  <a:pt x="552" y="542"/>
                </a:cubicBezTo>
                <a:cubicBezTo>
                  <a:pt x="553" y="545"/>
                  <a:pt x="559" y="553"/>
                  <a:pt x="561" y="559"/>
                </a:cubicBezTo>
                <a:cubicBezTo>
                  <a:pt x="561" y="559"/>
                  <a:pt x="562" y="559"/>
                  <a:pt x="562" y="559"/>
                </a:cubicBezTo>
                <a:cubicBezTo>
                  <a:pt x="562" y="558"/>
                  <a:pt x="563" y="558"/>
                  <a:pt x="563" y="557"/>
                </a:cubicBezTo>
                <a:cubicBezTo>
                  <a:pt x="565" y="554"/>
                  <a:pt x="570" y="552"/>
                  <a:pt x="573" y="550"/>
                </a:cubicBezTo>
                <a:cubicBezTo>
                  <a:pt x="577" y="548"/>
                  <a:pt x="579" y="550"/>
                  <a:pt x="580" y="548"/>
                </a:cubicBezTo>
                <a:cubicBezTo>
                  <a:pt x="580" y="546"/>
                  <a:pt x="582" y="546"/>
                  <a:pt x="584" y="546"/>
                </a:cubicBezTo>
                <a:cubicBezTo>
                  <a:pt x="585" y="546"/>
                  <a:pt x="585" y="546"/>
                  <a:pt x="586" y="546"/>
                </a:cubicBezTo>
                <a:lnTo>
                  <a:pt x="585" y="545"/>
                </a:lnTo>
                <a:cubicBezTo>
                  <a:pt x="585" y="542"/>
                  <a:pt x="587" y="540"/>
                  <a:pt x="590" y="541"/>
                </a:cubicBezTo>
                <a:cubicBezTo>
                  <a:pt x="591" y="541"/>
                  <a:pt x="592" y="541"/>
                  <a:pt x="593" y="541"/>
                </a:cubicBezTo>
                <a:cubicBezTo>
                  <a:pt x="592" y="534"/>
                  <a:pt x="591" y="527"/>
                  <a:pt x="592" y="520"/>
                </a:cubicBezTo>
                <a:cubicBezTo>
                  <a:pt x="593" y="519"/>
                  <a:pt x="594" y="519"/>
                  <a:pt x="594" y="518"/>
                </a:cubicBezTo>
                <a:cubicBezTo>
                  <a:pt x="595" y="518"/>
                  <a:pt x="595" y="518"/>
                  <a:pt x="596" y="518"/>
                </a:cubicBezTo>
                <a:cubicBezTo>
                  <a:pt x="596" y="518"/>
                  <a:pt x="596" y="518"/>
                  <a:pt x="597" y="517"/>
                </a:cubicBezTo>
                <a:cubicBezTo>
                  <a:pt x="597" y="514"/>
                  <a:pt x="596" y="510"/>
                  <a:pt x="596" y="506"/>
                </a:cubicBezTo>
                <a:cubicBezTo>
                  <a:pt x="596" y="505"/>
                  <a:pt x="596" y="505"/>
                  <a:pt x="597" y="504"/>
                </a:cubicBezTo>
                <a:cubicBezTo>
                  <a:pt x="598" y="504"/>
                  <a:pt x="600" y="503"/>
                  <a:pt x="601" y="503"/>
                </a:cubicBezTo>
                <a:cubicBezTo>
                  <a:pt x="601" y="492"/>
                  <a:pt x="620" y="499"/>
                  <a:pt x="620" y="486"/>
                </a:cubicBezTo>
                <a:cubicBezTo>
                  <a:pt x="620" y="486"/>
                  <a:pt x="620" y="486"/>
                  <a:pt x="621" y="486"/>
                </a:cubicBezTo>
                <a:lnTo>
                  <a:pt x="632" y="485"/>
                </a:lnTo>
                <a:cubicBezTo>
                  <a:pt x="632" y="485"/>
                  <a:pt x="632" y="485"/>
                  <a:pt x="632" y="485"/>
                </a:cubicBezTo>
                <a:cubicBezTo>
                  <a:pt x="630" y="487"/>
                  <a:pt x="627" y="488"/>
                  <a:pt x="624" y="487"/>
                </a:cubicBezTo>
                <a:cubicBezTo>
                  <a:pt x="620" y="486"/>
                  <a:pt x="621" y="491"/>
                  <a:pt x="620" y="492"/>
                </a:cubicBezTo>
                <a:cubicBezTo>
                  <a:pt x="616" y="497"/>
                  <a:pt x="604" y="496"/>
                  <a:pt x="606" y="504"/>
                </a:cubicBezTo>
                <a:cubicBezTo>
                  <a:pt x="607" y="507"/>
                  <a:pt x="604" y="508"/>
                  <a:pt x="602" y="507"/>
                </a:cubicBezTo>
                <a:close/>
                <a:moveTo>
                  <a:pt x="317" y="578"/>
                </a:moveTo>
                <a:cubicBezTo>
                  <a:pt x="317" y="578"/>
                  <a:pt x="317" y="578"/>
                  <a:pt x="317" y="578"/>
                </a:cubicBezTo>
                <a:lnTo>
                  <a:pt x="316" y="578"/>
                </a:lnTo>
                <a:cubicBezTo>
                  <a:pt x="316" y="578"/>
                  <a:pt x="316" y="578"/>
                  <a:pt x="317" y="578"/>
                </a:cubicBezTo>
                <a:close/>
                <a:moveTo>
                  <a:pt x="353" y="656"/>
                </a:moveTo>
                <a:cubicBezTo>
                  <a:pt x="352" y="656"/>
                  <a:pt x="352" y="655"/>
                  <a:pt x="352" y="655"/>
                </a:cubicBezTo>
                <a:cubicBezTo>
                  <a:pt x="352" y="655"/>
                  <a:pt x="352" y="656"/>
                  <a:pt x="352" y="656"/>
                </a:cubicBezTo>
                <a:lnTo>
                  <a:pt x="353" y="656"/>
                </a:lnTo>
                <a:close/>
                <a:moveTo>
                  <a:pt x="421" y="416"/>
                </a:moveTo>
                <a:lnTo>
                  <a:pt x="421" y="416"/>
                </a:lnTo>
                <a:lnTo>
                  <a:pt x="421" y="415"/>
                </a:lnTo>
                <a:cubicBezTo>
                  <a:pt x="421" y="415"/>
                  <a:pt x="421" y="416"/>
                  <a:pt x="421" y="416"/>
                </a:cubicBezTo>
                <a:close/>
                <a:moveTo>
                  <a:pt x="356" y="625"/>
                </a:moveTo>
                <a:lnTo>
                  <a:pt x="356" y="625"/>
                </a:lnTo>
                <a:close/>
                <a:moveTo>
                  <a:pt x="470" y="502"/>
                </a:moveTo>
                <a:cubicBezTo>
                  <a:pt x="469" y="497"/>
                  <a:pt x="468" y="492"/>
                  <a:pt x="463" y="490"/>
                </a:cubicBezTo>
                <a:cubicBezTo>
                  <a:pt x="461" y="489"/>
                  <a:pt x="460" y="487"/>
                  <a:pt x="460" y="485"/>
                </a:cubicBezTo>
                <a:cubicBezTo>
                  <a:pt x="461" y="480"/>
                  <a:pt x="460" y="475"/>
                  <a:pt x="458" y="471"/>
                </a:cubicBezTo>
                <a:cubicBezTo>
                  <a:pt x="457" y="469"/>
                  <a:pt x="456" y="468"/>
                  <a:pt x="456" y="467"/>
                </a:cubicBezTo>
                <a:cubicBezTo>
                  <a:pt x="454" y="466"/>
                  <a:pt x="453" y="465"/>
                  <a:pt x="451" y="464"/>
                </a:cubicBezTo>
                <a:cubicBezTo>
                  <a:pt x="450" y="463"/>
                  <a:pt x="448" y="461"/>
                  <a:pt x="448" y="459"/>
                </a:cubicBezTo>
                <a:cubicBezTo>
                  <a:pt x="442" y="453"/>
                  <a:pt x="435" y="448"/>
                  <a:pt x="426" y="445"/>
                </a:cubicBezTo>
                <a:cubicBezTo>
                  <a:pt x="425" y="446"/>
                  <a:pt x="425" y="447"/>
                  <a:pt x="424" y="447"/>
                </a:cubicBezTo>
                <a:cubicBezTo>
                  <a:pt x="423" y="449"/>
                  <a:pt x="423" y="450"/>
                  <a:pt x="422" y="451"/>
                </a:cubicBezTo>
                <a:cubicBezTo>
                  <a:pt x="421" y="452"/>
                  <a:pt x="420" y="453"/>
                  <a:pt x="419" y="453"/>
                </a:cubicBezTo>
                <a:cubicBezTo>
                  <a:pt x="419" y="455"/>
                  <a:pt x="417" y="457"/>
                  <a:pt x="414" y="457"/>
                </a:cubicBezTo>
                <a:cubicBezTo>
                  <a:pt x="414" y="458"/>
                  <a:pt x="414" y="458"/>
                  <a:pt x="414" y="458"/>
                </a:cubicBezTo>
                <a:cubicBezTo>
                  <a:pt x="413" y="462"/>
                  <a:pt x="412" y="466"/>
                  <a:pt x="409" y="469"/>
                </a:cubicBezTo>
                <a:cubicBezTo>
                  <a:pt x="408" y="472"/>
                  <a:pt x="405" y="473"/>
                  <a:pt x="403" y="472"/>
                </a:cubicBezTo>
                <a:cubicBezTo>
                  <a:pt x="403" y="473"/>
                  <a:pt x="403" y="474"/>
                  <a:pt x="402" y="475"/>
                </a:cubicBezTo>
                <a:cubicBezTo>
                  <a:pt x="403" y="477"/>
                  <a:pt x="402" y="479"/>
                  <a:pt x="401" y="481"/>
                </a:cubicBezTo>
                <a:cubicBezTo>
                  <a:pt x="398" y="484"/>
                  <a:pt x="396" y="485"/>
                  <a:pt x="394" y="488"/>
                </a:cubicBezTo>
                <a:cubicBezTo>
                  <a:pt x="392" y="493"/>
                  <a:pt x="389" y="498"/>
                  <a:pt x="384" y="502"/>
                </a:cubicBezTo>
                <a:cubicBezTo>
                  <a:pt x="386" y="505"/>
                  <a:pt x="382" y="510"/>
                  <a:pt x="378" y="509"/>
                </a:cubicBezTo>
                <a:cubicBezTo>
                  <a:pt x="378" y="509"/>
                  <a:pt x="378" y="509"/>
                  <a:pt x="378" y="509"/>
                </a:cubicBezTo>
                <a:cubicBezTo>
                  <a:pt x="378" y="509"/>
                  <a:pt x="378" y="509"/>
                  <a:pt x="378" y="509"/>
                </a:cubicBezTo>
                <a:cubicBezTo>
                  <a:pt x="377" y="513"/>
                  <a:pt x="375" y="517"/>
                  <a:pt x="373" y="520"/>
                </a:cubicBezTo>
                <a:cubicBezTo>
                  <a:pt x="371" y="524"/>
                  <a:pt x="368" y="528"/>
                  <a:pt x="366" y="533"/>
                </a:cubicBezTo>
                <a:cubicBezTo>
                  <a:pt x="366" y="534"/>
                  <a:pt x="366" y="535"/>
                  <a:pt x="365" y="537"/>
                </a:cubicBezTo>
                <a:cubicBezTo>
                  <a:pt x="365" y="538"/>
                  <a:pt x="365" y="539"/>
                  <a:pt x="364" y="540"/>
                </a:cubicBezTo>
                <a:cubicBezTo>
                  <a:pt x="363" y="541"/>
                  <a:pt x="362" y="542"/>
                  <a:pt x="361" y="543"/>
                </a:cubicBezTo>
                <a:cubicBezTo>
                  <a:pt x="361" y="543"/>
                  <a:pt x="361" y="543"/>
                  <a:pt x="361" y="544"/>
                </a:cubicBezTo>
                <a:cubicBezTo>
                  <a:pt x="361" y="545"/>
                  <a:pt x="361" y="547"/>
                  <a:pt x="361" y="549"/>
                </a:cubicBezTo>
                <a:cubicBezTo>
                  <a:pt x="361" y="549"/>
                  <a:pt x="360" y="550"/>
                  <a:pt x="360" y="551"/>
                </a:cubicBezTo>
                <a:cubicBezTo>
                  <a:pt x="360" y="551"/>
                  <a:pt x="360" y="552"/>
                  <a:pt x="360" y="552"/>
                </a:cubicBezTo>
                <a:cubicBezTo>
                  <a:pt x="360" y="558"/>
                  <a:pt x="358" y="563"/>
                  <a:pt x="356" y="569"/>
                </a:cubicBezTo>
                <a:cubicBezTo>
                  <a:pt x="356" y="570"/>
                  <a:pt x="356" y="571"/>
                  <a:pt x="356" y="573"/>
                </a:cubicBezTo>
                <a:cubicBezTo>
                  <a:pt x="356" y="574"/>
                  <a:pt x="356" y="575"/>
                  <a:pt x="356" y="575"/>
                </a:cubicBezTo>
                <a:cubicBezTo>
                  <a:pt x="357" y="576"/>
                  <a:pt x="357" y="576"/>
                  <a:pt x="357" y="576"/>
                </a:cubicBezTo>
                <a:cubicBezTo>
                  <a:pt x="360" y="584"/>
                  <a:pt x="361" y="590"/>
                  <a:pt x="358" y="597"/>
                </a:cubicBezTo>
                <a:cubicBezTo>
                  <a:pt x="358" y="599"/>
                  <a:pt x="357" y="600"/>
                  <a:pt x="355" y="601"/>
                </a:cubicBezTo>
                <a:cubicBezTo>
                  <a:pt x="355" y="603"/>
                  <a:pt x="355" y="604"/>
                  <a:pt x="354" y="605"/>
                </a:cubicBezTo>
                <a:cubicBezTo>
                  <a:pt x="355" y="609"/>
                  <a:pt x="355" y="613"/>
                  <a:pt x="356" y="617"/>
                </a:cubicBezTo>
                <a:cubicBezTo>
                  <a:pt x="357" y="618"/>
                  <a:pt x="358" y="620"/>
                  <a:pt x="357" y="622"/>
                </a:cubicBezTo>
                <a:cubicBezTo>
                  <a:pt x="357" y="624"/>
                  <a:pt x="357" y="625"/>
                  <a:pt x="357" y="626"/>
                </a:cubicBezTo>
                <a:cubicBezTo>
                  <a:pt x="357" y="625"/>
                  <a:pt x="358" y="626"/>
                  <a:pt x="358" y="626"/>
                </a:cubicBezTo>
                <a:cubicBezTo>
                  <a:pt x="356" y="630"/>
                  <a:pt x="356" y="633"/>
                  <a:pt x="357" y="637"/>
                </a:cubicBezTo>
                <a:cubicBezTo>
                  <a:pt x="360" y="638"/>
                  <a:pt x="362" y="640"/>
                  <a:pt x="362" y="642"/>
                </a:cubicBezTo>
                <a:cubicBezTo>
                  <a:pt x="363" y="640"/>
                  <a:pt x="366" y="640"/>
                  <a:pt x="368" y="641"/>
                </a:cubicBezTo>
                <a:cubicBezTo>
                  <a:pt x="369" y="641"/>
                  <a:pt x="369" y="641"/>
                  <a:pt x="370" y="642"/>
                </a:cubicBezTo>
                <a:cubicBezTo>
                  <a:pt x="372" y="643"/>
                  <a:pt x="374" y="644"/>
                  <a:pt x="376" y="645"/>
                </a:cubicBezTo>
                <a:cubicBezTo>
                  <a:pt x="377" y="644"/>
                  <a:pt x="379" y="643"/>
                  <a:pt x="380" y="642"/>
                </a:cubicBezTo>
                <a:cubicBezTo>
                  <a:pt x="381" y="642"/>
                  <a:pt x="382" y="641"/>
                  <a:pt x="383" y="641"/>
                </a:cubicBezTo>
                <a:cubicBezTo>
                  <a:pt x="384" y="639"/>
                  <a:pt x="385" y="639"/>
                  <a:pt x="386" y="638"/>
                </a:cubicBezTo>
                <a:cubicBezTo>
                  <a:pt x="386" y="637"/>
                  <a:pt x="386" y="636"/>
                  <a:pt x="386" y="636"/>
                </a:cubicBezTo>
                <a:cubicBezTo>
                  <a:pt x="388" y="632"/>
                  <a:pt x="390" y="629"/>
                  <a:pt x="393" y="627"/>
                </a:cubicBezTo>
                <a:cubicBezTo>
                  <a:pt x="395" y="623"/>
                  <a:pt x="399" y="620"/>
                  <a:pt x="403" y="621"/>
                </a:cubicBezTo>
                <a:cubicBezTo>
                  <a:pt x="402" y="617"/>
                  <a:pt x="404" y="613"/>
                  <a:pt x="407" y="611"/>
                </a:cubicBezTo>
                <a:cubicBezTo>
                  <a:pt x="413" y="607"/>
                  <a:pt x="417" y="604"/>
                  <a:pt x="421" y="598"/>
                </a:cubicBezTo>
                <a:cubicBezTo>
                  <a:pt x="424" y="595"/>
                  <a:pt x="423" y="592"/>
                  <a:pt x="425" y="588"/>
                </a:cubicBezTo>
                <a:cubicBezTo>
                  <a:pt x="428" y="583"/>
                  <a:pt x="432" y="581"/>
                  <a:pt x="434" y="576"/>
                </a:cubicBezTo>
                <a:cubicBezTo>
                  <a:pt x="436" y="572"/>
                  <a:pt x="438" y="570"/>
                  <a:pt x="441" y="567"/>
                </a:cubicBezTo>
                <a:cubicBezTo>
                  <a:pt x="441" y="567"/>
                  <a:pt x="441" y="567"/>
                  <a:pt x="442" y="566"/>
                </a:cubicBezTo>
                <a:cubicBezTo>
                  <a:pt x="442" y="566"/>
                  <a:pt x="442" y="565"/>
                  <a:pt x="443" y="564"/>
                </a:cubicBezTo>
                <a:cubicBezTo>
                  <a:pt x="443" y="563"/>
                  <a:pt x="444" y="562"/>
                  <a:pt x="445" y="562"/>
                </a:cubicBezTo>
                <a:cubicBezTo>
                  <a:pt x="446" y="561"/>
                  <a:pt x="446" y="561"/>
                  <a:pt x="447" y="560"/>
                </a:cubicBezTo>
                <a:cubicBezTo>
                  <a:pt x="446" y="558"/>
                  <a:pt x="447" y="556"/>
                  <a:pt x="449" y="554"/>
                </a:cubicBezTo>
                <a:cubicBezTo>
                  <a:pt x="454" y="548"/>
                  <a:pt x="454" y="539"/>
                  <a:pt x="457" y="532"/>
                </a:cubicBezTo>
                <a:cubicBezTo>
                  <a:pt x="457" y="532"/>
                  <a:pt x="457" y="531"/>
                  <a:pt x="458" y="530"/>
                </a:cubicBezTo>
                <a:cubicBezTo>
                  <a:pt x="458" y="524"/>
                  <a:pt x="461" y="517"/>
                  <a:pt x="465" y="510"/>
                </a:cubicBezTo>
                <a:cubicBezTo>
                  <a:pt x="467" y="507"/>
                  <a:pt x="468" y="505"/>
                  <a:pt x="470" y="502"/>
                </a:cubicBezTo>
                <a:close/>
              </a:path>
            </a:pathLst>
          </a:custGeom>
          <a:solidFill>
            <a:srgbClr val="A5A5A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2" name="leaf_70892" title=""/>
          <p:cNvSpPr>
            <a:spLocks noChangeAspect="1" noChangeArrowheads="1"/>
          </p:cNvSpPr>
          <p:nvPr/>
        </p:nvSpPr>
        <p:spPr bwMode="auto">
          <a:xfrm>
            <a:off x="5435600" y="128087"/>
            <a:ext cx="368300" cy="360363"/>
          </a:xfrm>
          <a:custGeom>
            <a:gdLst>
              <a:gd name="T0" fmla="*/ 305654 w 729"/>
              <a:gd name="T1" fmla="*/ 252406 h 711"/>
              <a:gd name="T2" fmla="*/ 348597 w 729"/>
              <a:gd name="T3" fmla="*/ 294474 h 711"/>
              <a:gd name="T4" fmla="*/ 289487 w 729"/>
              <a:gd name="T5" fmla="*/ 323871 h 711"/>
              <a:gd name="T6" fmla="*/ 281909 w 729"/>
              <a:gd name="T7" fmla="*/ 320323 h 711"/>
              <a:gd name="T8" fmla="*/ 222294 w 729"/>
              <a:gd name="T9" fmla="*/ 209832 h 711"/>
              <a:gd name="T10" fmla="*/ 37891 w 729"/>
              <a:gd name="T11" fmla="*/ 9630 h 711"/>
              <a:gd name="T12" fmla="*/ 36881 w 729"/>
              <a:gd name="T13" fmla="*/ 5575 h 711"/>
              <a:gd name="T14" fmla="*/ 31323 w 729"/>
              <a:gd name="T15" fmla="*/ 3548 h 711"/>
              <a:gd name="T16" fmla="*/ 62646 w 729"/>
              <a:gd name="T17" fmla="*/ 280282 h 711"/>
              <a:gd name="T18" fmla="*/ 367795 w 729"/>
              <a:gd name="T19" fmla="*/ 273187 h 711"/>
              <a:gd name="T20" fmla="*/ 64667 w 729"/>
              <a:gd name="T21" fmla="*/ 266598 h 711"/>
              <a:gd name="T22" fmla="*/ 44964 w 729"/>
              <a:gd name="T23" fmla="*/ 98327 h 711"/>
              <a:gd name="T24" fmla="*/ 29808 w 729"/>
              <a:gd name="T25" fmla="*/ 93258 h 711"/>
              <a:gd name="T26" fmla="*/ 61636 w 729"/>
              <a:gd name="T27" fmla="*/ 140901 h 711"/>
              <a:gd name="T28" fmla="*/ 35870 w 729"/>
              <a:gd name="T29" fmla="*/ 133299 h 711"/>
              <a:gd name="T30" fmla="*/ 89423 w 729"/>
              <a:gd name="T31" fmla="*/ 191079 h 711"/>
              <a:gd name="T32" fmla="*/ 62141 w 729"/>
              <a:gd name="T33" fmla="*/ 177901 h 711"/>
              <a:gd name="T34" fmla="*/ 94980 w 729"/>
              <a:gd name="T35" fmla="*/ 199188 h 711"/>
              <a:gd name="T36" fmla="*/ 126808 w 729"/>
              <a:gd name="T37" fmla="*/ 241763 h 711"/>
              <a:gd name="T38" fmla="*/ 88412 w 729"/>
              <a:gd name="T39" fmla="*/ 232133 h 711"/>
              <a:gd name="T40" fmla="*/ 166720 w 729"/>
              <a:gd name="T41" fmla="*/ 283830 h 711"/>
              <a:gd name="T42" fmla="*/ 129840 w 729"/>
              <a:gd name="T43" fmla="*/ 283323 h 711"/>
              <a:gd name="T44" fmla="*/ 210674 w 729"/>
              <a:gd name="T45" fmla="*/ 314747 h 711"/>
              <a:gd name="T46" fmla="*/ 179350 w 729"/>
              <a:gd name="T47" fmla="*/ 317788 h 711"/>
              <a:gd name="T48" fmla="*/ 246039 w 729"/>
              <a:gd name="T49" fmla="*/ 329446 h 711"/>
              <a:gd name="T50" fmla="*/ 240986 w 729"/>
              <a:gd name="T51" fmla="*/ 316775 h 711"/>
              <a:gd name="T52" fmla="*/ 207642 w 729"/>
              <a:gd name="T53" fmla="*/ 271159 h 711"/>
              <a:gd name="T54" fmla="*/ 211684 w 729"/>
              <a:gd name="T55" fmla="*/ 304611 h 711"/>
              <a:gd name="T56" fmla="*/ 181877 w 729"/>
              <a:gd name="T57" fmla="*/ 284844 h 711"/>
              <a:gd name="T58" fmla="*/ 159647 w 729"/>
              <a:gd name="T59" fmla="*/ 237201 h 711"/>
              <a:gd name="T60" fmla="*/ 141965 w 729"/>
              <a:gd name="T61" fmla="*/ 247845 h 711"/>
              <a:gd name="T62" fmla="*/ 132366 w 729"/>
              <a:gd name="T63" fmla="*/ 192599 h 711"/>
              <a:gd name="T64" fmla="*/ 127819 w 729"/>
              <a:gd name="T65" fmla="*/ 232133 h 711"/>
              <a:gd name="T66" fmla="*/ 102558 w 729"/>
              <a:gd name="T67" fmla="*/ 195640 h 711"/>
              <a:gd name="T68" fmla="*/ 97001 w 729"/>
              <a:gd name="T69" fmla="*/ 144449 h 711"/>
              <a:gd name="T70" fmla="*/ 71235 w 729"/>
              <a:gd name="T71" fmla="*/ 148504 h 711"/>
              <a:gd name="T72" fmla="*/ 70225 w 729"/>
              <a:gd name="T73" fmla="*/ 114546 h 711"/>
              <a:gd name="T74" fmla="*/ 61636 w 729"/>
              <a:gd name="T75" fmla="*/ 128737 h 711"/>
              <a:gd name="T76" fmla="*/ 53047 w 729"/>
              <a:gd name="T77" fmla="*/ 107450 h 711"/>
              <a:gd name="T78" fmla="*/ 58605 w 729"/>
              <a:gd name="T79" fmla="*/ 81601 h 711"/>
              <a:gd name="T80" fmla="*/ 47490 w 729"/>
              <a:gd name="T81" fmla="*/ 90217 h 711"/>
              <a:gd name="T82" fmla="*/ 34860 w 729"/>
              <a:gd name="T83" fmla="*/ 26356 h 711"/>
              <a:gd name="T84" fmla="*/ 187434 w 729"/>
              <a:gd name="T85" fmla="*/ 169284 h 711"/>
              <a:gd name="T86" fmla="*/ 260690 w 729"/>
              <a:gd name="T87" fmla="*/ 321843 h 71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729" h="711">
                <a:moveTo>
                  <a:pt x="595" y="492"/>
                </a:moveTo>
                <a:cubicBezTo>
                  <a:pt x="593" y="498"/>
                  <a:pt x="601" y="502"/>
                  <a:pt x="605" y="498"/>
                </a:cubicBezTo>
                <a:cubicBezTo>
                  <a:pt x="636" y="466"/>
                  <a:pt x="659" y="469"/>
                  <a:pt x="675" y="508"/>
                </a:cubicBezTo>
                <a:cubicBezTo>
                  <a:pt x="706" y="527"/>
                  <a:pt x="711" y="551"/>
                  <a:pt x="690" y="581"/>
                </a:cubicBezTo>
                <a:cubicBezTo>
                  <a:pt x="676" y="608"/>
                  <a:pt x="646" y="625"/>
                  <a:pt x="619" y="632"/>
                </a:cubicBezTo>
                <a:cubicBezTo>
                  <a:pt x="604" y="637"/>
                  <a:pt x="589" y="639"/>
                  <a:pt x="573" y="639"/>
                </a:cubicBezTo>
                <a:cubicBezTo>
                  <a:pt x="572" y="635"/>
                  <a:pt x="570" y="632"/>
                  <a:pt x="565" y="632"/>
                </a:cubicBezTo>
                <a:cubicBezTo>
                  <a:pt x="562" y="632"/>
                  <a:pt x="560" y="632"/>
                  <a:pt x="558" y="632"/>
                </a:cubicBezTo>
                <a:cubicBezTo>
                  <a:pt x="556" y="631"/>
                  <a:pt x="555" y="631"/>
                  <a:pt x="553" y="631"/>
                </a:cubicBezTo>
                <a:cubicBezTo>
                  <a:pt x="464" y="617"/>
                  <a:pt x="469" y="479"/>
                  <a:pt x="440" y="414"/>
                </a:cubicBezTo>
                <a:cubicBezTo>
                  <a:pt x="420" y="368"/>
                  <a:pt x="390" y="327"/>
                  <a:pt x="353" y="293"/>
                </a:cubicBezTo>
                <a:cubicBezTo>
                  <a:pt x="254" y="204"/>
                  <a:pt x="111" y="158"/>
                  <a:pt x="75" y="19"/>
                </a:cubicBezTo>
                <a:cubicBezTo>
                  <a:pt x="76" y="18"/>
                  <a:pt x="76" y="18"/>
                  <a:pt x="76" y="17"/>
                </a:cubicBezTo>
                <a:cubicBezTo>
                  <a:pt x="76" y="14"/>
                  <a:pt x="75" y="12"/>
                  <a:pt x="73" y="11"/>
                </a:cubicBezTo>
                <a:cubicBezTo>
                  <a:pt x="73" y="9"/>
                  <a:pt x="72" y="8"/>
                  <a:pt x="72" y="6"/>
                </a:cubicBezTo>
                <a:cubicBezTo>
                  <a:pt x="71" y="0"/>
                  <a:pt x="62" y="2"/>
                  <a:pt x="62" y="7"/>
                </a:cubicBezTo>
                <a:cubicBezTo>
                  <a:pt x="61" y="14"/>
                  <a:pt x="61" y="20"/>
                  <a:pt x="61" y="27"/>
                </a:cubicBezTo>
                <a:cubicBezTo>
                  <a:pt x="9" y="197"/>
                  <a:pt x="0" y="411"/>
                  <a:pt x="124" y="553"/>
                </a:cubicBezTo>
                <a:cubicBezTo>
                  <a:pt x="224" y="669"/>
                  <a:pt x="393" y="711"/>
                  <a:pt x="536" y="660"/>
                </a:cubicBezTo>
                <a:cubicBezTo>
                  <a:pt x="620" y="669"/>
                  <a:pt x="728" y="641"/>
                  <a:pt x="728" y="539"/>
                </a:cubicBezTo>
                <a:cubicBezTo>
                  <a:pt x="729" y="468"/>
                  <a:pt x="626" y="410"/>
                  <a:pt x="595" y="492"/>
                </a:cubicBezTo>
                <a:close/>
                <a:moveTo>
                  <a:pt x="128" y="526"/>
                </a:moveTo>
                <a:cubicBezTo>
                  <a:pt x="28" y="398"/>
                  <a:pt x="38" y="232"/>
                  <a:pt x="64" y="80"/>
                </a:cubicBezTo>
                <a:cubicBezTo>
                  <a:pt x="68" y="119"/>
                  <a:pt x="77" y="157"/>
                  <a:pt x="89" y="194"/>
                </a:cubicBezTo>
                <a:cubicBezTo>
                  <a:pt x="80" y="190"/>
                  <a:pt x="71" y="185"/>
                  <a:pt x="63" y="179"/>
                </a:cubicBezTo>
                <a:cubicBezTo>
                  <a:pt x="60" y="178"/>
                  <a:pt x="57" y="182"/>
                  <a:pt x="59" y="184"/>
                </a:cubicBezTo>
                <a:cubicBezTo>
                  <a:pt x="69" y="194"/>
                  <a:pt x="81" y="202"/>
                  <a:pt x="93" y="208"/>
                </a:cubicBezTo>
                <a:cubicBezTo>
                  <a:pt x="101" y="232"/>
                  <a:pt x="111" y="255"/>
                  <a:pt x="122" y="278"/>
                </a:cubicBezTo>
                <a:cubicBezTo>
                  <a:pt x="106" y="272"/>
                  <a:pt x="91" y="264"/>
                  <a:pt x="76" y="255"/>
                </a:cubicBezTo>
                <a:cubicBezTo>
                  <a:pt x="71" y="251"/>
                  <a:pt x="66" y="259"/>
                  <a:pt x="71" y="263"/>
                </a:cubicBezTo>
                <a:cubicBezTo>
                  <a:pt x="89" y="276"/>
                  <a:pt x="109" y="287"/>
                  <a:pt x="130" y="294"/>
                </a:cubicBezTo>
                <a:cubicBezTo>
                  <a:pt x="144" y="323"/>
                  <a:pt x="160" y="350"/>
                  <a:pt x="177" y="377"/>
                </a:cubicBezTo>
                <a:cubicBezTo>
                  <a:pt x="169" y="375"/>
                  <a:pt x="161" y="372"/>
                  <a:pt x="154" y="369"/>
                </a:cubicBezTo>
                <a:cubicBezTo>
                  <a:pt x="143" y="363"/>
                  <a:pt x="134" y="356"/>
                  <a:pt x="123" y="351"/>
                </a:cubicBezTo>
                <a:cubicBezTo>
                  <a:pt x="121" y="350"/>
                  <a:pt x="119" y="353"/>
                  <a:pt x="120" y="355"/>
                </a:cubicBezTo>
                <a:cubicBezTo>
                  <a:pt x="133" y="377"/>
                  <a:pt x="163" y="389"/>
                  <a:pt x="188" y="393"/>
                </a:cubicBezTo>
                <a:cubicBezTo>
                  <a:pt x="191" y="399"/>
                  <a:pt x="195" y="404"/>
                  <a:pt x="199" y="410"/>
                </a:cubicBezTo>
                <a:cubicBezTo>
                  <a:pt x="215" y="432"/>
                  <a:pt x="232" y="455"/>
                  <a:pt x="251" y="477"/>
                </a:cubicBezTo>
                <a:cubicBezTo>
                  <a:pt x="226" y="470"/>
                  <a:pt x="202" y="461"/>
                  <a:pt x="178" y="451"/>
                </a:cubicBezTo>
                <a:cubicBezTo>
                  <a:pt x="173" y="450"/>
                  <a:pt x="171" y="456"/>
                  <a:pt x="175" y="458"/>
                </a:cubicBezTo>
                <a:cubicBezTo>
                  <a:pt x="202" y="476"/>
                  <a:pt x="235" y="488"/>
                  <a:pt x="267" y="496"/>
                </a:cubicBezTo>
                <a:cubicBezTo>
                  <a:pt x="286" y="519"/>
                  <a:pt x="307" y="541"/>
                  <a:pt x="330" y="560"/>
                </a:cubicBezTo>
                <a:cubicBezTo>
                  <a:pt x="306" y="560"/>
                  <a:pt x="282" y="556"/>
                  <a:pt x="259" y="550"/>
                </a:cubicBezTo>
                <a:cubicBezTo>
                  <a:pt x="253" y="548"/>
                  <a:pt x="251" y="557"/>
                  <a:pt x="257" y="559"/>
                </a:cubicBezTo>
                <a:cubicBezTo>
                  <a:pt x="286" y="571"/>
                  <a:pt x="315" y="575"/>
                  <a:pt x="346" y="574"/>
                </a:cubicBezTo>
                <a:cubicBezTo>
                  <a:pt x="368" y="592"/>
                  <a:pt x="392" y="608"/>
                  <a:pt x="417" y="621"/>
                </a:cubicBezTo>
                <a:cubicBezTo>
                  <a:pt x="397" y="622"/>
                  <a:pt x="377" y="622"/>
                  <a:pt x="356" y="619"/>
                </a:cubicBezTo>
                <a:cubicBezTo>
                  <a:pt x="352" y="619"/>
                  <a:pt x="351" y="626"/>
                  <a:pt x="355" y="627"/>
                </a:cubicBezTo>
                <a:cubicBezTo>
                  <a:pt x="384" y="637"/>
                  <a:pt x="416" y="639"/>
                  <a:pt x="446" y="635"/>
                </a:cubicBezTo>
                <a:cubicBezTo>
                  <a:pt x="459" y="641"/>
                  <a:pt x="473" y="646"/>
                  <a:pt x="487" y="650"/>
                </a:cubicBezTo>
                <a:cubicBezTo>
                  <a:pt x="355" y="677"/>
                  <a:pt x="214" y="635"/>
                  <a:pt x="128" y="526"/>
                </a:cubicBezTo>
                <a:close/>
                <a:moveTo>
                  <a:pt x="477" y="625"/>
                </a:moveTo>
                <a:cubicBezTo>
                  <a:pt x="470" y="623"/>
                  <a:pt x="463" y="620"/>
                  <a:pt x="456" y="618"/>
                </a:cubicBezTo>
                <a:cubicBezTo>
                  <a:pt x="428" y="598"/>
                  <a:pt x="417" y="567"/>
                  <a:pt x="411" y="535"/>
                </a:cubicBezTo>
                <a:cubicBezTo>
                  <a:pt x="410" y="528"/>
                  <a:pt x="402" y="531"/>
                  <a:pt x="401" y="536"/>
                </a:cubicBezTo>
                <a:cubicBezTo>
                  <a:pt x="398" y="560"/>
                  <a:pt x="406" y="582"/>
                  <a:pt x="419" y="601"/>
                </a:cubicBezTo>
                <a:cubicBezTo>
                  <a:pt x="398" y="590"/>
                  <a:pt x="379" y="578"/>
                  <a:pt x="361" y="564"/>
                </a:cubicBezTo>
                <a:cubicBezTo>
                  <a:pt x="361" y="563"/>
                  <a:pt x="360" y="562"/>
                  <a:pt x="360" y="562"/>
                </a:cubicBezTo>
                <a:cubicBezTo>
                  <a:pt x="336" y="536"/>
                  <a:pt x="327" y="504"/>
                  <a:pt x="327" y="469"/>
                </a:cubicBezTo>
                <a:cubicBezTo>
                  <a:pt x="327" y="463"/>
                  <a:pt x="317" y="461"/>
                  <a:pt x="316" y="468"/>
                </a:cubicBezTo>
                <a:cubicBezTo>
                  <a:pt x="312" y="491"/>
                  <a:pt x="316" y="514"/>
                  <a:pt x="325" y="534"/>
                </a:cubicBezTo>
                <a:cubicBezTo>
                  <a:pt x="310" y="520"/>
                  <a:pt x="295" y="505"/>
                  <a:pt x="281" y="489"/>
                </a:cubicBezTo>
                <a:cubicBezTo>
                  <a:pt x="281" y="489"/>
                  <a:pt x="281" y="488"/>
                  <a:pt x="280" y="488"/>
                </a:cubicBezTo>
                <a:cubicBezTo>
                  <a:pt x="261" y="453"/>
                  <a:pt x="258" y="419"/>
                  <a:pt x="262" y="380"/>
                </a:cubicBezTo>
                <a:cubicBezTo>
                  <a:pt x="262" y="375"/>
                  <a:pt x="254" y="374"/>
                  <a:pt x="253" y="379"/>
                </a:cubicBezTo>
                <a:cubicBezTo>
                  <a:pt x="244" y="405"/>
                  <a:pt x="245" y="432"/>
                  <a:pt x="253" y="458"/>
                </a:cubicBezTo>
                <a:cubicBezTo>
                  <a:pt x="235" y="436"/>
                  <a:pt x="218" y="414"/>
                  <a:pt x="202" y="392"/>
                </a:cubicBezTo>
                <a:cubicBezTo>
                  <a:pt x="203" y="390"/>
                  <a:pt x="204" y="389"/>
                  <a:pt x="203" y="386"/>
                </a:cubicBezTo>
                <a:cubicBezTo>
                  <a:pt x="191" y="353"/>
                  <a:pt x="193" y="322"/>
                  <a:pt x="201" y="288"/>
                </a:cubicBezTo>
                <a:cubicBezTo>
                  <a:pt x="202" y="284"/>
                  <a:pt x="195" y="280"/>
                  <a:pt x="192" y="285"/>
                </a:cubicBezTo>
                <a:cubicBezTo>
                  <a:pt x="179" y="309"/>
                  <a:pt x="177" y="337"/>
                  <a:pt x="182" y="363"/>
                </a:cubicBezTo>
                <a:cubicBezTo>
                  <a:pt x="168" y="340"/>
                  <a:pt x="154" y="317"/>
                  <a:pt x="141" y="293"/>
                </a:cubicBezTo>
                <a:cubicBezTo>
                  <a:pt x="142" y="291"/>
                  <a:pt x="142" y="290"/>
                  <a:pt x="142" y="288"/>
                </a:cubicBezTo>
                <a:cubicBezTo>
                  <a:pt x="133" y="267"/>
                  <a:pt x="134" y="248"/>
                  <a:pt x="139" y="226"/>
                </a:cubicBezTo>
                <a:cubicBezTo>
                  <a:pt x="141" y="221"/>
                  <a:pt x="133" y="217"/>
                  <a:pt x="130" y="222"/>
                </a:cubicBezTo>
                <a:cubicBezTo>
                  <a:pt x="125" y="232"/>
                  <a:pt x="123" y="243"/>
                  <a:pt x="122" y="254"/>
                </a:cubicBezTo>
                <a:cubicBezTo>
                  <a:pt x="117" y="243"/>
                  <a:pt x="113" y="232"/>
                  <a:pt x="108" y="220"/>
                </a:cubicBezTo>
                <a:cubicBezTo>
                  <a:pt x="107" y="217"/>
                  <a:pt x="106" y="215"/>
                  <a:pt x="105" y="212"/>
                </a:cubicBezTo>
                <a:cubicBezTo>
                  <a:pt x="108" y="211"/>
                  <a:pt x="111" y="208"/>
                  <a:pt x="109" y="205"/>
                </a:cubicBezTo>
                <a:cubicBezTo>
                  <a:pt x="100" y="188"/>
                  <a:pt x="107" y="175"/>
                  <a:pt x="116" y="161"/>
                </a:cubicBezTo>
                <a:cubicBezTo>
                  <a:pt x="119" y="157"/>
                  <a:pt x="114" y="154"/>
                  <a:pt x="110" y="155"/>
                </a:cubicBezTo>
                <a:cubicBezTo>
                  <a:pt x="101" y="160"/>
                  <a:pt x="96" y="168"/>
                  <a:pt x="94" y="178"/>
                </a:cubicBezTo>
                <a:cubicBezTo>
                  <a:pt x="86" y="151"/>
                  <a:pt x="80" y="123"/>
                  <a:pt x="76" y="94"/>
                </a:cubicBezTo>
                <a:cubicBezTo>
                  <a:pt x="75" y="89"/>
                  <a:pt x="72" y="68"/>
                  <a:pt x="69" y="52"/>
                </a:cubicBezTo>
                <a:cubicBezTo>
                  <a:pt x="69" y="51"/>
                  <a:pt x="70" y="50"/>
                  <a:pt x="70" y="50"/>
                </a:cubicBezTo>
                <a:cubicBezTo>
                  <a:pt x="97" y="184"/>
                  <a:pt x="291" y="242"/>
                  <a:pt x="371" y="334"/>
                </a:cubicBezTo>
                <a:cubicBezTo>
                  <a:pt x="435" y="408"/>
                  <a:pt x="433" y="489"/>
                  <a:pt x="467" y="574"/>
                </a:cubicBezTo>
                <a:cubicBezTo>
                  <a:pt x="478" y="600"/>
                  <a:pt x="494" y="622"/>
                  <a:pt x="516" y="635"/>
                </a:cubicBezTo>
                <a:cubicBezTo>
                  <a:pt x="502" y="632"/>
                  <a:pt x="489" y="629"/>
                  <a:pt x="477" y="625"/>
                </a:cubicBezTo>
                <a:close/>
              </a:path>
            </a:pathLst>
          </a:custGeom>
          <a:solidFill>
            <a:srgbClr val="A5A5A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3" name="leaf_70892" title=""/>
          <p:cNvSpPr>
            <a:spLocks noChangeAspect="1" noChangeArrowheads="1"/>
          </p:cNvSpPr>
          <p:nvPr/>
        </p:nvSpPr>
        <p:spPr bwMode="auto">
          <a:xfrm flipH="1">
            <a:off x="6419850" y="151900"/>
            <a:ext cx="369888" cy="358775"/>
          </a:xfrm>
          <a:custGeom>
            <a:gdLst>
              <a:gd name="T0" fmla="*/ 306972 w 729"/>
              <a:gd name="T1" fmla="*/ 251294 h 711"/>
              <a:gd name="T2" fmla="*/ 350100 w 729"/>
              <a:gd name="T3" fmla="*/ 293176 h 711"/>
              <a:gd name="T4" fmla="*/ 290735 w 729"/>
              <a:gd name="T5" fmla="*/ 322443 h 711"/>
              <a:gd name="T6" fmla="*/ 283124 w 729"/>
              <a:gd name="T7" fmla="*/ 318911 h 711"/>
              <a:gd name="T8" fmla="*/ 223252 w 729"/>
              <a:gd name="T9" fmla="*/ 208907 h 711"/>
              <a:gd name="T10" fmla="*/ 38054 w 729"/>
              <a:gd name="T11" fmla="*/ 9588 h 711"/>
              <a:gd name="T12" fmla="*/ 37040 w 729"/>
              <a:gd name="T13" fmla="*/ 5551 h 711"/>
              <a:gd name="T14" fmla="*/ 31458 w 729"/>
              <a:gd name="T15" fmla="*/ 3532 h 711"/>
              <a:gd name="T16" fmla="*/ 62916 w 729"/>
              <a:gd name="T17" fmla="*/ 279047 h 711"/>
              <a:gd name="T18" fmla="*/ 369381 w 729"/>
              <a:gd name="T19" fmla="*/ 271983 h 711"/>
              <a:gd name="T20" fmla="*/ 64946 w 729"/>
              <a:gd name="T21" fmla="*/ 265423 h 711"/>
              <a:gd name="T22" fmla="*/ 45158 w 729"/>
              <a:gd name="T23" fmla="*/ 97894 h 711"/>
              <a:gd name="T24" fmla="*/ 29936 w 729"/>
              <a:gd name="T25" fmla="*/ 92848 h 711"/>
              <a:gd name="T26" fmla="*/ 61902 w 729"/>
              <a:gd name="T27" fmla="*/ 140281 h 711"/>
              <a:gd name="T28" fmla="*/ 36025 w 729"/>
              <a:gd name="T29" fmla="*/ 132711 h 711"/>
              <a:gd name="T30" fmla="*/ 89808 w 729"/>
              <a:gd name="T31" fmla="*/ 190237 h 711"/>
              <a:gd name="T32" fmla="*/ 62409 w 729"/>
              <a:gd name="T33" fmla="*/ 177117 h 711"/>
              <a:gd name="T34" fmla="*/ 95389 w 729"/>
              <a:gd name="T35" fmla="*/ 198310 h 711"/>
              <a:gd name="T36" fmla="*/ 127355 w 729"/>
              <a:gd name="T37" fmla="*/ 240697 h 711"/>
              <a:gd name="T38" fmla="*/ 88793 w 729"/>
              <a:gd name="T39" fmla="*/ 231110 h 711"/>
              <a:gd name="T40" fmla="*/ 167439 w 729"/>
              <a:gd name="T41" fmla="*/ 282579 h 711"/>
              <a:gd name="T42" fmla="*/ 130399 w 729"/>
              <a:gd name="T43" fmla="*/ 282075 h 711"/>
              <a:gd name="T44" fmla="*/ 211582 w 729"/>
              <a:gd name="T45" fmla="*/ 313360 h 711"/>
              <a:gd name="T46" fmla="*/ 180124 w 729"/>
              <a:gd name="T47" fmla="*/ 316388 h 711"/>
              <a:gd name="T48" fmla="*/ 247099 w 729"/>
              <a:gd name="T49" fmla="*/ 327994 h 711"/>
              <a:gd name="T50" fmla="*/ 242025 w 729"/>
              <a:gd name="T51" fmla="*/ 315379 h 711"/>
              <a:gd name="T52" fmla="*/ 208538 w 729"/>
              <a:gd name="T53" fmla="*/ 269964 h 711"/>
              <a:gd name="T54" fmla="*/ 212597 w 729"/>
              <a:gd name="T55" fmla="*/ 303268 h 711"/>
              <a:gd name="T56" fmla="*/ 182661 w 729"/>
              <a:gd name="T57" fmla="*/ 283589 h 711"/>
              <a:gd name="T58" fmla="*/ 160336 w 729"/>
              <a:gd name="T59" fmla="*/ 236156 h 711"/>
              <a:gd name="T60" fmla="*/ 142577 w 729"/>
              <a:gd name="T61" fmla="*/ 246752 h 711"/>
              <a:gd name="T62" fmla="*/ 132936 w 729"/>
              <a:gd name="T63" fmla="*/ 191750 h 711"/>
              <a:gd name="T64" fmla="*/ 128370 w 729"/>
              <a:gd name="T65" fmla="*/ 231110 h 711"/>
              <a:gd name="T66" fmla="*/ 103000 w 729"/>
              <a:gd name="T67" fmla="*/ 194778 h 711"/>
              <a:gd name="T68" fmla="*/ 97419 w 729"/>
              <a:gd name="T69" fmla="*/ 143813 h 711"/>
              <a:gd name="T70" fmla="*/ 71542 w 729"/>
              <a:gd name="T71" fmla="*/ 147850 h 711"/>
              <a:gd name="T72" fmla="*/ 70527 w 729"/>
              <a:gd name="T73" fmla="*/ 114041 h 711"/>
              <a:gd name="T74" fmla="*/ 61902 w 729"/>
              <a:gd name="T75" fmla="*/ 128170 h 711"/>
              <a:gd name="T76" fmla="*/ 53276 w 729"/>
              <a:gd name="T77" fmla="*/ 106977 h 711"/>
              <a:gd name="T78" fmla="*/ 58857 w 729"/>
              <a:gd name="T79" fmla="*/ 81242 h 711"/>
              <a:gd name="T80" fmla="*/ 47695 w 729"/>
              <a:gd name="T81" fmla="*/ 89820 h 711"/>
              <a:gd name="T82" fmla="*/ 35010 w 729"/>
              <a:gd name="T83" fmla="*/ 26240 h 711"/>
              <a:gd name="T84" fmla="*/ 188242 w 729"/>
              <a:gd name="T85" fmla="*/ 168538 h 711"/>
              <a:gd name="T86" fmla="*/ 261814 w 729"/>
              <a:gd name="T87" fmla="*/ 320425 h 71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729" h="711">
                <a:moveTo>
                  <a:pt x="595" y="492"/>
                </a:moveTo>
                <a:cubicBezTo>
                  <a:pt x="593" y="498"/>
                  <a:pt x="601" y="502"/>
                  <a:pt x="605" y="498"/>
                </a:cubicBezTo>
                <a:cubicBezTo>
                  <a:pt x="636" y="466"/>
                  <a:pt x="659" y="469"/>
                  <a:pt x="675" y="508"/>
                </a:cubicBezTo>
                <a:cubicBezTo>
                  <a:pt x="706" y="527"/>
                  <a:pt x="711" y="551"/>
                  <a:pt x="690" y="581"/>
                </a:cubicBezTo>
                <a:cubicBezTo>
                  <a:pt x="676" y="608"/>
                  <a:pt x="646" y="625"/>
                  <a:pt x="619" y="632"/>
                </a:cubicBezTo>
                <a:cubicBezTo>
                  <a:pt x="604" y="637"/>
                  <a:pt x="589" y="639"/>
                  <a:pt x="573" y="639"/>
                </a:cubicBezTo>
                <a:cubicBezTo>
                  <a:pt x="572" y="635"/>
                  <a:pt x="570" y="632"/>
                  <a:pt x="565" y="632"/>
                </a:cubicBezTo>
                <a:cubicBezTo>
                  <a:pt x="562" y="632"/>
                  <a:pt x="560" y="632"/>
                  <a:pt x="558" y="632"/>
                </a:cubicBezTo>
                <a:cubicBezTo>
                  <a:pt x="556" y="631"/>
                  <a:pt x="555" y="631"/>
                  <a:pt x="553" y="631"/>
                </a:cubicBezTo>
                <a:cubicBezTo>
                  <a:pt x="464" y="617"/>
                  <a:pt x="469" y="479"/>
                  <a:pt x="440" y="414"/>
                </a:cubicBezTo>
                <a:cubicBezTo>
                  <a:pt x="420" y="368"/>
                  <a:pt x="390" y="327"/>
                  <a:pt x="353" y="293"/>
                </a:cubicBezTo>
                <a:cubicBezTo>
                  <a:pt x="254" y="204"/>
                  <a:pt x="111" y="158"/>
                  <a:pt x="75" y="19"/>
                </a:cubicBezTo>
                <a:cubicBezTo>
                  <a:pt x="76" y="18"/>
                  <a:pt x="76" y="18"/>
                  <a:pt x="76" y="17"/>
                </a:cubicBezTo>
                <a:cubicBezTo>
                  <a:pt x="76" y="14"/>
                  <a:pt x="75" y="12"/>
                  <a:pt x="73" y="11"/>
                </a:cubicBezTo>
                <a:cubicBezTo>
                  <a:pt x="73" y="9"/>
                  <a:pt x="72" y="8"/>
                  <a:pt x="72" y="6"/>
                </a:cubicBezTo>
                <a:cubicBezTo>
                  <a:pt x="71" y="0"/>
                  <a:pt x="62" y="2"/>
                  <a:pt x="62" y="7"/>
                </a:cubicBezTo>
                <a:cubicBezTo>
                  <a:pt x="61" y="14"/>
                  <a:pt x="61" y="20"/>
                  <a:pt x="61" y="27"/>
                </a:cubicBezTo>
                <a:cubicBezTo>
                  <a:pt x="9" y="197"/>
                  <a:pt x="0" y="411"/>
                  <a:pt x="124" y="553"/>
                </a:cubicBezTo>
                <a:cubicBezTo>
                  <a:pt x="224" y="669"/>
                  <a:pt x="393" y="711"/>
                  <a:pt x="536" y="660"/>
                </a:cubicBezTo>
                <a:cubicBezTo>
                  <a:pt x="620" y="669"/>
                  <a:pt x="728" y="641"/>
                  <a:pt x="728" y="539"/>
                </a:cubicBezTo>
                <a:cubicBezTo>
                  <a:pt x="729" y="468"/>
                  <a:pt x="626" y="410"/>
                  <a:pt x="595" y="492"/>
                </a:cubicBezTo>
                <a:close/>
                <a:moveTo>
                  <a:pt x="128" y="526"/>
                </a:moveTo>
                <a:cubicBezTo>
                  <a:pt x="28" y="398"/>
                  <a:pt x="38" y="232"/>
                  <a:pt x="64" y="80"/>
                </a:cubicBezTo>
                <a:cubicBezTo>
                  <a:pt x="68" y="119"/>
                  <a:pt x="77" y="157"/>
                  <a:pt x="89" y="194"/>
                </a:cubicBezTo>
                <a:cubicBezTo>
                  <a:pt x="80" y="190"/>
                  <a:pt x="71" y="185"/>
                  <a:pt x="63" y="179"/>
                </a:cubicBezTo>
                <a:cubicBezTo>
                  <a:pt x="60" y="178"/>
                  <a:pt x="57" y="182"/>
                  <a:pt x="59" y="184"/>
                </a:cubicBezTo>
                <a:cubicBezTo>
                  <a:pt x="69" y="194"/>
                  <a:pt x="81" y="202"/>
                  <a:pt x="93" y="208"/>
                </a:cubicBezTo>
                <a:cubicBezTo>
                  <a:pt x="101" y="232"/>
                  <a:pt x="111" y="255"/>
                  <a:pt x="122" y="278"/>
                </a:cubicBezTo>
                <a:cubicBezTo>
                  <a:pt x="106" y="272"/>
                  <a:pt x="91" y="264"/>
                  <a:pt x="76" y="255"/>
                </a:cubicBezTo>
                <a:cubicBezTo>
                  <a:pt x="71" y="251"/>
                  <a:pt x="66" y="259"/>
                  <a:pt x="71" y="263"/>
                </a:cubicBezTo>
                <a:cubicBezTo>
                  <a:pt x="89" y="276"/>
                  <a:pt x="109" y="287"/>
                  <a:pt x="130" y="294"/>
                </a:cubicBezTo>
                <a:cubicBezTo>
                  <a:pt x="144" y="323"/>
                  <a:pt x="160" y="350"/>
                  <a:pt x="177" y="377"/>
                </a:cubicBezTo>
                <a:cubicBezTo>
                  <a:pt x="169" y="375"/>
                  <a:pt x="161" y="372"/>
                  <a:pt x="154" y="369"/>
                </a:cubicBezTo>
                <a:cubicBezTo>
                  <a:pt x="143" y="363"/>
                  <a:pt x="134" y="356"/>
                  <a:pt x="123" y="351"/>
                </a:cubicBezTo>
                <a:cubicBezTo>
                  <a:pt x="121" y="350"/>
                  <a:pt x="119" y="353"/>
                  <a:pt x="120" y="355"/>
                </a:cubicBezTo>
                <a:cubicBezTo>
                  <a:pt x="133" y="377"/>
                  <a:pt x="163" y="389"/>
                  <a:pt x="188" y="393"/>
                </a:cubicBezTo>
                <a:cubicBezTo>
                  <a:pt x="191" y="399"/>
                  <a:pt x="195" y="404"/>
                  <a:pt x="199" y="410"/>
                </a:cubicBezTo>
                <a:cubicBezTo>
                  <a:pt x="215" y="432"/>
                  <a:pt x="232" y="455"/>
                  <a:pt x="251" y="477"/>
                </a:cubicBezTo>
                <a:cubicBezTo>
                  <a:pt x="226" y="470"/>
                  <a:pt x="202" y="461"/>
                  <a:pt x="178" y="451"/>
                </a:cubicBezTo>
                <a:cubicBezTo>
                  <a:pt x="173" y="450"/>
                  <a:pt x="171" y="456"/>
                  <a:pt x="175" y="458"/>
                </a:cubicBezTo>
                <a:cubicBezTo>
                  <a:pt x="202" y="476"/>
                  <a:pt x="235" y="488"/>
                  <a:pt x="267" y="496"/>
                </a:cubicBezTo>
                <a:cubicBezTo>
                  <a:pt x="286" y="519"/>
                  <a:pt x="307" y="541"/>
                  <a:pt x="330" y="560"/>
                </a:cubicBezTo>
                <a:cubicBezTo>
                  <a:pt x="306" y="560"/>
                  <a:pt x="282" y="556"/>
                  <a:pt x="259" y="550"/>
                </a:cubicBezTo>
                <a:cubicBezTo>
                  <a:pt x="253" y="548"/>
                  <a:pt x="251" y="557"/>
                  <a:pt x="257" y="559"/>
                </a:cubicBezTo>
                <a:cubicBezTo>
                  <a:pt x="286" y="571"/>
                  <a:pt x="315" y="575"/>
                  <a:pt x="346" y="574"/>
                </a:cubicBezTo>
                <a:cubicBezTo>
                  <a:pt x="368" y="592"/>
                  <a:pt x="392" y="608"/>
                  <a:pt x="417" y="621"/>
                </a:cubicBezTo>
                <a:cubicBezTo>
                  <a:pt x="397" y="622"/>
                  <a:pt x="377" y="622"/>
                  <a:pt x="356" y="619"/>
                </a:cubicBezTo>
                <a:cubicBezTo>
                  <a:pt x="352" y="619"/>
                  <a:pt x="351" y="626"/>
                  <a:pt x="355" y="627"/>
                </a:cubicBezTo>
                <a:cubicBezTo>
                  <a:pt x="384" y="637"/>
                  <a:pt x="416" y="639"/>
                  <a:pt x="446" y="635"/>
                </a:cubicBezTo>
                <a:cubicBezTo>
                  <a:pt x="459" y="641"/>
                  <a:pt x="473" y="646"/>
                  <a:pt x="487" y="650"/>
                </a:cubicBezTo>
                <a:cubicBezTo>
                  <a:pt x="355" y="677"/>
                  <a:pt x="214" y="635"/>
                  <a:pt x="128" y="526"/>
                </a:cubicBezTo>
                <a:close/>
                <a:moveTo>
                  <a:pt x="477" y="625"/>
                </a:moveTo>
                <a:cubicBezTo>
                  <a:pt x="470" y="623"/>
                  <a:pt x="463" y="620"/>
                  <a:pt x="456" y="618"/>
                </a:cubicBezTo>
                <a:cubicBezTo>
                  <a:pt x="428" y="598"/>
                  <a:pt x="417" y="567"/>
                  <a:pt x="411" y="535"/>
                </a:cubicBezTo>
                <a:cubicBezTo>
                  <a:pt x="410" y="528"/>
                  <a:pt x="402" y="531"/>
                  <a:pt x="401" y="536"/>
                </a:cubicBezTo>
                <a:cubicBezTo>
                  <a:pt x="398" y="560"/>
                  <a:pt x="406" y="582"/>
                  <a:pt x="419" y="601"/>
                </a:cubicBezTo>
                <a:cubicBezTo>
                  <a:pt x="398" y="590"/>
                  <a:pt x="379" y="578"/>
                  <a:pt x="361" y="564"/>
                </a:cubicBezTo>
                <a:cubicBezTo>
                  <a:pt x="361" y="563"/>
                  <a:pt x="360" y="562"/>
                  <a:pt x="360" y="562"/>
                </a:cubicBezTo>
                <a:cubicBezTo>
                  <a:pt x="336" y="536"/>
                  <a:pt x="327" y="504"/>
                  <a:pt x="327" y="469"/>
                </a:cubicBezTo>
                <a:cubicBezTo>
                  <a:pt x="327" y="463"/>
                  <a:pt x="317" y="461"/>
                  <a:pt x="316" y="468"/>
                </a:cubicBezTo>
                <a:cubicBezTo>
                  <a:pt x="312" y="491"/>
                  <a:pt x="316" y="514"/>
                  <a:pt x="325" y="534"/>
                </a:cubicBezTo>
                <a:cubicBezTo>
                  <a:pt x="310" y="520"/>
                  <a:pt x="295" y="505"/>
                  <a:pt x="281" y="489"/>
                </a:cubicBezTo>
                <a:cubicBezTo>
                  <a:pt x="281" y="489"/>
                  <a:pt x="281" y="488"/>
                  <a:pt x="280" y="488"/>
                </a:cubicBezTo>
                <a:cubicBezTo>
                  <a:pt x="261" y="453"/>
                  <a:pt x="258" y="419"/>
                  <a:pt x="262" y="380"/>
                </a:cubicBezTo>
                <a:cubicBezTo>
                  <a:pt x="262" y="375"/>
                  <a:pt x="254" y="374"/>
                  <a:pt x="253" y="379"/>
                </a:cubicBezTo>
                <a:cubicBezTo>
                  <a:pt x="244" y="405"/>
                  <a:pt x="245" y="432"/>
                  <a:pt x="253" y="458"/>
                </a:cubicBezTo>
                <a:cubicBezTo>
                  <a:pt x="235" y="436"/>
                  <a:pt x="218" y="414"/>
                  <a:pt x="202" y="392"/>
                </a:cubicBezTo>
                <a:cubicBezTo>
                  <a:pt x="203" y="390"/>
                  <a:pt x="204" y="389"/>
                  <a:pt x="203" y="386"/>
                </a:cubicBezTo>
                <a:cubicBezTo>
                  <a:pt x="191" y="353"/>
                  <a:pt x="193" y="322"/>
                  <a:pt x="201" y="288"/>
                </a:cubicBezTo>
                <a:cubicBezTo>
                  <a:pt x="202" y="284"/>
                  <a:pt x="195" y="280"/>
                  <a:pt x="192" y="285"/>
                </a:cubicBezTo>
                <a:cubicBezTo>
                  <a:pt x="179" y="309"/>
                  <a:pt x="177" y="337"/>
                  <a:pt x="182" y="363"/>
                </a:cubicBezTo>
                <a:cubicBezTo>
                  <a:pt x="168" y="340"/>
                  <a:pt x="154" y="317"/>
                  <a:pt x="141" y="293"/>
                </a:cubicBezTo>
                <a:cubicBezTo>
                  <a:pt x="142" y="291"/>
                  <a:pt x="142" y="290"/>
                  <a:pt x="142" y="288"/>
                </a:cubicBezTo>
                <a:cubicBezTo>
                  <a:pt x="133" y="267"/>
                  <a:pt x="134" y="248"/>
                  <a:pt x="139" y="226"/>
                </a:cubicBezTo>
                <a:cubicBezTo>
                  <a:pt x="141" y="221"/>
                  <a:pt x="133" y="217"/>
                  <a:pt x="130" y="222"/>
                </a:cubicBezTo>
                <a:cubicBezTo>
                  <a:pt x="125" y="232"/>
                  <a:pt x="123" y="243"/>
                  <a:pt x="122" y="254"/>
                </a:cubicBezTo>
                <a:cubicBezTo>
                  <a:pt x="117" y="243"/>
                  <a:pt x="113" y="232"/>
                  <a:pt x="108" y="220"/>
                </a:cubicBezTo>
                <a:cubicBezTo>
                  <a:pt x="107" y="217"/>
                  <a:pt x="106" y="215"/>
                  <a:pt x="105" y="212"/>
                </a:cubicBezTo>
                <a:cubicBezTo>
                  <a:pt x="108" y="211"/>
                  <a:pt x="111" y="208"/>
                  <a:pt x="109" y="205"/>
                </a:cubicBezTo>
                <a:cubicBezTo>
                  <a:pt x="100" y="188"/>
                  <a:pt x="107" y="175"/>
                  <a:pt x="116" y="161"/>
                </a:cubicBezTo>
                <a:cubicBezTo>
                  <a:pt x="119" y="157"/>
                  <a:pt x="114" y="154"/>
                  <a:pt x="110" y="155"/>
                </a:cubicBezTo>
                <a:cubicBezTo>
                  <a:pt x="101" y="160"/>
                  <a:pt x="96" y="168"/>
                  <a:pt x="94" y="178"/>
                </a:cubicBezTo>
                <a:cubicBezTo>
                  <a:pt x="86" y="151"/>
                  <a:pt x="80" y="123"/>
                  <a:pt x="76" y="94"/>
                </a:cubicBezTo>
                <a:cubicBezTo>
                  <a:pt x="75" y="89"/>
                  <a:pt x="72" y="68"/>
                  <a:pt x="69" y="52"/>
                </a:cubicBezTo>
                <a:cubicBezTo>
                  <a:pt x="69" y="51"/>
                  <a:pt x="70" y="50"/>
                  <a:pt x="70" y="50"/>
                </a:cubicBezTo>
                <a:cubicBezTo>
                  <a:pt x="97" y="184"/>
                  <a:pt x="291" y="242"/>
                  <a:pt x="371" y="334"/>
                </a:cubicBezTo>
                <a:cubicBezTo>
                  <a:pt x="435" y="408"/>
                  <a:pt x="433" y="489"/>
                  <a:pt x="467" y="574"/>
                </a:cubicBezTo>
                <a:cubicBezTo>
                  <a:pt x="478" y="600"/>
                  <a:pt x="494" y="622"/>
                  <a:pt x="516" y="635"/>
                </a:cubicBezTo>
                <a:cubicBezTo>
                  <a:pt x="502" y="632"/>
                  <a:pt x="489" y="629"/>
                  <a:pt x="477" y="625"/>
                </a:cubicBezTo>
                <a:close/>
              </a:path>
            </a:pathLst>
          </a:custGeom>
          <a:solidFill>
            <a:srgbClr val="A5A5A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4" name="文本框 14" title=""/>
          <p:cNvSpPr txBox="1">
            <a:spLocks noChangeArrowheads="1"/>
          </p:cNvSpPr>
          <p:nvPr/>
        </p:nvSpPr>
        <p:spPr bwMode="auto">
          <a:xfrm>
            <a:off x="1899532" y="410668"/>
            <a:ext cx="841198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600" b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No.2  </a:t>
            </a:r>
            <a:r>
              <a:rPr lang="zh-CN" altLang="en-US" sz="3600" b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使用恰当的动词 （积极</a:t>
            </a:r>
            <a:r>
              <a:rPr lang="en-US" altLang="zh-CN" sz="3600" b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&amp;</a:t>
            </a:r>
            <a:r>
              <a:rPr lang="zh-CN" altLang="en-US" sz="3600" b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消极）</a:t>
            </a:r>
            <a:endParaRPr lang="zh-CN" altLang="en-US" sz="3600" b="1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" name="矩形 1" title=""/>
          <p:cNvSpPr/>
          <p:nvPr/>
        </p:nvSpPr>
        <p:spPr>
          <a:xfrm>
            <a:off x="183581" y="1057005"/>
            <a:ext cx="11845158" cy="5692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2800" b="1" u="sng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关于风的动词</a:t>
            </a:r>
            <a:r>
              <a:rPr lang="zh-CN" altLang="en-US" sz="28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CN" altLang="en-US" sz="2800" b="1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howl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嚎叫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blow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吹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whip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鞭打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sting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刺痛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kiss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亲吻</a:t>
            </a:r>
            <a:endParaRPr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800" b="1" u="sng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关于雨的动词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beat against…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拍打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crash against…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击打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pour down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倾盆</a:t>
            </a:r>
            <a:endParaRPr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800" b="1" u="sng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关于雪的动词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dance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跳舞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float/fall/drift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飘落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melt away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融化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blanket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裹住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            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cover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覆盖</a:t>
            </a:r>
            <a:endParaRPr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800" b="1" u="sng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关于星星的动词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shine/sparkle/twinkle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闪耀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wink/blink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眨眼睛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hide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躲藏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decorate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装饰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dot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点缀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800" b="1" u="sng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关于太阳、阳光的动词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come out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出来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rise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升起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落下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kiss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亲吻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flood in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照射进来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be bathed in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沐浴在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8" name="图片 7" title=""/>
          <p:cNvPicPr>
            <a:picLocks noChangeAspect="1"/>
          </p:cNvPicPr>
          <p:nvPr/>
        </p:nvPicPr>
        <p:blipFill>
          <a:blip r:embed="rId2">
            <a:alphaModFix amt="27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 title=""/>
          <p:cNvSpPr/>
          <p:nvPr/>
        </p:nvSpPr>
        <p:spPr>
          <a:xfrm>
            <a:off x="0" y="51489"/>
            <a:ext cx="12192001" cy="6631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2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举个例子～</a:t>
            </a:r>
            <a:endParaRPr lang="en-US" altLang="zh-CN" sz="27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7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积极环境描写：</a:t>
            </a:r>
            <a:endParaRPr lang="en-US" altLang="zh-CN" sz="2700" b="1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sz="2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pure feathery </a:t>
            </a: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snowflakes were </a:t>
            </a:r>
            <a:r>
              <a:rPr lang="en-US" altLang="zh-CN" sz="2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dancing gracefully </a:t>
            </a: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in the air.</a:t>
            </a:r>
            <a:endParaRPr lang="en-US" altLang="zh-CN" sz="2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Morning sunshine </a:t>
            </a:r>
            <a:r>
              <a:rPr lang="en-US" altLang="zh-CN" sz="2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flooded in </a:t>
            </a: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through the open curtains.</a:t>
            </a:r>
            <a:endParaRPr lang="en-US" altLang="zh-CN" sz="2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buNone/>
            </a:pP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scenery along the journey </a:t>
            </a:r>
            <a:r>
              <a:rPr lang="en-US" altLang="zh-CN" sz="2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is just like a breath-taking landscape painting</a:t>
            </a: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endParaRPr lang="en-US" altLang="zh-CN" sz="2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buNone/>
            </a:pP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Clusters (</a:t>
            </a:r>
            <a:r>
              <a:rPr lang="zh-CN" altLang="en-US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群，簇</a:t>
            </a: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of stars </a:t>
            </a:r>
            <a:r>
              <a:rPr lang="en-US" altLang="zh-CN" sz="2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decorated the vast sky like sparkling jewels</a:t>
            </a: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altLang="zh-CN" sz="27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fontAlgn="auto"/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Stars </a:t>
            </a:r>
            <a:r>
              <a:rPr lang="en-US" altLang="zh-CN" sz="2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winked at me </a:t>
            </a: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 a darkening sky. </a:t>
            </a:r>
            <a:endParaRPr lang="en-US" altLang="zh-CN" sz="27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fontAlgn="auto"/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breeze (</a:t>
            </a:r>
            <a:r>
              <a:rPr lang="zh-CN" altLang="en-US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微风</a:t>
            </a: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</a:t>
            </a:r>
            <a:r>
              <a:rPr lang="en-US" altLang="zh-CN" sz="2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gently kissed </a:t>
            </a: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her cheeks.</a:t>
            </a:r>
            <a:r>
              <a:rPr lang="zh-CN" altLang="en-US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en-US" altLang="zh-CN" sz="27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beach </a:t>
            </a:r>
            <a:r>
              <a:rPr lang="en-US" altLang="zh-CN" sz="2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was bathed in</a:t>
            </a: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the </a:t>
            </a:r>
            <a:r>
              <a:rPr lang="en-US" altLang="zh-CN" sz="2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amber-like</a:t>
            </a: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sunshine. </a:t>
            </a:r>
            <a:endParaRPr lang="zh-CN" altLang="en-US" sz="2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sky </a:t>
            </a:r>
            <a:r>
              <a:rPr lang="en-US" altLang="zh-CN" sz="2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 dotted with sparkling stars</a:t>
            </a: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CN" sz="27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zh-CN" altLang="en-US" sz="27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消极环境描写：</a:t>
            </a:r>
            <a:endParaRPr lang="en-US" altLang="zh-CN" sz="2700" b="1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</a:t>
            </a:r>
            <a:r>
              <a:rPr lang="en-US" altLang="zh-CN" sz="2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icy </a:t>
            </a: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wind </a:t>
            </a:r>
            <a:r>
              <a:rPr lang="en-US" altLang="zh-CN" sz="2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started howling</a:t>
            </a: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sz="2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cutting my face like a sharp knife</a:t>
            </a: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 </a:t>
            </a:r>
            <a:r>
              <a:rPr lang="en-US" altLang="zh-CN" sz="2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stinging my face</a:t>
            </a: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altLang="zh-CN" sz="2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sz="2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dreadful</a:t>
            </a: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 rain </a:t>
            </a:r>
            <a:r>
              <a:rPr lang="en-US" altLang="zh-CN" sz="2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 beating wildly against </a:t>
            </a: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windows.</a:t>
            </a:r>
            <a:endParaRPr lang="en-US" altLang="zh-CN" sz="2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buNone/>
            </a:pP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Wind and rain now </a:t>
            </a:r>
            <a:r>
              <a:rPr lang="en-US" altLang="zh-CN" sz="2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whipped</a:t>
            </a: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the house.</a:t>
            </a:r>
            <a:endParaRPr lang="en-US" altLang="zh-CN" sz="27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fontAlgn="auto">
              <a:buNone/>
            </a:pP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heavy silence </a:t>
            </a:r>
            <a:r>
              <a:rPr lang="en-US" altLang="zh-CN" sz="27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blanketed</a:t>
            </a:r>
            <a:r>
              <a:rPr lang="en-US" altLang="zh-CN" sz="27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the room.</a:t>
            </a:r>
            <a:endParaRPr lang="zh-CN" altLang="en-US" sz="27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矩形 5" title=""/>
          <p:cNvSpPr/>
          <p:nvPr/>
        </p:nvSpPr>
        <p:spPr>
          <a:xfrm>
            <a:off x="0" y="2534285"/>
            <a:ext cx="12192000" cy="5067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2700" b="1" kern="100">
                <a:solidFill>
                  <a:schemeClr val="bg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Tip2</a:t>
            </a:r>
            <a:r>
              <a:rPr lang="zh-CN" altLang="en-US" sz="2700" b="1" kern="100">
                <a:solidFill>
                  <a:schemeClr val="bg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：可以添加相应的修饰语来修饰动词，如</a:t>
            </a:r>
            <a:r>
              <a:rPr lang="zh-CN" altLang="en-US" sz="2700" b="1" kern="1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副词、介词短语或非谓语动词</a:t>
            </a:r>
            <a:r>
              <a:rPr lang="zh-CN" altLang="en-US" sz="2700" b="1" kern="100">
                <a:solidFill>
                  <a:schemeClr val="bg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700" b="1" kern="100">
              <a:solidFill>
                <a:schemeClr val="bg1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 title=""/>
          <p:cNvSpPr/>
          <p:nvPr/>
        </p:nvSpPr>
        <p:spPr>
          <a:xfrm>
            <a:off x="5647307" y="4146355"/>
            <a:ext cx="6544846" cy="5078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2700" b="1" kern="100">
                <a:solidFill>
                  <a:schemeClr val="bg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Tip3</a:t>
            </a:r>
            <a:r>
              <a:rPr lang="zh-CN" altLang="en-US" sz="2700" b="1" kern="100">
                <a:solidFill>
                  <a:schemeClr val="bg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：巧用修辞手法</a:t>
            </a:r>
            <a:r>
              <a:rPr lang="en-US" altLang="zh-CN" sz="2700" b="1" kern="100">
                <a:solidFill>
                  <a:schemeClr val="bg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—</a:t>
            </a:r>
            <a:r>
              <a:rPr lang="zh-CN" altLang="en-US" sz="2700" b="1" kern="1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明喻、暗喻、拟人</a:t>
            </a:r>
            <a:endParaRPr lang="en-US" altLang="zh-CN" sz="2700" b="1" kern="10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advClick="0" advTm="2000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cxnSp>
        <p:nvCxnSpPr>
          <p:cNvPr id="9" name="直接连接符 8" title=""/>
          <p:cNvCxnSpPr/>
          <p:nvPr/>
        </p:nvCxnSpPr>
        <p:spPr>
          <a:xfrm>
            <a:off x="3496455" y="687069"/>
            <a:ext cx="48002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19" name="组合 9" title=""/>
          <p:cNvGrpSpPr/>
          <p:nvPr/>
        </p:nvGrpSpPr>
        <p:grpSpPr>
          <a:xfrm>
            <a:off x="1263650" y="99695"/>
            <a:ext cx="10655300" cy="5382895"/>
            <a:chOff x="479425" y="476250"/>
            <a:chExt cx="10656888" cy="5905500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479425" y="476250"/>
              <a:ext cx="10656888" cy="0"/>
            </a:xfrm>
            <a:prstGeom prst="line">
              <a:avLst/>
            </a:prstGeom>
            <a:ln w="127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H="1">
              <a:off x="11136313" y="476250"/>
              <a:ext cx="0" cy="59055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479425" y="6381750"/>
              <a:ext cx="1065688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479425" y="476250"/>
              <a:ext cx="0" cy="59055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24" name="矩形 3" title=""/>
          <p:cNvSpPr>
            <a:spLocks noChangeArrowheads="1"/>
          </p:cNvSpPr>
          <p:nvPr/>
        </p:nvSpPr>
        <p:spPr bwMode="auto">
          <a:xfrm>
            <a:off x="2554605" y="153729"/>
            <a:ext cx="7314171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结语：人物心理综合刻画技巧</a:t>
            </a:r>
            <a:endParaRPr lang="zh-CN" altLang="en-US" sz="3200" b="1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25" name="文本框 1" title=""/>
          <p:cNvSpPr txBox="1">
            <a:spLocks noChangeArrowheads="1"/>
          </p:cNvSpPr>
          <p:nvPr/>
        </p:nvSpPr>
        <p:spPr bwMode="auto">
          <a:xfrm>
            <a:off x="2047875" y="791845"/>
            <a:ext cx="9871075" cy="5169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  <a:ea typeface="Kaiti SC" panose="02010600040101010101" pitchFamily="2" charset="-122"/>
                <a:cs typeface="Times New Roman" panose="02020603050405020304" pitchFamily="18" charset="0"/>
              </a:rPr>
              <a:t>Techniques:</a:t>
            </a:r>
            <a:endParaRPr lang="en-US" altLang="zh-CN" sz="3000" b="1">
              <a:solidFill>
                <a:srgbClr val="FF0000"/>
              </a:solidFill>
              <a:latin typeface="Times New Roman" panose="02020603050405020304" pitchFamily="18" charset="0"/>
              <a:ea typeface="Kaiti SC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algn="just" eaLnBrk="1" hangingPunct="1">
              <a:buAutoNum type="arabicPeriod"/>
            </a:pPr>
            <a:r>
              <a:rPr lang="zh-CN" altLang="en-US" sz="3000" b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Kaiti SC" panose="02010600040101010101" pitchFamily="2" charset="-122"/>
                <a:cs typeface="Times New Roman" panose="02020603050405020304" pitchFamily="18" charset="0"/>
              </a:rPr>
              <a:t>刻画人物动作、语言、神态、心理活动；</a:t>
            </a:r>
            <a:endParaRPr lang="en-US" altLang="zh-CN" sz="3000" b="1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Kaiti SC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algn="just" eaLnBrk="1" hangingPunct="1">
              <a:buAutoNum type="arabicPeriod"/>
            </a:pPr>
            <a:r>
              <a:rPr lang="zh-CN" altLang="en-US" sz="3000" b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Kaiti SC" panose="02010600040101010101" pitchFamily="2" charset="-122"/>
                <a:cs typeface="Times New Roman" panose="02020603050405020304" pitchFamily="18" charset="0"/>
              </a:rPr>
              <a:t>描写积极、消极环境。</a:t>
            </a:r>
            <a:endParaRPr lang="en-US" altLang="zh-CN" sz="3000" b="1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Kaiti SC" panose="02010600040101010101" pitchFamily="2" charset="-122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  <a:ea typeface="Kaiti SC" panose="02010600040101010101" pitchFamily="2" charset="-122"/>
                <a:cs typeface="Times New Roman" panose="02020603050405020304" pitchFamily="18" charset="0"/>
              </a:rPr>
              <a:t>Tips:</a:t>
            </a:r>
            <a:endParaRPr lang="en-US" altLang="zh-CN" sz="3000" b="1">
              <a:solidFill>
                <a:srgbClr val="FF0000"/>
              </a:solidFill>
              <a:latin typeface="Times New Roman" panose="02020603050405020304" pitchFamily="18" charset="0"/>
              <a:ea typeface="Kaiti SC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algn="just" eaLnBrk="1" hangingPunct="1">
              <a:buAutoNum type="arabicPeriod"/>
            </a:pPr>
            <a:r>
              <a:rPr lang="zh-CN" altLang="en-US" sz="3000" b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Kaiti SC" panose="02010600040101010101" pitchFamily="2" charset="-122"/>
                <a:cs typeface="Times New Roman" panose="02020603050405020304" pitchFamily="18" charset="0"/>
              </a:rPr>
              <a:t>多用两个以上并列形容词；</a:t>
            </a:r>
            <a:endParaRPr lang="en-US" altLang="zh-CN" sz="3000" b="1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Kaiti SC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algn="just" eaLnBrk="1" hangingPunct="1">
              <a:buAutoNum type="arabicPeriod"/>
            </a:pPr>
            <a:r>
              <a:rPr lang="zh-CN" altLang="en-US" sz="3000" b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Kaiti SC" panose="02010600040101010101" pitchFamily="2" charset="-122"/>
                <a:cs typeface="Times New Roman" panose="02020603050405020304" pitchFamily="18" charset="0"/>
              </a:rPr>
              <a:t>多用修饰语来修饰动词，如副词、介词、非谓语动词；</a:t>
            </a:r>
            <a:endParaRPr lang="en-US" altLang="zh-CN" sz="3000" b="1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Kaiti SC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algn="just" eaLnBrk="1" hangingPunct="1">
              <a:buAutoNum type="arabicPeriod"/>
            </a:pPr>
            <a:r>
              <a:rPr lang="zh-CN" altLang="en-US" sz="3000" b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Kaiti SC" panose="02010600040101010101" pitchFamily="2" charset="-122"/>
                <a:cs typeface="Times New Roman" panose="02020603050405020304" pitchFamily="18" charset="0"/>
              </a:rPr>
              <a:t>巧用修辞手法，如明喻、暗喻、拟人、反衬等。</a:t>
            </a:r>
            <a:endParaRPr lang="en-US" altLang="zh-CN" sz="3000" b="1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Kaiti SC" panose="02010600040101010101" pitchFamily="2" charset="-122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  <a:ea typeface="Kaiti SC" panose="02010600040101010101" pitchFamily="2" charset="-122"/>
                <a:cs typeface="Times New Roman" panose="02020603050405020304" pitchFamily="18" charset="0"/>
              </a:rPr>
              <a:t>Notice:</a:t>
            </a:r>
            <a:endParaRPr lang="en-US" altLang="zh-CN" sz="3000" b="1">
              <a:solidFill>
                <a:srgbClr val="FF0000"/>
              </a:solidFill>
              <a:latin typeface="Times New Roman" panose="02020603050405020304" pitchFamily="18" charset="0"/>
              <a:ea typeface="Kaiti SC" panose="02010600040101010101" pitchFamily="2" charset="-122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zh-CN" altLang="en-US" sz="3000" b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Kaiti SC" panose="02010600040101010101" pitchFamily="2" charset="-122"/>
                <a:cs typeface="Times New Roman" panose="02020603050405020304" pitchFamily="18" charset="0"/>
              </a:rPr>
              <a:t>人物情绪、客观环境勿着墨过多，</a:t>
            </a:r>
            <a:r>
              <a:rPr lang="zh-CN" altLang="en-US" sz="3000" b="1" u="sng">
                <a:solidFill>
                  <a:srgbClr val="FF0000"/>
                </a:solidFill>
                <a:latin typeface="Times New Roman" panose="02020603050405020304" pitchFamily="18" charset="0"/>
                <a:ea typeface="Kaiti SC" panose="02010600040101010101" pitchFamily="2" charset="-122"/>
                <a:cs typeface="Times New Roman" panose="02020603050405020304" pitchFamily="18" charset="0"/>
              </a:rPr>
              <a:t>不可宣兵夺主，妨碍情节发展</a:t>
            </a:r>
            <a:endParaRPr lang="en-US" altLang="zh-CN" sz="3000" b="1" u="sng">
              <a:solidFill>
                <a:srgbClr val="FF0000"/>
              </a:solidFill>
              <a:latin typeface="Times New Roman" panose="02020603050405020304" pitchFamily="18" charset="0"/>
              <a:ea typeface="Kaiti SC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algn="just" eaLnBrk="1" hangingPunct="1">
              <a:buAutoNum type="arabicPeriod"/>
            </a:pPr>
            <a:endParaRPr lang="zh-CN" altLang="en-US" sz="3000" b="1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Kaiti SC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1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10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  <p:cond evt="onBegin" delay="0">
                          <p:tn val="23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  <p:cond evt="onBegin" delay="0">
                          <p:tn val="31"/>
                        </p:cond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  <p:cond evt="onBegin" delay="0">
                          <p:tn val="41"/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4" grpId="0"/>
      <p:bldP spid="92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4" name="RPReplay_Final1603878348" title="">
            <a:hlinkClick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1" y="168771"/>
            <a:ext cx="5039470" cy="6520069"/>
          </a:xfrm>
          <a:prstGeom prst="rect">
            <a:avLst/>
          </a:prstGeom>
        </p:spPr>
      </p:pic>
      <p:sp>
        <p:nvSpPr>
          <p:cNvPr id="2" name="文本框 1" title=""/>
          <p:cNvSpPr txBox="1"/>
          <p:nvPr/>
        </p:nvSpPr>
        <p:spPr>
          <a:xfrm>
            <a:off x="5121696" y="0"/>
            <a:ext cx="7070304" cy="1338828"/>
          </a:xfrm>
          <a:prstGeom prst="rect">
            <a:avLst/>
          </a:prstGeom>
          <a:solidFill>
            <a:schemeClr val="accent4">
              <a:lumMod val="20000"/>
              <a:lumOff val="80000"/>
              <a:alpha val="76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CN" sz="2700">
                <a:latin typeface="Times New Roman" panose="02020603050405020304" pitchFamily="18" charset="0"/>
                <a:cs typeface="Times New Roman" panose="02020603050405020304" pitchFamily="18" charset="0"/>
              </a:rPr>
              <a:t>Mac was leisurely jogging in the mountains on a Saturday morning when he accidentally entered the territory of a female lion and irritated her… </a:t>
            </a:r>
            <a:endParaRPr kumimoji="1" lang="zh-CN" altLang="en-US"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 title=""/>
          <p:cNvSpPr txBox="1"/>
          <p:nvPr/>
        </p:nvSpPr>
        <p:spPr>
          <a:xfrm>
            <a:off x="6211956" y="1262269"/>
            <a:ext cx="4154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b="1">
                <a:solidFill>
                  <a:srgbClr val="FF0000"/>
                </a:solidFill>
                <a:latin typeface="Comic Sans MS" panose="030f0702030302020204" pitchFamily="66" charset="0"/>
              </a:rPr>
              <a:t>Describe his emotions! </a:t>
            </a:r>
            <a:endParaRPr kumimoji="1" lang="zh-CN" altLang="en-US" sz="2800" b="1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" name="文本框 4" title=""/>
          <p:cNvSpPr txBox="1"/>
          <p:nvPr/>
        </p:nvSpPr>
        <p:spPr>
          <a:xfrm>
            <a:off x="5229369" y="1885479"/>
            <a:ext cx="6854957" cy="466281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CN" sz="2700">
                <a:latin typeface="Times New Roman" panose="02020603050405020304" pitchFamily="18" charset="0"/>
                <a:cs typeface="Times New Roman" panose="02020603050405020304" pitchFamily="18" charset="0"/>
              </a:rPr>
              <a:t>As the fierce beast growled furiously at him, Mac’s heart beat so violently that he felt nearly suffocated (</a:t>
            </a:r>
            <a:r>
              <a:rPr kumimoji="1" lang="zh-CN" altLang="en-US" sz="2700">
                <a:latin typeface="Times New Roman" panose="02020603050405020304" pitchFamily="18" charset="0"/>
                <a:cs typeface="Times New Roman" panose="02020603050405020304" pitchFamily="18" charset="0"/>
              </a:rPr>
              <a:t>窒息的</a:t>
            </a:r>
            <a:r>
              <a:rPr kumimoji="1" lang="en-US" altLang="zh-CN" sz="270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kumimoji="1" lang="en-US" altLang="zh-CN" sz="27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kumimoji="1" lang="zh-CN" altLang="en-US" sz="27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被一种想要逃跑的冲动所支配，他加快了步伐，想要甩掉狮子，却是徒劳。</a:t>
            </a:r>
            <a:r>
              <a:rPr kumimoji="1" lang="en-US" altLang="zh-CN" sz="27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kumimoji="1" lang="zh-CN" altLang="en-US" sz="27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哦天哪！我肯定是要死在这儿了！”他想道。视线所及，除了道路旁繁茂的</a:t>
            </a:r>
            <a:r>
              <a:rPr kumimoji="1" lang="en-US" altLang="zh-CN" sz="27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(lush) </a:t>
            </a:r>
            <a:r>
              <a:rPr kumimoji="1" lang="zh-CN" altLang="en-US" sz="27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枫树，空无一人，但他现在毫无心情欣赏风景</a:t>
            </a:r>
            <a:r>
              <a:rPr kumimoji="1" lang="zh-CN" altLang="en-US" sz="27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kumimoji="1" lang="en-US" altLang="zh-CN" sz="27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Mac</a:t>
            </a:r>
            <a:r>
              <a:rPr kumimoji="1" lang="zh-CN" altLang="en-US" sz="27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鼓起勇气，开始向狮子猛烈地吼叫，但是这只狮子似乎太锲而不舍了。</a:t>
            </a:r>
            <a:r>
              <a:rPr kumimoji="1" lang="en-US" altLang="zh-CN" sz="27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 </a:t>
            </a:r>
            <a:r>
              <a:rPr kumimoji="1" lang="zh-CN" altLang="en-US" sz="27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他每退后一步，就感到膝盖又软了一点。</a:t>
            </a:r>
            <a:endParaRPr kumimoji="1" lang="zh-CN" altLang="en-US" sz="27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advClick="0" advTm="2000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10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 nodeType="clickPar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8" name="圆角矩形 7" title=""/>
          <p:cNvSpPr/>
          <p:nvPr/>
        </p:nvSpPr>
        <p:spPr>
          <a:xfrm>
            <a:off x="48895" y="0"/>
            <a:ext cx="12093575" cy="20802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 title=""/>
          <p:cNvSpPr txBox="1"/>
          <p:nvPr/>
        </p:nvSpPr>
        <p:spPr>
          <a:xfrm>
            <a:off x="0" y="2168525"/>
            <a:ext cx="12192635" cy="4030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kumimoji="1" lang="en-US" altLang="zh-CN" sz="32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Seized by a sudden impulse to run, he </a:t>
            </a:r>
            <a:r>
              <a:rPr kumimoji="1" lang="en-US" altLang="zh-CN" sz="3200" u="sng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accelerated his pace</a:t>
            </a:r>
            <a:r>
              <a:rPr kumimoji="1" lang="en-US" altLang="zh-CN" sz="32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an attempt to </a:t>
            </a:r>
            <a:r>
              <a:rPr kumimoji="1" lang="en-US" altLang="zh-CN" sz="3200" u="sng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 rid of</a:t>
            </a:r>
            <a:r>
              <a:rPr kumimoji="1" lang="en-US" altLang="zh-CN" sz="32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lion but </a:t>
            </a:r>
            <a:r>
              <a:rPr kumimoji="1" lang="en-US" altLang="zh-CN" sz="3200" u="sng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vain</a:t>
            </a:r>
            <a:r>
              <a:rPr kumimoji="1" lang="en-US" altLang="zh-CN" sz="32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1" lang="en-US" altLang="zh-CN" sz="320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kumimoji="1" lang="en-US" altLang="zh-CN" sz="32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kumimoji="1" lang="en-US" altLang="zh-CN" sz="320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“Oh gosh! I must die here!” he thought. There was no one in sight except lush (</a:t>
            </a:r>
            <a:r>
              <a:rPr kumimoji="1" lang="zh-CN" altLang="en-US" sz="320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茂盛的</a:t>
            </a:r>
            <a:r>
              <a:rPr kumimoji="1" lang="en-US" altLang="zh-CN" sz="320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maple trees along the path, but he </a:t>
            </a:r>
            <a:r>
              <a:rPr kumimoji="1" lang="en-US" altLang="zh-CN" sz="3200" u="sng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had no mood for </a:t>
            </a:r>
            <a:r>
              <a:rPr kumimoji="1" lang="en-US" altLang="zh-CN" sz="320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now. </a:t>
            </a:r>
            <a:endParaRPr kumimoji="1" lang="en-US" altLang="zh-CN" sz="320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kumimoji="1" lang="en-US" altLang="zh-CN" sz="320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kumimoji="1" lang="en-US" altLang="zh-CN" sz="3200" u="sng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Plucking up </a:t>
            </a:r>
            <a:r>
              <a:rPr kumimoji="1" lang="en-US" altLang="zh-CN" sz="32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 courage, Mac started to </a:t>
            </a:r>
            <a:r>
              <a:rPr kumimoji="1" lang="en-US" altLang="zh-CN" sz="3200" u="sng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roar </a:t>
            </a:r>
            <a:r>
              <a:rPr kumimoji="1" lang="en-US" altLang="zh-CN" sz="32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the lion </a:t>
            </a:r>
            <a:r>
              <a:rPr kumimoji="1" lang="en-US" altLang="zh-CN" sz="3200" u="sng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violently</a:t>
            </a:r>
            <a:r>
              <a:rPr kumimoji="1" lang="en-US" altLang="zh-CN" sz="32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but the lion seemed too </a:t>
            </a:r>
            <a:r>
              <a:rPr kumimoji="1" lang="en-US" altLang="zh-CN" sz="3200" u="sng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persistent</a:t>
            </a:r>
            <a:r>
              <a:rPr kumimoji="1" lang="en-US" altLang="zh-CN" sz="32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kumimoji="1" lang="en-US" altLang="zh-CN" sz="320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kumimoji="1" lang="en-US" altLang="zh-CN" sz="32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 </a:t>
            </a:r>
            <a:r>
              <a:rPr kumimoji="1" lang="en-US" altLang="zh-CN" sz="320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every step he took back, he could feel his knees </a:t>
            </a:r>
            <a:r>
              <a:rPr kumimoji="1" lang="en-US" altLang="zh-CN" sz="3200" u="sng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weakened </a:t>
            </a:r>
            <a:r>
              <a:rPr kumimoji="1" lang="en-US" altLang="zh-CN" sz="320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bit. </a:t>
            </a:r>
            <a:endParaRPr kumimoji="1" lang="en-US" altLang="zh-CN" sz="320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 title=""/>
          <p:cNvSpPr txBox="1"/>
          <p:nvPr/>
        </p:nvSpPr>
        <p:spPr>
          <a:xfrm>
            <a:off x="0" y="0"/>
            <a:ext cx="12141835" cy="2168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 defTabSz="914400" eaLnBrk="1" hangingPunct="1"/>
            <a:r>
              <a:rPr kumimoji="1" lang="en-US" altLang="zh-CN" sz="27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1) </a:t>
            </a:r>
            <a:r>
              <a:rPr kumimoji="1" lang="zh-CN" altLang="en-US" sz="27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被一种想要逃跑的冲动所支配，他加快了步伐，想要甩掉狮子，却是徒劳。</a:t>
            </a:r>
            <a:endParaRPr kumimoji="1" lang="zh-CN" altLang="en-US" sz="2700" b="1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algn="just" defTabSz="914400" eaLnBrk="1" hangingPunct="1"/>
            <a:r>
              <a:rPr kumimoji="1" lang="en-US" altLang="zh-CN" sz="27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2) </a:t>
            </a:r>
            <a:r>
              <a:rPr kumimoji="1" lang="zh-CN" altLang="en-US" sz="27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哦天哪！我肯定是要死在这儿了！”他想道。视线所及，除了道路旁繁茂的</a:t>
            </a:r>
            <a:r>
              <a:rPr kumimoji="1" lang="en-US" altLang="zh-CN" sz="27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(lush) </a:t>
            </a:r>
            <a:r>
              <a:rPr kumimoji="1" lang="zh-CN" altLang="en-US" sz="27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枫树，空无一人，但他现在毫无心情欣赏风景。</a:t>
            </a:r>
            <a:endParaRPr kumimoji="1" lang="zh-CN" altLang="en-US" sz="27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algn="just" defTabSz="914400" eaLnBrk="1" hangingPunct="1"/>
            <a:r>
              <a:rPr kumimoji="1" lang="en-US" altLang="zh-CN" sz="27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3) Mac</a:t>
            </a:r>
            <a:r>
              <a:rPr kumimoji="1" lang="zh-CN" altLang="en-US" sz="27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鼓起勇气，开始向狮子猛烈地吼叫，但是这只狮子似乎太锲而不舍了。</a:t>
            </a:r>
            <a:endParaRPr kumimoji="1" lang="zh-CN" altLang="en-US" sz="2700" b="1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algn="just" defTabSz="914400" eaLnBrk="1" hangingPunct="1">
              <a:buClrTx/>
              <a:buSzTx/>
              <a:buFontTx/>
            </a:pPr>
            <a:r>
              <a:rPr kumimoji="1" lang="en-US" altLang="zh-CN" sz="27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4) 他每退后一步，就感到膝盖又软了一点。</a:t>
            </a:r>
            <a:endParaRPr kumimoji="1" lang="en-US" altLang="zh-CN" sz="27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advClick="0" advTm="2000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1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1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1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3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3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3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4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7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081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58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081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5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2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63.xml><?xml version="1.0" encoding="utf-8"?>
<p:tagLst xmlns:p="http://schemas.openxmlformats.org/presentationml/2006/main">
  <p:tag name="KSO_WM_UNIT_PLACING_PICTURE_USER_VIEWPORT" val="{&quot;height&quot;:1113,&quot;width&quot;:11482}"/>
</p:tagLst>
</file>

<file path=ppt/tags/tag64.xml><?xml version="1.0" encoding="utf-8"?>
<p:tagLst xmlns:p="http://schemas.openxmlformats.org/presentationml/2006/main">
  <p:tag name="AS_OS" val="Unix 3.10 unknown"/>
  <p:tag name="AS_RELEASE_DATE" val="2023.03.31"/>
  <p:tag name="AS_TITLE" val="Aspose.Slides for Java"/>
  <p:tag name="AS_VERSION" val="23.3"/>
  <p:tag name="COMMONDATA" val="eyJoZGlkIjoiZjgyZmZhYjFlODliMjVlMjhmZmU1Y2ZlZmViZTBiYWYifQ=="/>
  <p:tag name="ISPRING_PRESENTATION_TITLE" val="PowerPoint 演示文稿"/>
  <p:tag name="KSO_WPP_MARK_KEY" val="51184c90-ec02-43f0-bb04-23f63c8a50fc"/>
</p:tagLst>
</file>

<file path=ppt/theme/theme1.xml><?xml version="1.0" encoding="utf-8"?>
<a:theme xmlns:r="http://schemas.openxmlformats.org/officeDocument/2006/relationships"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r="http://schemas.openxmlformats.org/officeDocument/2006/relationships"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r="http://schemas.openxmlformats.org/officeDocument/2006/relationships" xmlns:a="http://schemas.openxmlformats.org/drawingml/2006/main">
  <a:clrScheme name="PPTSHOP-BLUE">
    <a:dk1>
      <a:srgbClr val="4C4C4C"/>
    </a:dk1>
    <a:lt1>
      <a:srgbClr val="FFFFFF"/>
    </a:lt1>
    <a:dk2>
      <a:srgbClr val="777777"/>
    </a:dk2>
    <a:lt2>
      <a:srgbClr val="B2B2B2"/>
    </a:lt2>
    <a:accent1>
      <a:srgbClr val="078BD7"/>
    </a:accent1>
    <a:accent2>
      <a:srgbClr val="31AFF8"/>
    </a:accent2>
    <a:accent3>
      <a:srgbClr val="19C3FF"/>
    </a:accent3>
    <a:accent4>
      <a:srgbClr val="83CFFA"/>
    </a:accent4>
    <a:accent5>
      <a:srgbClr val="B2B2B2"/>
    </a:accent5>
    <a:accent6>
      <a:srgbClr val="FF6600"/>
    </a:accent6>
    <a:hlink>
      <a:srgbClr val="373737"/>
    </a:hlink>
    <a:folHlink>
      <a:srgbClr val="878787"/>
    </a:folHlink>
  </a:clrScheme>
</a:themeOverride>
</file>

<file path=docProps/app.xml><?xml version="1.0" encoding="utf-8"?>
<Properties xmlns:vt="http://schemas.openxmlformats.org/officeDocument/2006/docPropsVTypes" xmlns="http://schemas.openxmlformats.org/officeDocument/2006/extended-properties">
  <Company>学科网</Company>
  <Paragraphs>225</Paragraphs>
  <Slides>24</Slides>
  <Notes>17</Notes>
  <TotalTime>0</TotalTime>
  <HiddenSlides>0</HiddenSlides>
  <MMClips>1</MMClips>
  <ScaleCrop>0</ScaleCrop>
  <HeadingPairs>
    <vt:vector baseType="variant" size="6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baseType="lpstr" size="37">
      <vt:lpstr>Arial</vt:lpstr>
      <vt:lpstr>微软雅黑</vt:lpstr>
      <vt:lpstr>Wingdings</vt:lpstr>
      <vt:lpstr>Calibri Light</vt:lpstr>
      <vt:lpstr>Calibri</vt:lpstr>
      <vt:lpstr>Times New Roman</vt:lpstr>
      <vt:lpstr>仿宋</vt:lpstr>
      <vt:lpstr>宋体</vt:lpstr>
      <vt:lpstr>幼圆</vt:lpstr>
      <vt:lpstr>等线</vt:lpstr>
      <vt:lpstr>Kaiti SC</vt:lpstr>
      <vt:lpstr>Comic Sans MS</vt:lpstr>
      <vt:lpstr>WPS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Java</Application>
  <AppVersion>23.0300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creator>rbm.xkw.com</dc:creator>
  <cp:revision>1</cp:revision>
  <cp:lastPrinted>2024-06-04T10:37:40.157</cp:lastPrinted>
  <dcterms:created xsi:type="dcterms:W3CDTF">2024-06-04T10:37:40Z</dcterms:created>
  <dcterms:modified xsi:type="dcterms:W3CDTF">2024-06-04T02:37:40Z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album">
    <vt:lpwstr>rbm.xkw.com</vt:lpwstr>
  </property>
  <property fmtid="{D5CDD505-2E9C-101B-9397-08002B2CF9AE}" pid="3" name="author">
    <vt:lpwstr>rbm.xkw.com</vt:lpwstr>
  </property>
  <property fmtid="{D5CDD505-2E9C-101B-9397-08002B2CF9AE}" pid="4" name="company">
    <vt:lpwstr>学科网</vt:lpwstr>
  </property>
  <property fmtid="{D5CDD505-2E9C-101B-9397-08002B2CF9AE}" pid="5" name="copyright">
    <vt:lpwstr>学科网版权所有</vt:lpwstr>
  </property>
</Properties>
</file>