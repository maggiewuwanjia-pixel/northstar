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handoutMasterIdLst>
    <p:handoutMasterId r:id="rId3"/>
  </p:handoutMasterIdLst>
  <p:sldIdLst>
    <p:sldId id="266" r:id="rId4"/>
    <p:sldId id="257" r:id="rId5"/>
    <p:sldId id="258" r:id="rId6"/>
    <p:sldId id="259" r:id="rId7"/>
    <p:sldId id="260" r:id="rId8"/>
    <p:sldId id="261" r:id="rId9"/>
    <p:sldId id="262" r:id="rId10"/>
    <p:sldId id="263" r:id="rId11"/>
    <p:sldId id="264" r:id="rId12"/>
    <p:sldId id="265" r:id="rId13"/>
  </p:sldIdLst>
  <p:sldSz cx="12192000" cy="6858000"/>
  <p:notesSz cx="6858000" cy="9144000"/>
  <p:custDataLst>
    <p:tags r:id="rId1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7.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tags" Target="tags/tag65.xml" /><Relationship Id="rId15" Type="http://schemas.openxmlformats.org/officeDocument/2006/relationships/presProps" Target="presProps.xml" /><Relationship Id="rId16" Type="http://schemas.openxmlformats.org/officeDocument/2006/relationships/viewProps" Target="viewProps.xml" /><Relationship Id="rId17" Type="http://schemas.openxmlformats.org/officeDocument/2006/relationships/theme" Target="theme/theme1.xml" /><Relationship Id="rId18"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handoutMaster" Target="handoutMasters/handout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slide" Target="slides/slide4.xml" /><Relationship Id="rId8" Type="http://schemas.openxmlformats.org/officeDocument/2006/relationships/slide" Target="slides/slide5.xml" /><Relationship Id="rId9" Type="http://schemas.openxmlformats.org/officeDocument/2006/relationships/slide" Target="slides/slide6.xml" /></Relationships>
</file>

<file path=ppt/handoutMasters/_rels/handoutMaster1.xml.rels>&#65279;<?xml version="1.0" encoding="utf-8" standalone="yes"?><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tags" Target="../tags/tag1.xml" /><Relationship Id="rId2" Type="http://schemas.openxmlformats.org/officeDocument/2006/relationships/tags" Target="../tags/tag2.xml" /><Relationship Id="rId3" Type="http://schemas.openxmlformats.org/officeDocument/2006/relationships/tags" Target="../tags/tag3.xml" /><Relationship Id="rId4" Type="http://schemas.openxmlformats.org/officeDocument/2006/relationships/tags" Target="../tags/tag4.xml" /><Relationship Id="rId5" Type="http://schemas.openxmlformats.org/officeDocument/2006/relationships/tags" Target="../tags/tag5.xml" /><Relationship Id="rId6"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tags" Target="../tags/tag6.xml" /><Relationship Id="rId2" Type="http://schemas.openxmlformats.org/officeDocument/2006/relationships/tags" Target="../tags/tag7.xml" /><Relationship Id="rId3" Type="http://schemas.openxmlformats.org/officeDocument/2006/relationships/tags" Target="../tags/tag8.xml" /><Relationship Id="rId4" Type="http://schemas.openxmlformats.org/officeDocument/2006/relationships/tags" Target="../tags/tag9.xml" /><Relationship Id="rId5" Type="http://schemas.openxmlformats.org/officeDocument/2006/relationships/tags" Target="../tags/tag10.xml" /><Relationship Id="rId6"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tags" Target="../tags/tag11.xml" /><Relationship Id="rId2" Type="http://schemas.openxmlformats.org/officeDocument/2006/relationships/tags" Target="../tags/tag12.xml" /><Relationship Id="rId3" Type="http://schemas.openxmlformats.org/officeDocument/2006/relationships/tags" Target="../tags/tag13.xml" /><Relationship Id="rId4" Type="http://schemas.openxmlformats.org/officeDocument/2006/relationships/tags" Target="../tags/tag14.xml" /><Relationship Id="rId5" Type="http://schemas.openxmlformats.org/officeDocument/2006/relationships/tags" Target="../tags/tag15.xml" /><Relationship Id="rId6"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tags" Target="../tags/tag16.xml" /><Relationship Id="rId2" Type="http://schemas.openxmlformats.org/officeDocument/2006/relationships/tags" Target="../tags/tag17.xml" /><Relationship Id="rId3" Type="http://schemas.openxmlformats.org/officeDocument/2006/relationships/tags" Target="../tags/tag18.xml" /><Relationship Id="rId4" Type="http://schemas.openxmlformats.org/officeDocument/2006/relationships/tags" Target="../tags/tag19.xml" /><Relationship Id="rId5" Type="http://schemas.openxmlformats.org/officeDocument/2006/relationships/tags" Target="../tags/tag20.xml" /><Relationship Id="rId6" Type="http://schemas.openxmlformats.org/officeDocument/2006/relationships/tags" Target="../tags/tag21.xml" /><Relationship Id="rId7"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tags" Target="../tags/tag22.xml" /><Relationship Id="rId2" Type="http://schemas.openxmlformats.org/officeDocument/2006/relationships/tags" Target="../tags/tag23.xml" /><Relationship Id="rId3" Type="http://schemas.openxmlformats.org/officeDocument/2006/relationships/tags" Target="../tags/tag24.xml" /><Relationship Id="rId4" Type="http://schemas.openxmlformats.org/officeDocument/2006/relationships/tags" Target="../tags/tag25.xml" /><Relationship Id="rId5" Type="http://schemas.openxmlformats.org/officeDocument/2006/relationships/tags" Target="../tags/tag26.xml" /><Relationship Id="rId6" Type="http://schemas.openxmlformats.org/officeDocument/2006/relationships/tags" Target="../tags/tag27.xml" /><Relationship Id="rId7" Type="http://schemas.openxmlformats.org/officeDocument/2006/relationships/tags" Target="../tags/tag28.xml" /><Relationship Id="rId8" Type="http://schemas.openxmlformats.org/officeDocument/2006/relationships/tags" Target="../tags/tag29.xml" /><Relationship Id="rId9"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tags" Target="../tags/tag30.xml" /><Relationship Id="rId2" Type="http://schemas.openxmlformats.org/officeDocument/2006/relationships/tags" Target="../tags/tag31.xml" /><Relationship Id="rId3" Type="http://schemas.openxmlformats.org/officeDocument/2006/relationships/tags" Target="../tags/tag32.xml" /><Relationship Id="rId4" Type="http://schemas.openxmlformats.org/officeDocument/2006/relationships/tags" Target="../tags/tag33.xml" /><Relationship Id="rId5"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tags" Target="../tags/tag34.xml" /><Relationship Id="rId2" Type="http://schemas.openxmlformats.org/officeDocument/2006/relationships/tags" Target="../tags/tag35.xml" /><Relationship Id="rId3" Type="http://schemas.openxmlformats.org/officeDocument/2006/relationships/tags" Target="../tags/tag36.xml" /><Relationship Id="rId4"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tags" Target="../tags/tag37.xml" /><Relationship Id="rId2" Type="http://schemas.openxmlformats.org/officeDocument/2006/relationships/tags" Target="../tags/tag38.xml" /><Relationship Id="rId3" Type="http://schemas.openxmlformats.org/officeDocument/2006/relationships/tags" Target="../tags/tag39.xml" /><Relationship Id="rId4" Type="http://schemas.openxmlformats.org/officeDocument/2006/relationships/tags" Target="../tags/tag40.xml" /><Relationship Id="rId5" Type="http://schemas.openxmlformats.org/officeDocument/2006/relationships/tags" Target="../tags/tag41.xml" /><Relationship Id="rId6" Type="http://schemas.openxmlformats.org/officeDocument/2006/relationships/tags" Target="../tags/tag42.xml" /><Relationship Id="rId7"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tags" Target="../tags/tag43.xml" /><Relationship Id="rId2" Type="http://schemas.openxmlformats.org/officeDocument/2006/relationships/tags" Target="../tags/tag44.xml" /><Relationship Id="rId3" Type="http://schemas.openxmlformats.org/officeDocument/2006/relationships/tags" Target="../tags/tag45.xml" /><Relationship Id="rId4" Type="http://schemas.openxmlformats.org/officeDocument/2006/relationships/tags" Target="../tags/tag46.xml" /><Relationship Id="rId5" Type="http://schemas.openxmlformats.org/officeDocument/2006/relationships/tags" Target="../tags/tag47.xml" /><Relationship Id="rId6"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tags" Target="../tags/tag48.xml" /><Relationship Id="rId2" Type="http://schemas.openxmlformats.org/officeDocument/2006/relationships/tags" Target="../tags/tag49.xml" /><Relationship Id="rId3" Type="http://schemas.openxmlformats.org/officeDocument/2006/relationships/tags" Target="../tags/tag50.xml" /><Relationship Id="rId4" Type="http://schemas.openxmlformats.org/officeDocument/2006/relationships/tags" Target="../tags/tag51.xml" /><Relationship Id="rId5"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tags" Target="../tags/tag52.xml" /><Relationship Id="rId2" Type="http://schemas.openxmlformats.org/officeDocument/2006/relationships/tags" Target="../tags/tag53.xml" /><Relationship Id="rId3" Type="http://schemas.openxmlformats.org/officeDocument/2006/relationships/tags" Target="../tags/tag54.xml" /><Relationship Id="rId4" Type="http://schemas.openxmlformats.org/officeDocument/2006/relationships/tags" Target="../tags/tag55.xml" /><Relationship Id="rId5" Type="http://schemas.openxmlformats.org/officeDocument/2006/relationships/tags" Target="../tags/tag56.xml" /><Relationship Id="rId6"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标题幻灯片">
    <p:spTree>
      <p:nvGrpSpPr>
        <p:cNvPr id="1" name=""/>
        <p:cNvGrpSpPr/>
        <p:nvPr/>
      </p:nvGrpSpPr>
      <p:grpSpPr>
        <a:xfrm>
          <a:off x="0" y="0"/>
          <a: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标题和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节标题">
    <p:spTree>
      <p:nvGrpSpPr>
        <p:cNvPr id="1" name=""/>
        <p:cNvGrpSpPr/>
        <p:nvPr/>
      </p:nvGrpSpPr>
      <p:grpSpPr>
        <a:xfrm>
          <a:off x="0" y="0"/>
          <a: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a:t>单击此处编辑标题</a:t>
            </a:r>
            <a:endParaRPr lang="zh-CN" altLang="en-US"/>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单击此处编辑文本</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两栏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比较">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仅标题">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nvGrpSpPr>
      <p:grpSpPr>
        <a:xfrm>
          <a:off x="0" y="0"/>
          <a: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图片与标题">
    <p:spTree>
      <p:nvGrpSpPr>
        <p:cNvPr id="1" name=""/>
        <p:cNvGrpSpPr/>
        <p:nvPr/>
      </p:nvGrpSpPr>
      <p:grpSpPr>
        <a:xfrm>
          <a:off x="0" y="0"/>
          <a: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
            </a:fld>
            <a:endParaRPr lang="zh-CN" altLang="en-US"/>
          </a:p>
        </p:txBody>
      </p:sp>
      <p:sp>
        <p:nvSpPr>
          <p:cNvPr id="6" name="页脚占位符 5"/>
          <p:cNvSpPr>
            <a:spLocks noGrp="1"/>
          </p:cNvSpPr>
          <p:nvPr>
            <p:ph type="ftr" sz="quarter" idx="11"/>
            <p:custDataLst>
              <p:tags r:id="rId4"/>
            </p:custDataLst>
          </p:nvPr>
        </p:nvSpPr>
        <p:spPr/>
        <p:txBody>
          <a:bodyPr/>
          <a:lstStyle/>
          <a:p>
            <a:endParaRPr lang="zh-CN" altLang="en-US"/>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竖排标题与文本">
    <p:spTree>
      <p:nvGrpSpPr>
        <p:cNvPr id="1" name=""/>
        <p:cNvGrpSpPr/>
        <p:nvPr/>
      </p:nvGrpSpPr>
      <p:grpSpPr>
        <a:xfrm>
          <a:off x="0" y="0"/>
          <a: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内容">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末尾幻灯片">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a:t>单击此处编辑母版文本样式</a:t>
            </a:r>
            <a:endParaRPr lang="zh-CN" alt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ags" Target="../tags/tag57.xml" /><Relationship Id="rId13" Type="http://schemas.openxmlformats.org/officeDocument/2006/relationships/tags" Target="../tags/tag58.xml" /><Relationship Id="rId14" Type="http://schemas.openxmlformats.org/officeDocument/2006/relationships/tags" Target="../tags/tag59.xml" /><Relationship Id="rId15" Type="http://schemas.openxmlformats.org/officeDocument/2006/relationships/tags" Target="../tags/tag60.xml" /><Relationship Id="rId16" Type="http://schemas.openxmlformats.org/officeDocument/2006/relationships/tags" Target="../tags/tag61.xml" /><Relationship Id="rId17" Type="http://schemas.openxmlformats.org/officeDocument/2006/relationships/image" Target="file:///D:\qq&#25991;&#20214;\712321467\Image\C2C\Image2\%7b75232B38-A165-1FB7-499C-2E1C792CACB5%7d.png" TargetMode="External" /><Relationship Id="rId18" Type="http://schemas.openxmlformats.org/officeDocument/2006/relationships/image" Target="../media/image1.png" /><Relationship Id="rId19" Type="http://schemas.openxmlformats.org/officeDocument/2006/relationships/image" Target="../media/image2.jpeg" /><Relationship Id="rId2" Type="http://schemas.openxmlformats.org/officeDocument/2006/relationships/slideLayout" Target="../slideLayouts/slideLayout2.xml" /><Relationship Id="rId20" Type="http://schemas.openxmlformats.org/officeDocument/2006/relationships/tags" Target="../tags/tag62.xml" /><Relationship Id="rId21" Type="http://schemas.openxmlformats.org/officeDocument/2006/relationships/theme" Target="../theme/theme1.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blipFill rotWithShape="0">
          <a:blip r:embed="rId19"/>
          <a:stretch>
            <a:fillRect/>
          </a:stretch>
        </a:blipFill>
        <a:effectLst/>
      </p:bgPr>
    </p:bg>
    <p:spTree>
      <p:nvGrpSpPr>
        <p:cNvPr id="1" name=""/>
        <p:cNvGrpSpPr/>
        <p:nvPr/>
      </p:nvGrpSpPr>
      <p:grpSpPr>
        <a:xfrm>
          <a:off x="0" y="0"/>
          <a: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a:t>单击此处编辑母版标题样式</a:t>
            </a:r>
            <a:endParaRPr lang="zh-CN" altLang="en-US"/>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0</a:t>
            </a:fld>
            <a:endParaRPr lang="zh-CN" altLang="en-US"/>
          </a:p>
        </p:txBody>
      </p:sp>
      <p:pic>
        <p:nvPicPr>
          <p:cNvPr id="7" name="图片 1073743875" descr="学科网 zxxk.com" title=""/>
          <p:cNvPicPr>
            <a:picLocks noChangeAspect="1"/>
          </p:cNvPicPr>
          <p:nvPr/>
        </p:nvPicPr>
        <p:blipFill>
          <a:blip r:embed="rId18" r:link="rId17"/>
          <a:stretch>
            <a:fillRect/>
          </a:stretch>
        </p:blipFill>
        <p:spPr>
          <a:xfrm>
            <a:off x="838200" y="365125"/>
            <a:ext cx="9525" cy="9525"/>
          </a:xfrm>
          <a:prstGeom prst="rect">
            <a:avLst/>
          </a:prstGeom>
          <a:noFill/>
          <a:ln>
            <a:noFill/>
            <a:miter lim="800000"/>
          </a:ln>
        </p:spPr>
      </p:pic>
    </p:spTree>
    <p:custDataLst>
      <p:tags r:id="rId20"/>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63.xml" /><Relationship Id="rId3" Type="http://schemas.openxmlformats.org/officeDocument/2006/relationships/image" Target="../media/image3.jpeg" /><Relationship Id="rId4" Type="http://schemas.openxmlformats.org/officeDocument/2006/relationships/tags" Target="../tags/tag64.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4.pn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blipFill rotWithShape="1">
          <a:blip r:embed="rId3"/>
          <a:stretch>
            <a:fillRect/>
          </a:stretch>
        </a:blipFill>
        <a:effectLst/>
      </p:bgPr>
    </p:bg>
    <p:spTree>
      <p:nvGrpSpPr>
        <p:cNvPr id="1" name=""/>
        <p:cNvGrpSpPr/>
        <p:nvPr/>
      </p:nvGrpSpPr>
      <p:grpSpPr>
        <a:xfrm>
          <a:off x="0" y="0"/>
          <a:ext cx="0" cy="0"/>
        </a:xfrm>
      </p:grpSpPr>
      <p:sp>
        <p:nvSpPr>
          <p:cNvPr id="3" name="副标题 2" title=""/>
          <p:cNvSpPr>
            <a:spLocks noGrp="1"/>
          </p:cNvSpPr>
          <p:nvPr>
            <p:ph type="subTitle" idx="1"/>
            <p:custDataLst>
              <p:tags r:id="rId2"/>
            </p:custDataLst>
          </p:nvPr>
        </p:nvSpPr>
        <p:spPr>
          <a:xfrm>
            <a:off x="1554400" y="1956390"/>
            <a:ext cx="9799200" cy="1472400"/>
          </a:xfrm>
        </p:spPr>
        <p:txBody>
          <a:bodyPr/>
          <a:lstStyle/>
          <a:p>
            <a:r>
              <a:rPr lang="zh-CN" altLang="en-US" sz="4800">
                <a:latin typeface="Times New Roman" panose="02020603050405020304" pitchFamily="18" charset="0"/>
                <a:ea typeface="宋体" panose="02010600030101010101" pitchFamily="2" charset="-122"/>
              </a:rPr>
              <a:t>读后续写素材(动作描写)</a:t>
            </a:r>
            <a:endParaRPr lang="zh-CN" altLang="en-US" sz="4800">
              <a:latin typeface="Times New Roman" panose="02020603050405020304" pitchFamily="18" charset="0"/>
              <a:ea typeface="宋体" panose="02010600030101010101" pitchFamily="2" charset="-122"/>
            </a:endParaRPr>
          </a:p>
        </p:txBody>
      </p:sp>
    </p:spTree>
    <p:custDataLst>
      <p:tags r:id="rId4"/>
    </p:custData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677535"/>
          </a:xfrm>
          <a:prstGeom prst="rect">
            <a:avLst/>
          </a:prstGeom>
          <a:noFill/>
        </p:spPr>
        <p:txBody>
          <a:bodyPr wrap="square" rtlCol="0">
            <a:spAutoFit/>
          </a:bodyPr>
          <a:lstStyle/>
          <a:p>
            <a:pPr algn="just">
              <a:lnSpc>
                <a:spcPct val="150000"/>
              </a:lnSpc>
              <a:spcAft>
                <a:spcPct val="0"/>
              </a:spcAft>
            </a:pPr>
            <a:r>
              <a:rPr lang="zh-CN" altLang="zh-CN" sz="2200" kern="100">
                <a:solidFill>
                  <a:srgbClr val="0000FF"/>
                </a:solidFill>
                <a:latin typeface="Times New Roman" panose="02020603050405020304" pitchFamily="18" charset="0"/>
                <a:ea typeface="宋体" panose="02010600030101010101" pitchFamily="2" charset="-122"/>
              </a:rPr>
              <a:t>【素材</a:t>
            </a:r>
            <a:r>
              <a:rPr lang="en-US" altLang="zh-CN" sz="2200" b="1" kern="100">
                <a:solidFill>
                  <a:srgbClr val="0000FF"/>
                </a:solidFill>
                <a:latin typeface="Times New Roman" panose="02020603050405020304" pitchFamily="18" charset="0"/>
                <a:ea typeface="宋体" panose="02010600030101010101" pitchFamily="2" charset="-122"/>
              </a:rPr>
              <a:t>1</a:t>
            </a:r>
            <a:r>
              <a:rPr lang="zh-CN" altLang="zh-CN" sz="2200" kern="100">
                <a:solidFill>
                  <a:srgbClr val="0000FF"/>
                </a:solidFill>
                <a:latin typeface="Times New Roman" panose="02020603050405020304" pitchFamily="18" charset="0"/>
                <a:ea typeface="宋体" panose="02010600030101010101" pitchFamily="2" charset="-122"/>
              </a:rPr>
              <a:t>】</a:t>
            </a:r>
            <a:r>
              <a:rPr lang="en-US" altLang="zh-CN" sz="2200" kern="100">
                <a:latin typeface="Times New Roman" panose="02020603050405020304" pitchFamily="18" charset="0"/>
                <a:ea typeface="宋体" panose="02010600030101010101" pitchFamily="2" charset="-122"/>
              </a:rPr>
              <a:t>The Eagles’ captain knocked the ball to the ground with his hand,and then kicked it and scored.The referee blew the whistle;the match was over and the Eagles had won.</a:t>
            </a:r>
            <a:endParaRPr lang="zh-CN" altLang="zh-CN" sz="22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200" kern="100">
                <a:latin typeface="Times New Roman" panose="02020603050405020304" pitchFamily="18" charset="0"/>
                <a:ea typeface="宋体" panose="02010600030101010101" pitchFamily="2" charset="-122"/>
              </a:rPr>
              <a:t>老鹰队的队长用手把球撞倒在地</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然后踢了一脚</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得分了。裁判吹响了哨子</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比赛结束了</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老鹰队赢了。</a:t>
            </a:r>
            <a:endParaRPr lang="zh-CN" altLang="zh-CN" sz="22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200" kern="100">
                <a:solidFill>
                  <a:srgbClr val="0000FF"/>
                </a:solidFill>
                <a:latin typeface="Times New Roman" panose="02020603050405020304" pitchFamily="18" charset="0"/>
                <a:ea typeface="宋体" panose="02010600030101010101" pitchFamily="2" charset="-122"/>
              </a:rPr>
              <a:t>【素材</a:t>
            </a:r>
            <a:r>
              <a:rPr lang="en-US" altLang="zh-CN" sz="2200" b="1" kern="100">
                <a:solidFill>
                  <a:srgbClr val="0000FF"/>
                </a:solidFill>
                <a:latin typeface="Times New Roman" panose="02020603050405020304" pitchFamily="18" charset="0"/>
                <a:ea typeface="宋体" panose="02010600030101010101" pitchFamily="2" charset="-122"/>
              </a:rPr>
              <a:t>2</a:t>
            </a:r>
            <a:r>
              <a:rPr lang="zh-CN" altLang="zh-CN" sz="2200" kern="100">
                <a:solidFill>
                  <a:srgbClr val="0000FF"/>
                </a:solidFill>
                <a:latin typeface="Times New Roman" panose="02020603050405020304" pitchFamily="18" charset="0"/>
                <a:ea typeface="宋体" panose="02010600030101010101" pitchFamily="2" charset="-122"/>
              </a:rPr>
              <a:t>】</a:t>
            </a:r>
            <a:r>
              <a:rPr lang="en-US" altLang="zh-CN" sz="2200" kern="100">
                <a:latin typeface="Times New Roman" panose="02020603050405020304" pitchFamily="18" charset="0"/>
                <a:ea typeface="宋体" panose="02010600030101010101" pitchFamily="2" charset="-122"/>
              </a:rPr>
              <a:t>Hearing the familiar voice,Mary stopped her pace.She turned around,and staggered forward a few steps.She found it was her elder brother.So excited,she jumped up and threw her arms around the man’s neck.She buried her face in his shoulder and sobbed for a few moments.Then she said in a loud and excited voice.</a:t>
            </a:r>
            <a:endParaRPr lang="zh-CN" altLang="zh-CN" sz="22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200" kern="100">
                <a:latin typeface="Times New Roman" panose="02020603050405020304" pitchFamily="18" charset="0"/>
                <a:ea typeface="宋体" panose="02010600030101010101" pitchFamily="2" charset="-122"/>
              </a:rPr>
              <a:t>听到熟悉的声音</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玛丽停下了脚步。她转过身来</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摇摇晃晃地向前走了几步。她发现那是她哥哥。她非常兴奋</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跳起来</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双臂搂住了那个男人的脖子。她把脸埋在他的肩膀上</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抽泣了一会儿。然后她激动地大声说。</a:t>
            </a:r>
            <a:endParaRPr lang="zh-CN" altLang="zh-CN" sz="2200" kern="100">
              <a:latin typeface="Times New Roman" panose="02020603050405020304" pitchFamily="18" charset="0"/>
              <a:ea typeface="宋体" panose="02010600030101010101" pitchFamily="2" charset="-122"/>
            </a:endParaRPr>
          </a:p>
        </p:txBody>
      </p:sp>
      <p:pic>
        <p:nvPicPr>
          <p:cNvPr id="3" name="Picture 3"/>
          <p:cNvPicPr>
            <a:picLocks noChangeAspect="1"/>
          </p:cNvPicPr>
          <p:nvPr/>
        </p:nvPicPr>
        <p:blipFill>
          <a:blip r:embed="rId3"/>
          <a:stretch>
            <a:fillRect/>
          </a:stretch>
        </p:blipFill>
        <p:spPr>
          <a:xfrm flipH="1">
            <a:off x="12052300" y="12649200"/>
            <a:ext cx="0" cy="0"/>
          </a:xfrm>
          <a:prstGeom prst="rect">
            <a:avLst/>
          </a:prstGeom>
          <a:ln>
            <a:noFill/>
          </a:ln>
        </p:spPr>
      </p:pic>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2630170"/>
          </a:xfrm>
          <a:prstGeom prst="rect">
            <a:avLst/>
          </a:prstGeom>
          <a:noFill/>
        </p:spPr>
        <p:txBody>
          <a:bodyPr wrap="square" rtlCol="0">
            <a:spAutoFit/>
          </a:bodyPr>
          <a:lstStyle/>
          <a:p>
            <a:pPr algn="just">
              <a:lnSpc>
                <a:spcPct val="150000"/>
              </a:lnSpc>
              <a:spcAft>
                <a:spcPct val="0"/>
              </a:spcAft>
            </a:pPr>
            <a:r>
              <a:rPr lang="zh-CN" altLang="zh-CN" sz="2200" kern="100">
                <a:solidFill>
                  <a:srgbClr val="0000FF"/>
                </a:solidFill>
                <a:latin typeface="Times New Roman" panose="02020603050405020304" pitchFamily="18" charset="0"/>
                <a:ea typeface="宋体" panose="02010600030101010101" pitchFamily="2" charset="-122"/>
              </a:rPr>
              <a:t>【素材</a:t>
            </a:r>
            <a:r>
              <a:rPr lang="en-US" altLang="zh-CN" sz="2200" b="1" kern="100">
                <a:solidFill>
                  <a:srgbClr val="0000FF"/>
                </a:solidFill>
                <a:latin typeface="Times New Roman" panose="02020603050405020304" pitchFamily="18" charset="0"/>
                <a:ea typeface="宋体" panose="02010600030101010101" pitchFamily="2" charset="-122"/>
              </a:rPr>
              <a:t>3</a:t>
            </a:r>
            <a:r>
              <a:rPr lang="zh-CN" altLang="zh-CN" sz="2200" kern="100">
                <a:solidFill>
                  <a:srgbClr val="0000FF"/>
                </a:solidFill>
                <a:latin typeface="Times New Roman" panose="02020603050405020304" pitchFamily="18" charset="0"/>
                <a:ea typeface="宋体" panose="02010600030101010101" pitchFamily="2" charset="-122"/>
              </a:rPr>
              <a:t>】</a:t>
            </a:r>
            <a:r>
              <a:rPr lang="en-US" altLang="zh-CN" sz="2200" kern="100">
                <a:latin typeface="Times New Roman" panose="02020603050405020304" pitchFamily="18" charset="0"/>
                <a:ea typeface="宋体" panose="02010600030101010101" pitchFamily="2" charset="-122"/>
              </a:rPr>
              <a:t>Jack enjoyed watching his lure dance in the water. Holding his breath, he was waiting for a bite patiently.All of a sudden, he felt the pole moving.He quickly dragged the pole with all his might.The moment he saw the big fish, he was wild with joy.</a:t>
            </a:r>
            <a:endParaRPr lang="zh-CN" altLang="zh-CN" sz="22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200" kern="100">
                <a:latin typeface="Times New Roman" panose="02020603050405020304" pitchFamily="18" charset="0"/>
                <a:ea typeface="宋体" panose="02010600030101010101" pitchFamily="2" charset="-122"/>
              </a:rPr>
              <a:t>杰克喜欢看他的鱼饵在水里跳舞。他屏住呼吸</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耐心地等着</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鱼</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咬钩。突然</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他感到杆子在动。他迅速地用尽全力拖着杆子。他一看到那条大鱼</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就欣喜若狂。</a:t>
            </a:r>
            <a:endParaRPr lang="zh-CN" altLang="zh-CN" sz="22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2630170"/>
          </a:xfrm>
          <a:prstGeom prst="rect">
            <a:avLst/>
          </a:prstGeom>
          <a:noFill/>
        </p:spPr>
        <p:txBody>
          <a:bodyPr wrap="square" rtlCol="0">
            <a:spAutoFit/>
          </a:bodyPr>
          <a:lstStyle/>
          <a:p>
            <a:pPr algn="just">
              <a:lnSpc>
                <a:spcPct val="150000"/>
              </a:lnSpc>
              <a:spcAft>
                <a:spcPct val="0"/>
              </a:spcAft>
            </a:pPr>
            <a:r>
              <a:rPr lang="zh-CN" altLang="zh-CN" sz="2200" kern="100">
                <a:solidFill>
                  <a:srgbClr val="0000FF"/>
                </a:solidFill>
                <a:latin typeface="Times New Roman" panose="02020603050405020304" pitchFamily="18" charset="0"/>
                <a:ea typeface="宋体" panose="02010600030101010101" pitchFamily="2" charset="-122"/>
              </a:rPr>
              <a:t>【素材</a:t>
            </a:r>
            <a:r>
              <a:rPr lang="en-US" altLang="zh-CN" sz="2200" b="1" kern="100">
                <a:solidFill>
                  <a:srgbClr val="0000FF"/>
                </a:solidFill>
                <a:latin typeface="Times New Roman" panose="02020603050405020304" pitchFamily="18" charset="0"/>
                <a:ea typeface="宋体" panose="02010600030101010101" pitchFamily="2" charset="-122"/>
              </a:rPr>
              <a:t>4</a:t>
            </a:r>
            <a:r>
              <a:rPr lang="zh-CN" altLang="zh-CN" sz="2200" kern="100">
                <a:solidFill>
                  <a:srgbClr val="0000FF"/>
                </a:solidFill>
                <a:latin typeface="Times New Roman" panose="02020603050405020304" pitchFamily="18" charset="0"/>
                <a:ea typeface="宋体" panose="02010600030101010101" pitchFamily="2" charset="-122"/>
              </a:rPr>
              <a:t>】</a:t>
            </a:r>
            <a:r>
              <a:rPr lang="en-US" altLang="zh-CN" sz="2200" kern="100">
                <a:latin typeface="Times New Roman" panose="02020603050405020304" pitchFamily="18" charset="0"/>
                <a:ea typeface="宋体" panose="02010600030101010101" pitchFamily="2" charset="-122"/>
              </a:rPr>
              <a:t>With my face burning and my head lowered, I could hear nothing but my heart beating faster.Suddenly, a thunderous outburst of applause woke me up.Feeling a lump in the throat, I clapped my hands as loudly as possible, determined never to judge a book by its cover.</a:t>
            </a:r>
            <a:endParaRPr lang="zh-CN" altLang="zh-CN" sz="22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200" kern="100">
                <a:latin typeface="Times New Roman" panose="02020603050405020304" pitchFamily="18" charset="0"/>
                <a:ea typeface="宋体" panose="02010600030101010101" pitchFamily="2" charset="-122"/>
              </a:rPr>
              <a:t>我的脸发烫</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低着头</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什么也听不见</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只听见我的心跳加快了。突然</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一阵雷鸣般的掌声把我吵醒了。感觉喉咙哽住了</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我尽可能大声地拍手</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决心永远不要以貌取人。</a:t>
            </a:r>
            <a:endParaRPr lang="zh-CN" altLang="zh-CN" sz="22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3646170"/>
          </a:xfrm>
          <a:prstGeom prst="rect">
            <a:avLst/>
          </a:prstGeom>
          <a:noFill/>
        </p:spPr>
        <p:txBody>
          <a:bodyPr wrap="square" rtlCol="0">
            <a:spAutoFit/>
          </a:bodyPr>
          <a:lstStyle/>
          <a:p>
            <a:pPr algn="just">
              <a:lnSpc>
                <a:spcPct val="150000"/>
              </a:lnSpc>
              <a:spcAft>
                <a:spcPct val="0"/>
              </a:spcAft>
            </a:pPr>
            <a:r>
              <a:rPr lang="zh-CN" altLang="zh-CN" sz="2200" kern="100">
                <a:solidFill>
                  <a:srgbClr val="0000FF"/>
                </a:solidFill>
                <a:latin typeface="Times New Roman" panose="02020603050405020304" pitchFamily="18" charset="0"/>
                <a:ea typeface="宋体" panose="02010600030101010101" pitchFamily="2" charset="-122"/>
              </a:rPr>
              <a:t>【素材</a:t>
            </a:r>
            <a:r>
              <a:rPr lang="en-US" altLang="zh-CN" sz="2200" b="1" kern="100">
                <a:solidFill>
                  <a:srgbClr val="0000FF"/>
                </a:solidFill>
                <a:latin typeface="Times New Roman" panose="02020603050405020304" pitchFamily="18" charset="0"/>
                <a:ea typeface="宋体" panose="02010600030101010101" pitchFamily="2" charset="-122"/>
              </a:rPr>
              <a:t>5</a:t>
            </a:r>
            <a:r>
              <a:rPr lang="zh-CN" altLang="zh-CN" sz="2200" kern="100">
                <a:solidFill>
                  <a:srgbClr val="0000FF"/>
                </a:solidFill>
                <a:latin typeface="Times New Roman" panose="02020603050405020304" pitchFamily="18" charset="0"/>
                <a:ea typeface="宋体" panose="02010600030101010101" pitchFamily="2" charset="-122"/>
              </a:rPr>
              <a:t>】</a:t>
            </a:r>
            <a:r>
              <a:rPr lang="en-US" altLang="zh-CN" sz="2200" kern="100">
                <a:latin typeface="Times New Roman" panose="02020603050405020304" pitchFamily="18" charset="0"/>
                <a:ea typeface="宋体" panose="02010600030101010101" pitchFamily="2" charset="-122"/>
              </a:rPr>
              <a:t>Sure enough, with a closer look, I found the boy waving his hands desperately.I quickly dived into the water, swimming towards the boy at full speed.By the time I reached him, he had sunk to the bottom of the pool, which filled my heart with fright and concern.I picked the boy up and headed to the poolside, keeping his head above the water.</a:t>
            </a:r>
            <a:endParaRPr lang="zh-CN" altLang="zh-CN" sz="22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200" kern="100">
                <a:latin typeface="Times New Roman" panose="02020603050405020304" pitchFamily="18" charset="0"/>
                <a:ea typeface="宋体" panose="02010600030101010101" pitchFamily="2" charset="-122"/>
              </a:rPr>
              <a:t>果然</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仔细一看</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我发现那个男孩绝望地挥舞着双手。我迅速跳入水中</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全速向那个男孩游去。当我到达他身边时</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他已经沉到池底了</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这让我的内心充满了恐惧和担忧。我抱起男孩</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朝池边游去</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让他的头露出水面。</a:t>
            </a:r>
            <a:endParaRPr lang="zh-CN" altLang="zh-CN" sz="22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3646170"/>
          </a:xfrm>
          <a:prstGeom prst="rect">
            <a:avLst/>
          </a:prstGeom>
          <a:noFill/>
        </p:spPr>
        <p:txBody>
          <a:bodyPr wrap="square" rtlCol="0">
            <a:spAutoFit/>
          </a:bodyPr>
          <a:lstStyle/>
          <a:p>
            <a:pPr algn="just">
              <a:lnSpc>
                <a:spcPct val="150000"/>
              </a:lnSpc>
              <a:spcAft>
                <a:spcPct val="0"/>
              </a:spcAft>
            </a:pPr>
            <a:r>
              <a:rPr lang="zh-CN" altLang="zh-CN" sz="2200" kern="100">
                <a:solidFill>
                  <a:srgbClr val="0000FF"/>
                </a:solidFill>
                <a:latin typeface="Times New Roman" panose="02020603050405020304" pitchFamily="18" charset="0"/>
                <a:ea typeface="宋体" panose="02010600030101010101" pitchFamily="2" charset="-122"/>
              </a:rPr>
              <a:t>【素材</a:t>
            </a:r>
            <a:r>
              <a:rPr lang="en-US" altLang="zh-CN" sz="2200" b="1" kern="100">
                <a:solidFill>
                  <a:srgbClr val="0000FF"/>
                </a:solidFill>
                <a:latin typeface="Times New Roman" panose="02020603050405020304" pitchFamily="18" charset="0"/>
                <a:ea typeface="宋体" panose="02010600030101010101" pitchFamily="2" charset="-122"/>
              </a:rPr>
              <a:t>6</a:t>
            </a:r>
            <a:r>
              <a:rPr lang="zh-CN" altLang="zh-CN" sz="2200" kern="100">
                <a:solidFill>
                  <a:srgbClr val="0000FF"/>
                </a:solidFill>
                <a:latin typeface="Times New Roman" panose="02020603050405020304" pitchFamily="18" charset="0"/>
                <a:ea typeface="宋体" panose="02010600030101010101" pitchFamily="2" charset="-122"/>
              </a:rPr>
              <a:t>】</a:t>
            </a:r>
            <a:r>
              <a:rPr lang="en-US" altLang="zh-CN" sz="2200" kern="100">
                <a:latin typeface="Times New Roman" panose="02020603050405020304" pitchFamily="18" charset="0"/>
                <a:ea typeface="宋体" panose="02010600030101010101" pitchFamily="2" charset="-122"/>
              </a:rPr>
              <a:t>One morning, Maggie knocked at the window of the car. Jose wound down the window and apologized to the lady standing by his car.He said he would drive away soon to make room for other customers.Tears in eyes, Maggie asked him whether he still remembered her.Jose was puzzled at first but soon recognized her.Embarrassed, he told Maggie about his situation.</a:t>
            </a:r>
            <a:endParaRPr lang="zh-CN" altLang="zh-CN" sz="22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200" kern="100">
                <a:latin typeface="Times New Roman" panose="02020603050405020304" pitchFamily="18" charset="0"/>
                <a:ea typeface="宋体" panose="02010600030101010101" pitchFamily="2" charset="-122"/>
              </a:rPr>
              <a:t>一天早上</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玛吉敲了敲车窗。约瑟摇下车窗</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向站在他车旁的女士道歉。他说他很快就会开车离开</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为其他顾客腾出地方。玛吉含着泪问他是否还记得她。约瑟一开始很困惑</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但很快就认出了她。他很尴尬</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把自己的处境告诉了玛吉。</a:t>
            </a:r>
            <a:endParaRPr lang="zh-CN" altLang="zh-CN" sz="22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2630170"/>
          </a:xfrm>
          <a:prstGeom prst="rect">
            <a:avLst/>
          </a:prstGeom>
          <a:noFill/>
        </p:spPr>
        <p:txBody>
          <a:bodyPr wrap="square" rtlCol="0">
            <a:spAutoFit/>
          </a:bodyPr>
          <a:lstStyle/>
          <a:p>
            <a:pPr algn="just">
              <a:lnSpc>
                <a:spcPct val="150000"/>
              </a:lnSpc>
              <a:spcAft>
                <a:spcPct val="0"/>
              </a:spcAft>
            </a:pPr>
            <a:r>
              <a:rPr lang="zh-CN" altLang="zh-CN" sz="2200" kern="100">
                <a:solidFill>
                  <a:srgbClr val="0000FF"/>
                </a:solidFill>
                <a:latin typeface="Times New Roman" panose="02020603050405020304" pitchFamily="18" charset="0"/>
                <a:ea typeface="宋体" panose="02010600030101010101" pitchFamily="2" charset="-122"/>
              </a:rPr>
              <a:t>【素材</a:t>
            </a:r>
            <a:r>
              <a:rPr lang="en-US" altLang="zh-CN" sz="2200" b="1" kern="100">
                <a:solidFill>
                  <a:srgbClr val="0000FF"/>
                </a:solidFill>
                <a:latin typeface="Times New Roman" panose="02020603050405020304" pitchFamily="18" charset="0"/>
                <a:ea typeface="宋体" panose="02010600030101010101" pitchFamily="2" charset="-122"/>
              </a:rPr>
              <a:t>7</a:t>
            </a:r>
            <a:r>
              <a:rPr lang="zh-CN" altLang="zh-CN" sz="2200" kern="100">
                <a:solidFill>
                  <a:srgbClr val="0000FF"/>
                </a:solidFill>
                <a:latin typeface="Times New Roman" panose="02020603050405020304" pitchFamily="18" charset="0"/>
                <a:ea typeface="宋体" panose="02010600030101010101" pitchFamily="2" charset="-122"/>
              </a:rPr>
              <a:t>】</a:t>
            </a:r>
            <a:r>
              <a:rPr lang="en-US" altLang="zh-CN" sz="2200" kern="100">
                <a:latin typeface="Times New Roman" panose="02020603050405020304" pitchFamily="18" charset="0"/>
                <a:ea typeface="宋体" panose="02010600030101010101" pitchFamily="2" charset="-122"/>
              </a:rPr>
              <a:t>So I ran closely behind him.The course headed north for five miles, wandered west for a mile, and then turned south again.The race was getting tougher.With three miles to go, it was beginning to be real hard work.My lungs were on fire, and legs felt like stone.</a:t>
            </a:r>
            <a:endParaRPr lang="zh-CN" altLang="zh-CN" sz="22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200" kern="100">
                <a:latin typeface="Times New Roman" panose="02020603050405020304" pitchFamily="18" charset="0"/>
                <a:ea typeface="宋体" panose="02010600030101010101" pitchFamily="2" charset="-122"/>
              </a:rPr>
              <a:t>所以我紧跟在他后面跑。航线向北走了五英里</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向西走了一英里</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然后又向南转弯。比赛越来越激烈了。还有三英里</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这开始成为一项真正的艰苦工作。我的肺像着火一样</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腿像石头一样。</a:t>
            </a:r>
            <a:endParaRPr lang="zh-CN" altLang="zh-CN" sz="22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661535"/>
          </a:xfrm>
          <a:prstGeom prst="rect">
            <a:avLst/>
          </a:prstGeom>
          <a:noFill/>
        </p:spPr>
        <p:txBody>
          <a:bodyPr wrap="square" rtlCol="0">
            <a:spAutoFit/>
          </a:bodyPr>
          <a:lstStyle/>
          <a:p>
            <a:pPr algn="just">
              <a:lnSpc>
                <a:spcPct val="150000"/>
              </a:lnSpc>
              <a:spcAft>
                <a:spcPct val="0"/>
              </a:spcAft>
            </a:pPr>
            <a:r>
              <a:rPr lang="zh-CN" altLang="zh-CN" sz="2200" kern="100">
                <a:solidFill>
                  <a:srgbClr val="0000FF"/>
                </a:solidFill>
                <a:latin typeface="Times New Roman" panose="02020603050405020304" pitchFamily="18" charset="0"/>
                <a:ea typeface="宋体" panose="02010600030101010101" pitchFamily="2" charset="-122"/>
              </a:rPr>
              <a:t>【素材</a:t>
            </a:r>
            <a:r>
              <a:rPr lang="en-US" altLang="zh-CN" sz="2200" b="1" kern="100">
                <a:solidFill>
                  <a:srgbClr val="0000FF"/>
                </a:solidFill>
                <a:latin typeface="Times New Roman" panose="02020603050405020304" pitchFamily="18" charset="0"/>
                <a:ea typeface="宋体" panose="02010600030101010101" pitchFamily="2" charset="-122"/>
              </a:rPr>
              <a:t>8</a:t>
            </a:r>
            <a:r>
              <a:rPr lang="zh-CN" altLang="zh-CN" sz="2200" kern="100">
                <a:solidFill>
                  <a:srgbClr val="0000FF"/>
                </a:solidFill>
                <a:latin typeface="Times New Roman" panose="02020603050405020304" pitchFamily="18" charset="0"/>
                <a:ea typeface="宋体" panose="02010600030101010101" pitchFamily="2" charset="-122"/>
              </a:rPr>
              <a:t>】</a:t>
            </a:r>
            <a:r>
              <a:rPr lang="en-US" altLang="zh-CN" sz="2200" kern="100">
                <a:latin typeface="Times New Roman" panose="02020603050405020304" pitchFamily="18" charset="0"/>
                <a:ea typeface="宋体" panose="02010600030101010101" pitchFamily="2" charset="-122"/>
              </a:rPr>
              <a:t>A reporter took a picture of this moving scene and posted it online. It instantly received thousands of shares and likes.People expressed their respect and admiration for my courage and selflessness to give up what could be an easy victory.One viewer even commented, “Nowadays people tend to focus too much on ‘win or lose’.It’s a great comfort to see that true sportsmanship still exists.”</a:t>
            </a:r>
            <a:endParaRPr lang="zh-CN" altLang="zh-CN" sz="22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200" kern="100">
                <a:latin typeface="Times New Roman" panose="02020603050405020304" pitchFamily="18" charset="0"/>
                <a:ea typeface="宋体" panose="02010600030101010101" pitchFamily="2" charset="-122"/>
              </a:rPr>
              <a:t>一位记者拍下了这一动人的场景</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并发布到了网上。它立即获得了成千上万的分享和点赞。人们表达了他们对我的勇气和无私的尊重和钦佩</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因为我放弃了本来很容易取得的胜利。一位观众甚至评论道</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现在人们往往过于关注</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输赢</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。看到真正的体育精神仍然存在</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我感到非常欣慰。</a:t>
            </a:r>
            <a:r>
              <a:rPr lang="en-US" altLang="zh-CN" sz="2200" kern="100">
                <a:latin typeface="Times New Roman" panose="02020603050405020304" pitchFamily="18" charset="0"/>
                <a:ea typeface="宋体" panose="02010600030101010101" pitchFamily="2" charset="-122"/>
              </a:rPr>
              <a:t>”</a:t>
            </a:r>
            <a:endParaRPr lang="zh-CN" altLang="zh-CN" sz="22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3138170"/>
          </a:xfrm>
          <a:prstGeom prst="rect">
            <a:avLst/>
          </a:prstGeom>
          <a:noFill/>
        </p:spPr>
        <p:txBody>
          <a:bodyPr wrap="square" rtlCol="0">
            <a:spAutoFit/>
          </a:bodyPr>
          <a:lstStyle/>
          <a:p>
            <a:pPr algn="just">
              <a:lnSpc>
                <a:spcPct val="150000"/>
              </a:lnSpc>
              <a:spcAft>
                <a:spcPct val="0"/>
              </a:spcAft>
            </a:pPr>
            <a:r>
              <a:rPr lang="zh-CN" altLang="zh-CN" sz="2200" kern="100">
                <a:solidFill>
                  <a:srgbClr val="0000FF"/>
                </a:solidFill>
                <a:latin typeface="Times New Roman" panose="02020603050405020304" pitchFamily="18" charset="0"/>
                <a:ea typeface="宋体" panose="02010600030101010101" pitchFamily="2" charset="-122"/>
              </a:rPr>
              <a:t>【素材</a:t>
            </a:r>
            <a:r>
              <a:rPr lang="en-US" altLang="zh-CN" sz="2200" b="1" kern="100">
                <a:solidFill>
                  <a:srgbClr val="0000FF"/>
                </a:solidFill>
                <a:latin typeface="Times New Roman" panose="02020603050405020304" pitchFamily="18" charset="0"/>
                <a:ea typeface="宋体" panose="02010600030101010101" pitchFamily="2" charset="-122"/>
              </a:rPr>
              <a:t>9</a:t>
            </a:r>
            <a:r>
              <a:rPr lang="zh-CN" altLang="zh-CN" sz="2200" kern="100">
                <a:solidFill>
                  <a:srgbClr val="0000FF"/>
                </a:solidFill>
                <a:latin typeface="Times New Roman" panose="02020603050405020304" pitchFamily="18" charset="0"/>
                <a:ea typeface="宋体" panose="02010600030101010101" pitchFamily="2" charset="-122"/>
              </a:rPr>
              <a:t>】</a:t>
            </a:r>
            <a:r>
              <a:rPr lang="en-US" altLang="zh-CN" sz="2200" kern="100">
                <a:latin typeface="Times New Roman" panose="02020603050405020304" pitchFamily="18" charset="0"/>
                <a:ea typeface="宋体" panose="02010600030101010101" pitchFamily="2" charset="-122"/>
              </a:rPr>
              <a:t>Then it was Elizabeth’s turn to swim.She seemed to swim faster in the T-shirt and socks than she did when she wasn’t wearing them.Approaching the halfway mark, Elizabeth was in the lead.Suddenly, somebody noticed that one of Elizabeth’s socks had fallen off and was floating in the pool.</a:t>
            </a:r>
            <a:endParaRPr lang="zh-CN" altLang="zh-CN" sz="22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200" kern="100">
                <a:latin typeface="Times New Roman" panose="02020603050405020304" pitchFamily="18" charset="0"/>
                <a:ea typeface="宋体" panose="02010600030101010101" pitchFamily="2" charset="-122"/>
              </a:rPr>
              <a:t>然后轮到伊丽莎白游泳了。她穿着</a:t>
            </a:r>
            <a:r>
              <a:rPr lang="en-US" altLang="zh-CN" sz="2200" kern="100">
                <a:latin typeface="Times New Roman" panose="02020603050405020304" pitchFamily="18" charset="0"/>
                <a:ea typeface="宋体" panose="02010600030101010101" pitchFamily="2" charset="-122"/>
              </a:rPr>
              <a:t>T</a:t>
            </a:r>
            <a:r>
              <a:rPr lang="zh-CN" altLang="zh-CN" sz="2200" kern="100">
                <a:latin typeface="Times New Roman" panose="02020603050405020304" pitchFamily="18" charset="0"/>
                <a:ea typeface="宋体" panose="02010600030101010101" pitchFamily="2" charset="-122"/>
              </a:rPr>
              <a:t>恤和袜子似乎比不穿的时候游得更快。快到半程时</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伊丽莎白领先了。突然</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有人注意到伊丽莎白的一只袜子掉了下来</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浮在池中。</a:t>
            </a:r>
            <a:endParaRPr lang="zh-CN" altLang="zh-CN" sz="22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3646170"/>
          </a:xfrm>
          <a:prstGeom prst="rect">
            <a:avLst/>
          </a:prstGeom>
          <a:noFill/>
        </p:spPr>
        <p:txBody>
          <a:bodyPr wrap="square" rtlCol="0">
            <a:spAutoFit/>
          </a:bodyPr>
          <a:lstStyle/>
          <a:p>
            <a:pPr algn="just">
              <a:lnSpc>
                <a:spcPct val="150000"/>
              </a:lnSpc>
              <a:spcAft>
                <a:spcPct val="0"/>
              </a:spcAft>
            </a:pPr>
            <a:r>
              <a:rPr lang="zh-CN" altLang="zh-CN" sz="2200" kern="100">
                <a:solidFill>
                  <a:srgbClr val="0000FF"/>
                </a:solidFill>
                <a:latin typeface="Times New Roman" panose="02020603050405020304" pitchFamily="18" charset="0"/>
                <a:ea typeface="宋体" panose="02010600030101010101" pitchFamily="2" charset="-122"/>
              </a:rPr>
              <a:t>【素材</a:t>
            </a:r>
            <a:r>
              <a:rPr lang="en-US" altLang="zh-CN" sz="2200" b="1" kern="100">
                <a:solidFill>
                  <a:srgbClr val="0000FF"/>
                </a:solidFill>
                <a:latin typeface="Times New Roman" panose="02020603050405020304" pitchFamily="18" charset="0"/>
                <a:ea typeface="宋体" panose="02010600030101010101" pitchFamily="2" charset="-122"/>
              </a:rPr>
              <a:t>10</a:t>
            </a:r>
            <a:r>
              <a:rPr lang="zh-CN" altLang="zh-CN" sz="2200" kern="100">
                <a:solidFill>
                  <a:srgbClr val="0000FF"/>
                </a:solidFill>
                <a:latin typeface="Times New Roman" panose="02020603050405020304" pitchFamily="18" charset="0"/>
                <a:ea typeface="宋体" panose="02010600030101010101" pitchFamily="2" charset="-122"/>
              </a:rPr>
              <a:t>】</a:t>
            </a:r>
            <a:r>
              <a:rPr lang="en-US" altLang="zh-CN" sz="2200" kern="100">
                <a:latin typeface="Times New Roman" panose="02020603050405020304" pitchFamily="18" charset="0"/>
                <a:ea typeface="宋体" panose="02010600030101010101" pitchFamily="2" charset="-122"/>
              </a:rPr>
              <a:t>Denny held my hand, but then my turn came.“Shh,”putting my finger to the lips, I whispered, “It’s mum’s turn.” Then I stood up, leaving Denny in his seat, and walked towards the piano.As I sat down at the piano bench, my heart raced with nerves.Taking a deep breath, I began to play the first note of the song.</a:t>
            </a:r>
            <a:endParaRPr lang="zh-CN" altLang="zh-CN" sz="22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200" kern="100">
                <a:latin typeface="Times New Roman" panose="02020603050405020304" pitchFamily="18" charset="0"/>
                <a:ea typeface="宋体" panose="02010600030101010101" pitchFamily="2" charset="-122"/>
              </a:rPr>
              <a:t>丹尼握着我的手</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但后来轮到我了。</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嘘</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我把手指放在嘴唇上</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低声说</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轮到妈妈了。</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然后我站起来</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把丹尼留在他的座位上</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向钢琴走去。当我坐在钢琴凳上时</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我的心紧张得直跳。我深吸一口气</a:t>
            </a:r>
            <a:r>
              <a:rPr lang="en-US" altLang="zh-CN" sz="2200" kern="100">
                <a:latin typeface="Times New Roman" panose="02020603050405020304" pitchFamily="18" charset="0"/>
                <a:ea typeface="宋体" panose="02010600030101010101" pitchFamily="2" charset="-122"/>
              </a:rPr>
              <a:t>,</a:t>
            </a:r>
            <a:r>
              <a:rPr lang="zh-CN" altLang="zh-CN" sz="2200" kern="100">
                <a:latin typeface="Times New Roman" panose="02020603050405020304" pitchFamily="18" charset="0"/>
                <a:ea typeface="宋体" panose="02010600030101010101" pitchFamily="2" charset="-122"/>
              </a:rPr>
              <a:t>开始弹奏这首歌的第一个音符。</a:t>
            </a:r>
            <a:endParaRPr lang="zh-CN" altLang="zh-CN" sz="22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tags/tag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3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4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7.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8.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2.xml><?xml version="1.0" encoding="utf-8"?>
<p:tagLst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3.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custom20205081_1*b*1"/>
  <p:tag name="KSO_WM_UNIT_INDEX" val="1"/>
  <p:tag name="KSO_WM_UNIT_ISCONTENTSTITLE" val="0"/>
  <p:tag name="KSO_WM_UNIT_ISNUMDGMTITLE" val="0"/>
  <p:tag name="KSO_WM_UNIT_LAYERLEVEL" val="1"/>
  <p:tag name="KSO_WM_UNIT_NOCLEAR" val="0"/>
  <p:tag name="KSO_WM_UNIT_SHOW_EDIT_AREA_INDICATION" val="1"/>
  <p:tag name="KSO_WM_UNIT_TYPE" val="b"/>
  <p:tag name="KSO_WM_UNIT_VALUE" val="111"/>
</p:tagLst>
</file>

<file path=ppt/tags/tag64.xml><?xml version="1.0" encoding="utf-8"?>
<p:tagLst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5.xml><?xml version="1.0" encoding="utf-8"?>
<p:tagLst xmlns:p="http://schemas.openxmlformats.org/presentationml/2006/main">
  <p:tag name="AS_OS" val="Unix 3.10 unknown"/>
  <p:tag name="AS_RELEASE_DATE" val="2023.03.31"/>
  <p:tag name="AS_TITLE" val="Aspose.Slides for Java"/>
  <p:tag name="AS_VERSION" val="23.3"/>
  <p:tag name="COMMONDATA" val="eyJoZGlkIjoiZjgyZmZhYjFlODliMjVlMjhmZmU1Y2ZlZmViZTBiYWYifQ=="/>
</p:tagLst>
</file>

<file path=ppt/theme/theme1.xml><?xml version="1.0" encoding="utf-8"?>
<a:theme xmlns:r="http://schemas.openxmlformats.org/officeDocument/2006/relationships"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Arial"/>
      </a:majorFont>
      <a:minorFont>
        <a:latin typeface="Arial"/>
        <a:ea typeface="微软雅黑"/>
        <a:cs typeface="Arial"/>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21</Paragraphs>
  <Slides>10</Slides>
  <Notes>9</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10</vt:i4>
      </vt:variant>
    </vt:vector>
  </HeadingPairs>
  <TitlesOfParts>
    <vt:vector baseType="lpstr" size="18">
      <vt:lpstr>Arial</vt:lpstr>
      <vt:lpstr>微软雅黑</vt:lpstr>
      <vt:lpstr>Wingdings</vt:lpstr>
      <vt:lpstr>Calibri Light</vt:lpstr>
      <vt:lpstr>Calibri</vt:lpstr>
      <vt:lpstr>Times New Roman</vt:lpstr>
      <vt:lpstr>宋体</vt:lpstr>
      <vt:lpstr>WPS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2024-05-30T10:35:31.989</cp:lastPrinted>
  <dcterms:created xsi:type="dcterms:W3CDTF">2024-05-30T10:35:31Z</dcterms:created>
  <dcterms:modified xsi:type="dcterms:W3CDTF">2024-05-30T02:35:31Z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