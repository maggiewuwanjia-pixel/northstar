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 Id="rId5" Type="http://schemas.openxmlformats.org/officeDocument/2006/relationships/custom-properties" Target="docProps/custom.xml" /></Relationships>
</file>

<file path=ppt/presentation.xml><?xml version="1.0" encoding="utf-8"?>
<!--Generated by Aspose.Slides for Java 23.3-->
<p:presentation xmlns:r="http://schemas.openxmlformats.org/officeDocument/2006/relationships" xmlns:a="http://schemas.openxmlformats.org/drawingml/2006/main" xmlns:p="http://schemas.openxmlformats.org/presentationml/2006/main">
  <p:sldMasterIdLst>
    <p:sldMasterId id="2147483648" r:id="rId1"/>
  </p:sldMasterIdLst>
  <p:notesMasterIdLst>
    <p:notesMasterId r:id="rId2"/>
  </p:notesMasterIdLst>
  <p:handoutMasterIdLst>
    <p:handoutMasterId r:id="rId3"/>
  </p:handoutMasterIdLst>
  <p:sldIdLst>
    <p:sldId id="268" r:id="rId4"/>
    <p:sldId id="257" r:id="rId5"/>
    <p:sldId id="258" r:id="rId6"/>
    <p:sldId id="259" r:id="rId7"/>
    <p:sldId id="260" r:id="rId8"/>
    <p:sldId id="261" r:id="rId9"/>
    <p:sldId id="262" r:id="rId10"/>
    <p:sldId id="263" r:id="rId11"/>
    <p:sldId id="264" r:id="rId12"/>
    <p:sldId id="265" r:id="rId13"/>
    <p:sldId id="266" r:id="rId14"/>
    <p:sldId id="267" r:id="rId15"/>
  </p:sldIdLst>
  <p:sldSz cx="12192000" cy="6858000"/>
  <p:notesSz cx="6858000" cy="9144000"/>
  <p:custDataLst>
    <p:tags r:id="rId1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7.xml" /><Relationship Id="rId11" Type="http://schemas.openxmlformats.org/officeDocument/2006/relationships/slide" Target="slides/slide8.xml" /><Relationship Id="rId12" Type="http://schemas.openxmlformats.org/officeDocument/2006/relationships/slide" Target="slides/slide9.xml" /><Relationship Id="rId13" Type="http://schemas.openxmlformats.org/officeDocument/2006/relationships/slide" Target="slides/slide10.xml" /><Relationship Id="rId14" Type="http://schemas.openxmlformats.org/officeDocument/2006/relationships/slide" Target="slides/slide11.xml" /><Relationship Id="rId15" Type="http://schemas.openxmlformats.org/officeDocument/2006/relationships/slide" Target="slides/slide12.xml" /><Relationship Id="rId16" Type="http://schemas.openxmlformats.org/officeDocument/2006/relationships/tags" Target="tags/tag65.xml" /><Relationship Id="rId17" Type="http://schemas.openxmlformats.org/officeDocument/2006/relationships/presProps" Target="presProps.xml" /><Relationship Id="rId18" Type="http://schemas.openxmlformats.org/officeDocument/2006/relationships/viewProps" Target="viewProps.xml" /><Relationship Id="rId19" Type="http://schemas.openxmlformats.org/officeDocument/2006/relationships/theme" Target="theme/theme1.xml" /><Relationship Id="rId2" Type="http://schemas.openxmlformats.org/officeDocument/2006/relationships/notesMaster" Target="notesMasters/notesMaster1.xml" /><Relationship Id="rId20" Type="http://schemas.openxmlformats.org/officeDocument/2006/relationships/tableStyles" Target="tableStyles.xml" /><Relationship Id="rId3" Type="http://schemas.openxmlformats.org/officeDocument/2006/relationships/handoutMaster" Target="handoutMasters/handoutMaster1.xml" /><Relationship Id="rId4" Type="http://schemas.openxmlformats.org/officeDocument/2006/relationships/slide" Target="slides/slide1.xml" /><Relationship Id="rId5" Type="http://schemas.openxmlformats.org/officeDocument/2006/relationships/slide" Target="slides/slide2.xml" /><Relationship Id="rId6" Type="http://schemas.openxmlformats.org/officeDocument/2006/relationships/slide" Target="slides/slide3.xml" /><Relationship Id="rId7" Type="http://schemas.openxmlformats.org/officeDocument/2006/relationships/slide" Target="slides/slide4.xml" /><Relationship Id="rId8" Type="http://schemas.openxmlformats.org/officeDocument/2006/relationships/slide" Target="slides/slide5.xml" /><Relationship Id="rId9" Type="http://schemas.openxmlformats.org/officeDocument/2006/relationships/slide" Target="slides/slide6.xml" /></Relationships>
</file>

<file path=ppt/handoutMasters/_rels/handoutMaster1.xml.rels>&#65279;<?xml version="1.0" encoding="utf-8" standalone="yes"?><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nvGrpSpPr>
      <p:grpSpPr>
        <a:xfrm>
          <a:off x="0" y="0"/>
          <a: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nvGrpSpPr>
      <p:grpSpPr>
        <a:xfrm>
          <a:off x="0" y="0"/>
          <a: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3.xml.rels>&#65279;<?xml version="1.0" encoding="utf-8" standalone="yes"?><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4.xml.rels>&#65279;<?xml version="1.0" encoding="utf-8" standalone="yes"?><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5.xml.rels>&#65279;<?xml version="1.0" encoding="utf-8" standalone="yes"?><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6.xml.rels>&#65279;<?xml version="1.0" encoding="utf-8" standalone="yes"?><Relationships xmlns="http://schemas.openxmlformats.org/package/2006/relationships"><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7.xml.rels>&#65279;<?xml version="1.0" encoding="utf-8" standalone="yes"?><Relationships xmlns="http://schemas.openxmlformats.org/package/2006/relationships"><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8.xml.rels>&#65279;<?xml version="1.0" encoding="utf-8" standalone="yes"?><Relationships xmlns="http://schemas.openxmlformats.org/package/2006/relationships"><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9.xml.rels>&#65279;<?xml version="1.0" encoding="utf-8" standalone="yes"?><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10.xml.rels>&#65279;<?xml version="1.0" encoding="utf-8" standalone="yes"?><Relationships xmlns="http://schemas.openxmlformats.org/package/2006/relationships"><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_rels/notesSlide11.xml.rels>&#65279;<?xml version="1.0" encoding="utf-8" standalone="yes"?><Relationships xmlns="http://schemas.openxmlformats.org/package/2006/relationships"><Relationship Id="rId1" Type="http://schemas.openxmlformats.org/officeDocument/2006/relationships/slide" Target="../slides/slide12.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tags" Target="../tags/tag1.xml" /><Relationship Id="rId2" Type="http://schemas.openxmlformats.org/officeDocument/2006/relationships/tags" Target="../tags/tag2.xml" /><Relationship Id="rId3" Type="http://schemas.openxmlformats.org/officeDocument/2006/relationships/tags" Target="../tags/tag3.xml" /><Relationship Id="rId4" Type="http://schemas.openxmlformats.org/officeDocument/2006/relationships/tags" Target="../tags/tag4.xml" /><Relationship Id="rId5" Type="http://schemas.openxmlformats.org/officeDocument/2006/relationships/tags" Target="../tags/tag5.xml" /><Relationship Id="rId6"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tags" Target="../tags/tag6.xml" /><Relationship Id="rId2" Type="http://schemas.openxmlformats.org/officeDocument/2006/relationships/tags" Target="../tags/tag7.xml" /><Relationship Id="rId3" Type="http://schemas.openxmlformats.org/officeDocument/2006/relationships/tags" Target="../tags/tag8.xml" /><Relationship Id="rId4" Type="http://schemas.openxmlformats.org/officeDocument/2006/relationships/tags" Target="../tags/tag9.xml" /><Relationship Id="rId5" Type="http://schemas.openxmlformats.org/officeDocument/2006/relationships/tags" Target="../tags/tag10.xml" /><Relationship Id="rId6"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tags" Target="../tags/tag11.xml" /><Relationship Id="rId2" Type="http://schemas.openxmlformats.org/officeDocument/2006/relationships/tags" Target="../tags/tag12.xml" /><Relationship Id="rId3" Type="http://schemas.openxmlformats.org/officeDocument/2006/relationships/tags" Target="../tags/tag13.xml" /><Relationship Id="rId4" Type="http://schemas.openxmlformats.org/officeDocument/2006/relationships/tags" Target="../tags/tag14.xml" /><Relationship Id="rId5" Type="http://schemas.openxmlformats.org/officeDocument/2006/relationships/tags" Target="../tags/tag15.xml" /><Relationship Id="rId6"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tags" Target="../tags/tag16.xml" /><Relationship Id="rId2" Type="http://schemas.openxmlformats.org/officeDocument/2006/relationships/tags" Target="../tags/tag17.xml" /><Relationship Id="rId3" Type="http://schemas.openxmlformats.org/officeDocument/2006/relationships/tags" Target="../tags/tag18.xml" /><Relationship Id="rId4" Type="http://schemas.openxmlformats.org/officeDocument/2006/relationships/tags" Target="../tags/tag19.xml" /><Relationship Id="rId5" Type="http://schemas.openxmlformats.org/officeDocument/2006/relationships/tags" Target="../tags/tag20.xml" /><Relationship Id="rId6" Type="http://schemas.openxmlformats.org/officeDocument/2006/relationships/tags" Target="../tags/tag21.xml" /><Relationship Id="rId7"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tags" Target="../tags/tag22.xml" /><Relationship Id="rId2" Type="http://schemas.openxmlformats.org/officeDocument/2006/relationships/tags" Target="../tags/tag23.xml" /><Relationship Id="rId3" Type="http://schemas.openxmlformats.org/officeDocument/2006/relationships/tags" Target="../tags/tag24.xml" /><Relationship Id="rId4" Type="http://schemas.openxmlformats.org/officeDocument/2006/relationships/tags" Target="../tags/tag25.xml" /><Relationship Id="rId5" Type="http://schemas.openxmlformats.org/officeDocument/2006/relationships/tags" Target="../tags/tag26.xml" /><Relationship Id="rId6" Type="http://schemas.openxmlformats.org/officeDocument/2006/relationships/tags" Target="../tags/tag27.xml" /><Relationship Id="rId7" Type="http://schemas.openxmlformats.org/officeDocument/2006/relationships/tags" Target="../tags/tag28.xml" /><Relationship Id="rId8" Type="http://schemas.openxmlformats.org/officeDocument/2006/relationships/tags" Target="../tags/tag29.xml" /><Relationship Id="rId9"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tags" Target="../tags/tag30.xml" /><Relationship Id="rId2" Type="http://schemas.openxmlformats.org/officeDocument/2006/relationships/tags" Target="../tags/tag31.xml" /><Relationship Id="rId3" Type="http://schemas.openxmlformats.org/officeDocument/2006/relationships/tags" Target="../tags/tag32.xml" /><Relationship Id="rId4" Type="http://schemas.openxmlformats.org/officeDocument/2006/relationships/tags" Target="../tags/tag33.xml" /><Relationship Id="rId5"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tags" Target="../tags/tag34.xml" /><Relationship Id="rId2" Type="http://schemas.openxmlformats.org/officeDocument/2006/relationships/tags" Target="../tags/tag35.xml" /><Relationship Id="rId3" Type="http://schemas.openxmlformats.org/officeDocument/2006/relationships/tags" Target="../tags/tag36.xml" /><Relationship Id="rId4"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tags" Target="../tags/tag37.xml" /><Relationship Id="rId2" Type="http://schemas.openxmlformats.org/officeDocument/2006/relationships/tags" Target="../tags/tag38.xml" /><Relationship Id="rId3" Type="http://schemas.openxmlformats.org/officeDocument/2006/relationships/tags" Target="../tags/tag39.xml" /><Relationship Id="rId4" Type="http://schemas.openxmlformats.org/officeDocument/2006/relationships/tags" Target="../tags/tag40.xml" /><Relationship Id="rId5" Type="http://schemas.openxmlformats.org/officeDocument/2006/relationships/tags" Target="../tags/tag41.xml" /><Relationship Id="rId6" Type="http://schemas.openxmlformats.org/officeDocument/2006/relationships/tags" Target="../tags/tag42.xml" /><Relationship Id="rId7"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tags" Target="../tags/tag43.xml" /><Relationship Id="rId2" Type="http://schemas.openxmlformats.org/officeDocument/2006/relationships/tags" Target="../tags/tag44.xml" /><Relationship Id="rId3" Type="http://schemas.openxmlformats.org/officeDocument/2006/relationships/tags" Target="../tags/tag45.xml" /><Relationship Id="rId4" Type="http://schemas.openxmlformats.org/officeDocument/2006/relationships/tags" Target="../tags/tag46.xml" /><Relationship Id="rId5" Type="http://schemas.openxmlformats.org/officeDocument/2006/relationships/tags" Target="../tags/tag47.xml" /><Relationship Id="rId6"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tags" Target="../tags/tag48.xml" /><Relationship Id="rId2" Type="http://schemas.openxmlformats.org/officeDocument/2006/relationships/tags" Target="../tags/tag49.xml" /><Relationship Id="rId3" Type="http://schemas.openxmlformats.org/officeDocument/2006/relationships/tags" Target="../tags/tag50.xml" /><Relationship Id="rId4" Type="http://schemas.openxmlformats.org/officeDocument/2006/relationships/tags" Target="../tags/tag51.xml" /><Relationship Id="rId5"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tags" Target="../tags/tag52.xml" /><Relationship Id="rId2" Type="http://schemas.openxmlformats.org/officeDocument/2006/relationships/tags" Target="../tags/tag53.xml" /><Relationship Id="rId3" Type="http://schemas.openxmlformats.org/officeDocument/2006/relationships/tags" Target="../tags/tag54.xml" /><Relationship Id="rId4" Type="http://schemas.openxmlformats.org/officeDocument/2006/relationships/tags" Target="../tags/tag55.xml" /><Relationship Id="rId5" Type="http://schemas.openxmlformats.org/officeDocument/2006/relationships/tags" Target="../tags/tag56.xml" /><Relationship Id="rId6"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 preserve="1">
  <p:cSld name="标题幻灯片">
    <p:spTree>
      <p:nvGrpSpPr>
        <p:cNvPr id="1" name=""/>
        <p:cNvGrpSpPr/>
        <p:nvPr/>
      </p:nvGrpSpPr>
      <p:grpSpPr>
        <a:xfrm>
          <a:off x="0" y="0"/>
          <a: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标题和内容">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secHead" preserve="1">
  <p:cSld name="节标题">
    <p:spTree>
      <p:nvGrpSpPr>
        <p:cNvPr id="1" name=""/>
        <p:cNvGrpSpPr/>
        <p:nvPr/>
      </p:nvGrpSpPr>
      <p:grpSpPr>
        <a:xfrm>
          <a:off x="0" y="0"/>
          <a: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a:t>单击此处编辑标题</a:t>
            </a:r>
            <a:endParaRPr lang="zh-CN" altLang="en-US"/>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单击此处编辑文本</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Obj" preserve="1">
  <p:cSld name="两栏内容">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TxTwoObj" preserve="1">
  <p:cSld name="比较">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Only" preserve="1">
  <p:cSld name="仅标题">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空白">
    <p:spTree>
      <p:nvGrpSpPr>
        <p:cNvPr id="1" name=""/>
        <p:cNvGrpSpPr/>
        <p:nvPr/>
      </p:nvGrpSpPr>
      <p:grpSpPr>
        <a:xfrm>
          <a:off x="0" y="0"/>
          <a: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图片与标题">
    <p:spTree>
      <p:nvGrpSpPr>
        <p:cNvPr id="1" name=""/>
        <p:cNvGrpSpPr/>
        <p:nvPr/>
      </p:nvGrpSpPr>
      <p:grpSpPr>
        <a:xfrm>
          <a:off x="0" y="0"/>
          <a: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
            </a:fld>
            <a:endParaRPr lang="zh-CN" altLang="en-US"/>
          </a:p>
        </p:txBody>
      </p:sp>
      <p:sp>
        <p:nvSpPr>
          <p:cNvPr id="6" name="页脚占位符 5"/>
          <p:cNvSpPr>
            <a:spLocks noGrp="1"/>
          </p:cNvSpPr>
          <p:nvPr>
            <p:ph type="ftr" sz="quarter" idx="11"/>
            <p:custDataLst>
              <p:tags r:id="rId4"/>
            </p:custDataLst>
          </p:nvPr>
        </p:nvSpPr>
        <p:spPr/>
        <p:txBody>
          <a:bodyPr/>
          <a:lstStyle/>
          <a:p>
            <a:endParaRPr lang="zh-CN" altLang="en-US"/>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itleAndTx" preserve="1">
  <p:cSld name="竖排标题与文本">
    <p:spTree>
      <p:nvGrpSpPr>
        <p:cNvPr id="1" name=""/>
        <p:cNvGrpSpPr/>
        <p:nvPr/>
      </p:nvGrpSpPr>
      <p:grpSpPr>
        <a:xfrm>
          <a:off x="0" y="0"/>
          <a: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内容">
    <p:spTree>
      <p:nvGrpSpPr>
        <p:cNvPr id="1" name=""/>
        <p:cNvGrpSpPr/>
        <p:nvPr/>
      </p:nvGrpSpPr>
      <p:grpSpPr>
        <a:xfrm>
          <a:off x="0" y="0"/>
          <a: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末尾幻灯片">
    <p:spTree>
      <p:nvGrpSpPr>
        <p:cNvPr id="1" name=""/>
        <p:cNvGrpSpPr/>
        <p:nvPr/>
      </p:nvGrpSpPr>
      <p:grpSpPr>
        <a:xfrm>
          <a:off x="0" y="0"/>
          <a: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a:t>单击此处编辑母版文本样式</a:t>
            </a:r>
            <a:endParaRPr lang="zh-CN" altLang="en-US"/>
          </a:p>
        </p:txBody>
      </p:sp>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ags" Target="../tags/tag57.xml" /><Relationship Id="rId13" Type="http://schemas.openxmlformats.org/officeDocument/2006/relationships/tags" Target="../tags/tag58.xml" /><Relationship Id="rId14" Type="http://schemas.openxmlformats.org/officeDocument/2006/relationships/tags" Target="../tags/tag59.xml" /><Relationship Id="rId15" Type="http://schemas.openxmlformats.org/officeDocument/2006/relationships/tags" Target="../tags/tag60.xml" /><Relationship Id="rId16" Type="http://schemas.openxmlformats.org/officeDocument/2006/relationships/tags" Target="../tags/tag61.xml" /><Relationship Id="rId17" Type="http://schemas.openxmlformats.org/officeDocument/2006/relationships/image" Target="file:///D:\qq&#25991;&#20214;\712321467\Image\C2C\Image2\%7b75232B38-A165-1FB7-499C-2E1C792CACB5%7d.png" TargetMode="External" /><Relationship Id="rId18" Type="http://schemas.openxmlformats.org/officeDocument/2006/relationships/image" Target="../media/image1.png" /><Relationship Id="rId19" Type="http://schemas.openxmlformats.org/officeDocument/2006/relationships/image" Target="../media/image2.jpeg" /><Relationship Id="rId2" Type="http://schemas.openxmlformats.org/officeDocument/2006/relationships/slideLayout" Target="../slideLayouts/slideLayout2.xml" /><Relationship Id="rId20" Type="http://schemas.openxmlformats.org/officeDocument/2006/relationships/tags" Target="../tags/tag62.xml" /><Relationship Id="rId21" Type="http://schemas.openxmlformats.org/officeDocument/2006/relationships/theme" Target="../theme/theme1.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blipFill rotWithShape="0">
          <a:blip r:embed="rId19"/>
          <a:stretch>
            <a:fillRect/>
          </a:stretch>
        </a:blipFill>
        <a:effectLst/>
      </p:bgPr>
    </p:bg>
    <p:spTree>
      <p:nvGrpSpPr>
        <p:cNvPr id="1" name=""/>
        <p:cNvGrpSpPr/>
        <p:nvPr/>
      </p:nvGrpSpPr>
      <p:grpSpPr>
        <a:xfrm>
          <a:off x="0" y="0"/>
          <a: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a:t>单击此处编辑母版标题样式</a:t>
            </a:r>
            <a:endParaRPr lang="zh-CN" altLang="en-US"/>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0</a:t>
            </a:fld>
            <a:endParaRPr lang="zh-CN" altLang="en-US"/>
          </a:p>
        </p:txBody>
      </p:sp>
      <p:pic>
        <p:nvPicPr>
          <p:cNvPr id="7" name="图片 1073743875" descr="学科网 zxxk.com" title=""/>
          <p:cNvPicPr>
            <a:picLocks noChangeAspect="1"/>
          </p:cNvPicPr>
          <p:nvPr/>
        </p:nvPicPr>
        <p:blipFill>
          <a:blip r:embed="rId18" r:link="rId17"/>
          <a:stretch>
            <a:fillRect/>
          </a:stretch>
        </p:blipFill>
        <p:spPr>
          <a:xfrm>
            <a:off x="838200" y="365125"/>
            <a:ext cx="9525" cy="9525"/>
          </a:xfrm>
          <a:prstGeom prst="rect">
            <a:avLst/>
          </a:prstGeom>
          <a:noFill/>
          <a:ln>
            <a:noFill/>
            <a:miter lim="800000"/>
          </a:ln>
        </p:spPr>
      </p:pic>
    </p:spTree>
    <p:custDataLst>
      <p:tags r:id="rId20"/>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ct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ct val="0"/>
        </a:spcBef>
        <a:spcAft>
          <a:spcPts val="600"/>
        </a:spcAft>
        <a:buFont typeface="Arial" panose="020b0604020202020204" pitchFamily="34" charset="0"/>
        <a:buChar char="●"/>
        <a:tabLst>
          <a:tab pos="1609725"/>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ct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ct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ct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63.xml" /><Relationship Id="rId3" Type="http://schemas.openxmlformats.org/officeDocument/2006/relationships/image" Target="../media/image3.jpeg" /><Relationship Id="rId4" Type="http://schemas.openxmlformats.org/officeDocument/2006/relationships/tags" Target="../tags/tag64.x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7.xml" /><Relationship Id="rId3" Type="http://schemas.openxmlformats.org/officeDocument/2006/relationships/image" Target="../media/image4.png"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blipFill rotWithShape="1">
          <a:blip r:embed="rId3"/>
          <a:stretch>
            <a:fillRect/>
          </a:stretch>
        </a:blipFill>
        <a:effectLst/>
      </p:bgPr>
    </p:bg>
    <p:spTree>
      <p:nvGrpSpPr>
        <p:cNvPr id="1" name=""/>
        <p:cNvGrpSpPr/>
        <p:nvPr/>
      </p:nvGrpSpPr>
      <p:grpSpPr>
        <a:xfrm>
          <a:off x="0" y="0"/>
          <a:ext cx="0" cy="0"/>
        </a:xfrm>
      </p:grpSpPr>
      <p:sp>
        <p:nvSpPr>
          <p:cNvPr id="3" name="副标题 2" title=""/>
          <p:cNvSpPr>
            <a:spLocks noGrp="1"/>
          </p:cNvSpPr>
          <p:nvPr>
            <p:ph type="subTitle" idx="1"/>
            <p:custDataLst>
              <p:tags r:id="rId2"/>
            </p:custDataLst>
          </p:nvPr>
        </p:nvSpPr>
        <p:spPr>
          <a:xfrm>
            <a:off x="1554400" y="1956390"/>
            <a:ext cx="9799200" cy="1472400"/>
          </a:xfrm>
        </p:spPr>
        <p:txBody>
          <a:bodyPr/>
          <a:lstStyle/>
          <a:p>
            <a:r>
              <a:rPr lang="zh-CN" altLang="en-US" sz="4800">
                <a:latin typeface="Times New Roman" panose="02020603050405020304" pitchFamily="18" charset="0"/>
                <a:ea typeface="宋体" panose="02010600030101010101" pitchFamily="2" charset="-122"/>
              </a:rPr>
              <a:t>读后续写素材(结尾方法)</a:t>
            </a:r>
            <a:endParaRPr lang="zh-CN" altLang="en-US" sz="4800">
              <a:latin typeface="Times New Roman" panose="02020603050405020304" pitchFamily="18" charset="0"/>
              <a:ea typeface="宋体" panose="02010600030101010101" pitchFamily="2" charset="-122"/>
            </a:endParaRPr>
          </a:p>
        </p:txBody>
      </p:sp>
    </p:spTree>
    <p:custDataLst>
      <p:tags r:id="rId4"/>
    </p:custDataLst>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4130675"/>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1</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We exchanged smiles, bathed in the soft room light.After dinner, I pressed the dandelion between two sheets of paper in a dictionary and kept it as a reminder—every flower gives pleasure in its own way.For this, I am forever grateful, because smiles on mother’s face and her kind act foster a man like me now!</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我们互相微笑</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沐浴在柔和的室内灯光下。晚饭后</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我把蒲公英夹在字典里的两张纸之间</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保存起来</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提醒自己</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每一朵花都以自己的方式给人以快乐。为此</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我永远感激</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因为母亲脸上的微笑和她的善良养育了现在的我</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3553460"/>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2</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Love and care for the one you love every single day of your life.You may think what you did is just a small deed,but it may mean a lot.Some relations are made to last longer but they still need to be nurtured with love and care.</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在你生命中的每一天</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都要爱护和关心你所爱的人。你可能认为你所做的只是一件小事</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但它可能意味着很多。有些关系可以维持得更久</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但它们仍然需要用爱和关怀来滋养。</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4707890"/>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3</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Sometimes we feel that we could progress quickly and reach the newer heights in our life if we were not tied up with our family.However,we fail to realize that our family and our loved ones help us survive the tough time in our lives and encourage us to reach higher heights in our life.They are not holding us,but are supporting us.Never let go of our loved ones.</a:t>
            </a:r>
            <a:r>
              <a:rPr lang="zh-CN" altLang="zh-CN" sz="2500" kern="100">
                <a:latin typeface="Times New Roman" panose="02020603050405020304" pitchFamily="18" charset="0"/>
                <a:ea typeface="宋体" panose="02010600030101010101" pitchFamily="2" charset="-122"/>
              </a:rPr>
              <a:t>有时我们觉得</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如果没有家庭的羁绊</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我们可以进步得很快</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达到生活中新的高度。然而</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我们没有意识到我们的家人和我们所爱的人帮助我们渡过了生活中的艰难时期</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鼓励我们在生活中达到更高的高度。他们不是在束缚我们</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而是在支持我们。永远不要放弃我们所爱的人。 </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3553460"/>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4</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 It dawned on them that what the lady had done was not a deal, but a favor.When they took a bite of the cookies, they exchanged a knowing smile.They had not only tasted the sweetness of the fruit, but also the kindness of a warm heart under a cold face.</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他们明白了</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那位女士所做的不是交易</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而是帮忙。他们咬了一口饼干</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会心一笑。他们不仅尝到了果实的甜蜜</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还体会到了冷面下一颗温暖善良的心。</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5285105"/>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5</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We merrily danced to the joyful music, singing, laughing and wishing each other good luck.The old flower woman also joined us, unable to conceal her excitement and gratitude.The spirit of Christmas came back to us again.It brought all of us together in this small restaurant on a foreign land.The American sailor, through his kindness and generosity, brightened up our day.</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我们随着欢快的音乐欢快地跳舞</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又唱又笑</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互祝好运。卖花的老妇人也加入了我们</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无法掩饰她的兴奋和感激之情。圣诞节的气氛又回来了。它把我们所有人聚集在这个异国他乡的小餐馆里。那位美国水手的善良和慷慨使我们这一天充满了欢乐。</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5285105"/>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6</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“How did the lady know we were short of money and desperately in need of help?” She couldn’t help thinking.With the baby due next month, life would be more difficult.She knew how hard her husband was trying to support the family.She felt so blessed that there was kindness in the world.As she lay sleeping next to her husband, she whispered softly, “We will get through this.Good night, Bryan.”</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那位女士怎么知道我们缺钱</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急需帮助</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她忍不住想。孩子下个月就要出生了</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生活将更加困难。她知道她的丈夫是多么努力地想要养家。她感到很幸运</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因为世界上有善良。当她躺在丈夫身边睡觉时</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她轻声说</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我们会挺过去的。晚安</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布莱恩。</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4130675"/>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7</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Face lighting up with joy, they stroked the record and kept thanking me again and again, saying it was the best gift for them ever.However, I thought we both had our best presents.For them, a record to cheer their daughter up, and for me, the sweet taste of giving.</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他们高兴得脸上放光</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抚摸着唱片</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不停地感谢我</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说这是给他们最好的礼物。不过</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我觉得我们都收到了最好的礼物。对他们来说</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一个唱片可以让他们的女儿振作起来</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对我来说</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是给予的甜蜜滋味。</a:t>
            </a:r>
            <a:endParaRPr lang="zh-CN" altLang="zh-CN" sz="2500" kern="100">
              <a:latin typeface="Times New Roman" panose="02020603050405020304" pitchFamily="18" charset="0"/>
              <a:ea typeface="宋体" panose="02010600030101010101" pitchFamily="2" charset="-122"/>
            </a:endParaRPr>
          </a:p>
        </p:txBody>
      </p:sp>
      <p:pic>
        <p:nvPicPr>
          <p:cNvPr id="3" name="Picture 3"/>
          <p:cNvPicPr>
            <a:picLocks noChangeAspect="1"/>
          </p:cNvPicPr>
          <p:nvPr/>
        </p:nvPicPr>
        <p:blipFill>
          <a:blip r:embed="rId3"/>
          <a:stretch>
            <a:fillRect/>
          </a:stretch>
        </p:blipFill>
        <p:spPr>
          <a:xfrm flipH="1">
            <a:off x="12344400" y="12001500"/>
            <a:ext cx="0" cy="0"/>
          </a:xfrm>
          <a:prstGeom prst="rect">
            <a:avLst/>
          </a:prstGeom>
          <a:ln>
            <a:noFill/>
          </a:ln>
        </p:spPr>
      </p:pic>
    </p:spTree>
  </p:cSld>
  <p:clrMapOvr>
    <a:masterClrMapping/>
  </p:clrMapOvr>
  <p:transition/>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4130675"/>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8</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At the same time, Trucker was a great inspiration to him.It was the little boy’s desire and love for firefighters that had a great influence on him.Jim was no longer drown in the sadness of losing his teammate.It also helped him strengthen his resolve as a firefighter to serve the community.What a wonderful thing!</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与此同时</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卡车司机对他来说是一个很大的鼓舞。这个小男孩对消防员的渴望和热爱对他产生了很大的影响。吉姆不再沉浸在失去队友的悲伤中。这也帮助他坚定了作为一名消防员为社区服务的决心。多么美妙的事情啊</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4707890"/>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9</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The people in the city, especially the teachers and the students in Amy’s school, realized the pain she had suffered, and they felt sorry for her.On Christmas Day, many people came, including the tall boy in the fifth grade, filled with holiday greetings and words of encouragement.Amy did get her wish of not being teased, not only on Christmas Day, but also every day!</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城里的人</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尤其是艾米学校的老师和学生</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意识到她所遭受的痛苦</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他们为她感到难过。圣诞节那天</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很多人都来了</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包括五年级的那个高个子男孩</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他们带来了节日的问候和鼓励的话。艾米实现了她的愿望</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不被取笑</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不仅是在圣诞节</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而且是每天</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4130675"/>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10</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 I watched with tears all over my cheeks.Maiga then smiled at me and said eagerly, “You will miss me!” I nodded, trying to stop my sobs.“I’ll definitely miss you!” he shouted.I wanted to take a photo of his smile, but no film could have captured the happiness I saw on his face.</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我泪流满面地看着。麦加接着对我笑了笑</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急切地说</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你会想我的</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我点了点头</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试图止住自己的抽泣。</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我一定会想你的</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他喊道。我想拍下他的笑容</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但没有任何镜头能捕捉到我在他脸上看到的幸福。</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4130675"/>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11</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 She expressed her sincere apology and great gratitude.Hearing this, her mother smiled, patting her back gently.With a bright light streaming through the window, they hugged together and were too thrilled to say anything.Never before had they been so close to each other, warmth filling each one’s heart.</a:t>
            </a:r>
            <a:r>
              <a:rPr lang="zh-CN" altLang="zh-CN" sz="2500" kern="100">
                <a:latin typeface="Times New Roman" panose="02020603050405020304" pitchFamily="18" charset="0"/>
                <a:ea typeface="宋体" panose="02010600030101010101" pitchFamily="2" charset="-122"/>
              </a:rPr>
              <a:t>她表达了真诚的歉意和感激之情。听了她的话</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她的妈妈笑了</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轻轻地拍了拍她的背。明亮的灯光透过窗户照进来</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她们拥抱在一起</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激动得说不出话来。她们从来没有如此亲近过</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温暖充满了每个人的心。</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tags/tag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2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2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2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3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3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3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4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5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5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5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7.xml><?xml version="1.0" encoding="utf-8"?>
<p:tagLst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_0**"/>
  <p:tag name="KSO_WM_UNIT_LAYERLEVEL" val="1"/>
</p:tagLst>
</file>

<file path=ppt/tags/tag58.xml><?xml version="1.0" encoding="utf-8"?>
<p:tagLst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_0**"/>
  <p:tag name="KSO_WM_UNIT_LAYERLEVEL" val="1"/>
</p:tagLst>
</file>

<file path=ppt/tags/tag5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2.xml><?xml version="1.0" encoding="utf-8"?>
<p:tagLst xmlns:p="http://schemas.openxmlformats.org/presentationml/2006/main">
  <p:tag name="KSO_WM_BEAUTIFY_FLAG" val="#wm#"/>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63.xml><?xml version="1.0" encoding="utf-8"?>
<p:tagLst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custom20205081_1*b*1"/>
  <p:tag name="KSO_WM_UNIT_INDEX" val="1"/>
  <p:tag name="KSO_WM_UNIT_ISCONTENTSTITLE" val="0"/>
  <p:tag name="KSO_WM_UNIT_ISNUMDGMTITLE" val="0"/>
  <p:tag name="KSO_WM_UNIT_LAYERLEVEL" val="1"/>
  <p:tag name="KSO_WM_UNIT_NOCLEAR" val="0"/>
  <p:tag name="KSO_WM_UNIT_SHOW_EDIT_AREA_INDICATION" val="1"/>
  <p:tag name="KSO_WM_UNIT_TYPE" val="b"/>
  <p:tag name="KSO_WM_UNIT_VALUE" val="111"/>
</p:tagLst>
</file>

<file path=ppt/tags/tag64.xml><?xml version="1.0" encoding="utf-8"?>
<p:tagLst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65.xml><?xml version="1.0" encoding="utf-8"?>
<p:tagLst xmlns:p="http://schemas.openxmlformats.org/presentationml/2006/main">
  <p:tag name="AS_OS" val="Unix 3.10 unknown"/>
  <p:tag name="AS_RELEASE_DATE" val="2023.03.31"/>
  <p:tag name="AS_TITLE" val="Aspose.Slides for Java"/>
  <p:tag name="AS_VERSION" val="23.3"/>
  <p:tag name="COMMONDATA" val="eyJoZGlkIjoiZjgyZmZhYjFlODliMjVlMjhmZmU1Y2ZlZmViZTBiYWYifQ=="/>
</p:tagLst>
</file>

<file path=ppt/theme/theme1.xml><?xml version="1.0" encoding="utf-8"?>
<a:theme xmlns:r="http://schemas.openxmlformats.org/officeDocument/2006/relationships"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Arial"/>
      </a:majorFont>
      <a:minorFont>
        <a:latin typeface="Arial"/>
        <a:ea typeface="微软雅黑"/>
        <a:cs typeface="Arial"/>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vt="http://schemas.openxmlformats.org/officeDocument/2006/docPropsVTypes" xmlns="http://schemas.openxmlformats.org/officeDocument/2006/extended-properties">
  <Company>学科网</Company>
  <Paragraphs>21</Paragraphs>
  <Slides>12</Slides>
  <Notes>11</Notes>
  <TotalTime>0</TotalTime>
  <HiddenSlides>0</HiddenSlides>
  <MMClips>0</MMClips>
  <ScaleCrop>0</ScaleCrop>
  <HeadingPairs>
    <vt:vector baseType="variant" size="6">
      <vt:variant>
        <vt:lpstr>Fonts used</vt:lpstr>
      </vt:variant>
      <vt:variant>
        <vt:i4>7</vt:i4>
      </vt:variant>
      <vt:variant>
        <vt:lpstr>Theme</vt:lpstr>
      </vt:variant>
      <vt:variant>
        <vt:i4>1</vt:i4>
      </vt:variant>
      <vt:variant>
        <vt:lpstr>Slide Titles</vt:lpstr>
      </vt:variant>
      <vt:variant>
        <vt:i4>12</vt:i4>
      </vt:variant>
    </vt:vector>
  </HeadingPairs>
  <TitlesOfParts>
    <vt:vector baseType="lpstr" size="20">
      <vt:lpstr>Arial</vt:lpstr>
      <vt:lpstr>微软雅黑</vt:lpstr>
      <vt:lpstr>Wingdings</vt:lpstr>
      <vt:lpstr>Calibri Light</vt:lpstr>
      <vt:lpstr>Calibri</vt:lpstr>
      <vt:lpstr>Times New Roman</vt:lpstr>
      <vt:lpstr>宋体</vt:lpstr>
      <vt:lpstr>WPS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Java</Application>
  <AppVersion>23.0300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creator>rbm.xkw.com</dc:creator>
  <cp:revision>1</cp:revision>
  <cp:lastPrinted>2024-05-30T10:35:32.872</cp:lastPrinted>
  <dcterms:created xsi:type="dcterms:W3CDTF">2024-05-30T10:35:32Z</dcterms:created>
  <dcterms:modified xsi:type="dcterms:W3CDTF">2024-05-30T02:35:32Z</dcterms:modifi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album">
    <vt:lpwstr>rbm.xkw.com</vt:lpwstr>
  </property>
  <property fmtid="{D5CDD505-2E9C-101B-9397-08002B2CF9AE}" pid="3" name="author">
    <vt:lpwstr>rbm.xkw.com</vt:lpwstr>
  </property>
  <property fmtid="{D5CDD505-2E9C-101B-9397-08002B2CF9AE}" pid="4" name="company">
    <vt:lpwstr>学科网</vt:lpwstr>
  </property>
  <property fmtid="{D5CDD505-2E9C-101B-9397-08002B2CF9AE}" pid="5" name="copyright">
    <vt:lpwstr>学科网版权所有</vt:lpwstr>
  </property>
</Properties>
</file>