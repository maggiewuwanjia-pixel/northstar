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Relationship Id="rId5" Type="http://schemas.openxmlformats.org/officeDocument/2006/relationships/custom-properties" Target="docProps/custom.xml" /></Relationships>
</file>

<file path=ppt/presentation.xml><?xml version="1.0" encoding="utf-8"?>
<!--Generated by Aspose.Slides for Java 23.3-->
<p:presentation xmlns:r="http://schemas.openxmlformats.org/officeDocument/2006/relationships" xmlns:a="http://schemas.openxmlformats.org/drawingml/2006/main" xmlns:p="http://schemas.openxmlformats.org/presentationml/2006/main">
  <p:sldMasterIdLst>
    <p:sldMasterId id="2147483648" r:id="rId2"/>
  </p:sldMasterIdLst>
  <p:notesMasterIdLst>
    <p:notesMasterId r:id="rId3"/>
  </p:notesMasterIdLst>
  <p:sldIdLst>
    <p:sldId id="372" r:id="rId4"/>
    <p:sldId id="257" r:id="rId5"/>
    <p:sldId id="258" r:id="rId6"/>
    <p:sldId id="284" r:id="rId7"/>
    <p:sldId id="329" r:id="rId8"/>
    <p:sldId id="330" r:id="rId9"/>
    <p:sldId id="331" r:id="rId10"/>
    <p:sldId id="332" r:id="rId11"/>
    <p:sldId id="333" r:id="rId12"/>
    <p:sldId id="334" r:id="rId13"/>
    <p:sldId id="335" r:id="rId14"/>
    <p:sldId id="336" r:id="rId15"/>
    <p:sldId id="337" r:id="rId16"/>
    <p:sldId id="338" r:id="rId17"/>
    <p:sldId id="339" r:id="rId18"/>
    <p:sldId id="340" r:id="rId19"/>
    <p:sldId id="341" r:id="rId20"/>
    <p:sldId id="343" r:id="rId21"/>
    <p:sldId id="342" r:id="rId22"/>
    <p:sldId id="344" r:id="rId23"/>
    <p:sldId id="345" r:id="rId24"/>
    <p:sldId id="346" r:id="rId25"/>
    <p:sldId id="347" r:id="rId26"/>
    <p:sldId id="348" r:id="rId27"/>
    <p:sldId id="349" r:id="rId28"/>
    <p:sldId id="351" r:id="rId29"/>
    <p:sldId id="352" r:id="rId30"/>
    <p:sldId id="353" r:id="rId31"/>
    <p:sldId id="354" r:id="rId32"/>
    <p:sldId id="355" r:id="rId33"/>
    <p:sldId id="358" r:id="rId34"/>
    <p:sldId id="359" r:id="rId35"/>
    <p:sldId id="362" r:id="rId36"/>
    <p:sldId id="363" r:id="rId37"/>
    <p:sldId id="364" r:id="rId38"/>
    <p:sldId id="365" r:id="rId39"/>
    <p:sldId id="366" r:id="rId40"/>
    <p:sldId id="367" r:id="rId41"/>
    <p:sldId id="368" r:id="rId42"/>
    <p:sldId id="369" r:id="rId43"/>
    <p:sldId id="370" r:id="rId44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384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p="http://schemas.openxmlformats.org/presentationml/2006/main">
  <p:cmAuthor id="1" name="梁 小姐" initials="梁" lastIdx="0" clrIdx="0"/>
  <p:cmAuthor id="2" name="作者" initials="A" lastIdx="0" clrIdx="1"/>
</p:cmAuthorLst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1119" autoAdjust="0"/>
    <p:restoredTop sz="98912" autoAdjust="0"/>
  </p:normalViewPr>
  <p:slideViewPr>
    <p:cSldViewPr snapToGrid="0" showGuides="1">
      <p:cViewPr>
        <p:scale>
          <a:sx n="95" d="100"/>
          <a:sy n="95" d="100"/>
        </p:scale>
        <p:origin x="-898" y="250"/>
      </p:cViewPr>
      <p:guideLst>
        <p:guide orient="horz" pos="2191"/>
        <p:guide pos="384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34" d="100"/>
        <a:sy n="34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ommentAuthors" Target="commentAuthors.xml" /><Relationship Id="rId10" Type="http://schemas.openxmlformats.org/officeDocument/2006/relationships/slide" Target="slides/slide7.xml" /><Relationship Id="rId11" Type="http://schemas.openxmlformats.org/officeDocument/2006/relationships/slide" Target="slides/slide8.xml" /><Relationship Id="rId12" Type="http://schemas.openxmlformats.org/officeDocument/2006/relationships/slide" Target="slides/slide9.xml" /><Relationship Id="rId13" Type="http://schemas.openxmlformats.org/officeDocument/2006/relationships/slide" Target="slides/slide10.xml" /><Relationship Id="rId14" Type="http://schemas.openxmlformats.org/officeDocument/2006/relationships/slide" Target="slides/slide11.xml" /><Relationship Id="rId15" Type="http://schemas.openxmlformats.org/officeDocument/2006/relationships/slide" Target="slides/slide12.xml" /><Relationship Id="rId16" Type="http://schemas.openxmlformats.org/officeDocument/2006/relationships/slide" Target="slides/slide13.xml" /><Relationship Id="rId17" Type="http://schemas.openxmlformats.org/officeDocument/2006/relationships/slide" Target="slides/slide14.xml" /><Relationship Id="rId18" Type="http://schemas.openxmlformats.org/officeDocument/2006/relationships/slide" Target="slides/slide15.xml" /><Relationship Id="rId19" Type="http://schemas.openxmlformats.org/officeDocument/2006/relationships/slide" Target="slides/slide16.xml" /><Relationship Id="rId2" Type="http://schemas.openxmlformats.org/officeDocument/2006/relationships/slideMaster" Target="slideMasters/slideMaster1.xml" /><Relationship Id="rId20" Type="http://schemas.openxmlformats.org/officeDocument/2006/relationships/slide" Target="slides/slide17.xml" /><Relationship Id="rId21" Type="http://schemas.openxmlformats.org/officeDocument/2006/relationships/slide" Target="slides/slide18.xml" /><Relationship Id="rId22" Type="http://schemas.openxmlformats.org/officeDocument/2006/relationships/slide" Target="slides/slide19.xml" /><Relationship Id="rId23" Type="http://schemas.openxmlformats.org/officeDocument/2006/relationships/slide" Target="slides/slide20.xml" /><Relationship Id="rId24" Type="http://schemas.openxmlformats.org/officeDocument/2006/relationships/slide" Target="slides/slide21.xml" /><Relationship Id="rId25" Type="http://schemas.openxmlformats.org/officeDocument/2006/relationships/slide" Target="slides/slide22.xml" /><Relationship Id="rId26" Type="http://schemas.openxmlformats.org/officeDocument/2006/relationships/slide" Target="slides/slide23.xml" /><Relationship Id="rId27" Type="http://schemas.openxmlformats.org/officeDocument/2006/relationships/slide" Target="slides/slide24.xml" /><Relationship Id="rId28" Type="http://schemas.openxmlformats.org/officeDocument/2006/relationships/slide" Target="slides/slide25.xml" /><Relationship Id="rId29" Type="http://schemas.openxmlformats.org/officeDocument/2006/relationships/slide" Target="slides/slide26.xml" /><Relationship Id="rId3" Type="http://schemas.openxmlformats.org/officeDocument/2006/relationships/notesMaster" Target="notesMasters/notesMaster1.xml" /><Relationship Id="rId30" Type="http://schemas.openxmlformats.org/officeDocument/2006/relationships/slide" Target="slides/slide27.xml" /><Relationship Id="rId31" Type="http://schemas.openxmlformats.org/officeDocument/2006/relationships/slide" Target="slides/slide28.xml" /><Relationship Id="rId32" Type="http://schemas.openxmlformats.org/officeDocument/2006/relationships/slide" Target="slides/slide29.xml" /><Relationship Id="rId33" Type="http://schemas.openxmlformats.org/officeDocument/2006/relationships/slide" Target="slides/slide30.xml" /><Relationship Id="rId34" Type="http://schemas.openxmlformats.org/officeDocument/2006/relationships/slide" Target="slides/slide31.xml" /><Relationship Id="rId35" Type="http://schemas.openxmlformats.org/officeDocument/2006/relationships/slide" Target="slides/slide32.xml" /><Relationship Id="rId36" Type="http://schemas.openxmlformats.org/officeDocument/2006/relationships/slide" Target="slides/slide33.xml" /><Relationship Id="rId37" Type="http://schemas.openxmlformats.org/officeDocument/2006/relationships/slide" Target="slides/slide34.xml" /><Relationship Id="rId38" Type="http://schemas.openxmlformats.org/officeDocument/2006/relationships/slide" Target="slides/slide35.xml" /><Relationship Id="rId39" Type="http://schemas.openxmlformats.org/officeDocument/2006/relationships/slide" Target="slides/slide36.xml" /><Relationship Id="rId4" Type="http://schemas.openxmlformats.org/officeDocument/2006/relationships/slide" Target="slides/slide1.xml" /><Relationship Id="rId40" Type="http://schemas.openxmlformats.org/officeDocument/2006/relationships/slide" Target="slides/slide37.xml" /><Relationship Id="rId41" Type="http://schemas.openxmlformats.org/officeDocument/2006/relationships/slide" Target="slides/slide38.xml" /><Relationship Id="rId42" Type="http://schemas.openxmlformats.org/officeDocument/2006/relationships/slide" Target="slides/slide39.xml" /><Relationship Id="rId43" Type="http://schemas.openxmlformats.org/officeDocument/2006/relationships/slide" Target="slides/slide40.xml" /><Relationship Id="rId44" Type="http://schemas.openxmlformats.org/officeDocument/2006/relationships/slide" Target="slides/slide41.xml" /><Relationship Id="rId45" Type="http://schemas.openxmlformats.org/officeDocument/2006/relationships/tags" Target="tags/tag69.xml" /><Relationship Id="rId46" Type="http://schemas.openxmlformats.org/officeDocument/2006/relationships/presProps" Target="presProps.xml" /><Relationship Id="rId47" Type="http://schemas.openxmlformats.org/officeDocument/2006/relationships/viewProps" Target="viewProps.xml" /><Relationship Id="rId48" Type="http://schemas.openxmlformats.org/officeDocument/2006/relationships/theme" Target="theme/theme1.xml" /><Relationship Id="rId49" Type="http://schemas.openxmlformats.org/officeDocument/2006/relationships/tableStyles" Target="tableStyles.xml" /><Relationship Id="rId5" Type="http://schemas.openxmlformats.org/officeDocument/2006/relationships/slide" Target="slides/slide2.xml" /><Relationship Id="rId6" Type="http://schemas.openxmlformats.org/officeDocument/2006/relationships/slide" Target="slides/slide3.xml" /><Relationship Id="rId7" Type="http://schemas.openxmlformats.org/officeDocument/2006/relationships/slide" Target="slides/slide4.xml" /><Relationship Id="rId8" Type="http://schemas.openxmlformats.org/officeDocument/2006/relationships/slide" Target="slides/slide5.xml" /><Relationship Id="rId9" Type="http://schemas.openxmlformats.org/officeDocument/2006/relationships/slide" Target="slides/slide6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BB161D-9BA2-4165-B8D6-6CD7BEA0E95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248CB-4206-469E-9679-E5F302C61CC4}" type="slidenum">
              <a:rPr lang="zh-CN" altLang="en-US" smtClean="0"/>
              <a:t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404813" y="971550"/>
            <a:ext cx="7670801" cy="4316413"/>
          </a:xfrm>
        </p:spPr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b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zh-CN" altLang="en-US" smtClean="0"/>
              <a:t>第 </a:t>
            </a:r>
            <a:fld id="{CE884005-AAD7-43DA-8323-709AF992FEE5}" type="slidenum">
              <a:rPr lang="zh-CN" altLang="en-US" smtClean="0"/>
              <a:t>1</a:t>
            </a:fld>
            <a:r>
              <a:rPr lang="zh-CN" altLang="en-US" smtClean="0"/>
              <a:t> 页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 txBox="1"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36EE78B-84D8-412F-BC69-ACC7C447BAFC}" type="slidenum">
              <a:rPr lang="zh-CN" altLang="en-US" smtClean="0"/>
              <a:t>41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.xml" /><Relationship Id="rId2" Type="http://schemas.openxmlformats.org/officeDocument/2006/relationships/tags" Target="../tags/tag2.xml" /><Relationship Id="rId3" Type="http://schemas.openxmlformats.org/officeDocument/2006/relationships/tags" Target="../tags/tag3.xml" /><Relationship Id="rId4" Type="http://schemas.openxmlformats.org/officeDocument/2006/relationships/tags" Target="../tags/tag4.xml" /><Relationship Id="rId5" Type="http://schemas.openxmlformats.org/officeDocument/2006/relationships/tags" Target="../tags/tag5.xml" /><Relationship Id="rId6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6.xml" /><Relationship Id="rId2" Type="http://schemas.openxmlformats.org/officeDocument/2006/relationships/tags" Target="../tags/tag7.xml" /><Relationship Id="rId3" Type="http://schemas.openxmlformats.org/officeDocument/2006/relationships/tags" Target="../tags/tag8.xml" /><Relationship Id="rId4" Type="http://schemas.openxmlformats.org/officeDocument/2006/relationships/tags" Target="../tags/tag9.xml" /><Relationship Id="rId5" Type="http://schemas.openxmlformats.org/officeDocument/2006/relationships/tags" Target="../tags/tag10.xml" /><Relationship Id="rId6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1.xml" /><Relationship Id="rId2" Type="http://schemas.openxmlformats.org/officeDocument/2006/relationships/tags" Target="../tags/tag12.xml" /><Relationship Id="rId3" Type="http://schemas.openxmlformats.org/officeDocument/2006/relationships/tags" Target="../tags/tag13.xml" /><Relationship Id="rId4" Type="http://schemas.openxmlformats.org/officeDocument/2006/relationships/tags" Target="../tags/tag14.xml" /><Relationship Id="rId5" Type="http://schemas.openxmlformats.org/officeDocument/2006/relationships/tags" Target="../tags/tag15.xml" /><Relationship Id="rId6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16.xml" /><Relationship Id="rId2" Type="http://schemas.openxmlformats.org/officeDocument/2006/relationships/tags" Target="../tags/tag17.xml" /><Relationship Id="rId3" Type="http://schemas.openxmlformats.org/officeDocument/2006/relationships/tags" Target="../tags/tag18.xml" /><Relationship Id="rId4" Type="http://schemas.openxmlformats.org/officeDocument/2006/relationships/tags" Target="../tags/tag19.xml" /><Relationship Id="rId5" Type="http://schemas.openxmlformats.org/officeDocument/2006/relationships/tags" Target="../tags/tag20.xml" /><Relationship Id="rId6" Type="http://schemas.openxmlformats.org/officeDocument/2006/relationships/tags" Target="../tags/tag21.xml" /><Relationship Id="rId7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22.xml" /><Relationship Id="rId2" Type="http://schemas.openxmlformats.org/officeDocument/2006/relationships/tags" Target="../tags/tag23.xml" /><Relationship Id="rId3" Type="http://schemas.openxmlformats.org/officeDocument/2006/relationships/tags" Target="../tags/tag24.xml" /><Relationship Id="rId4" Type="http://schemas.openxmlformats.org/officeDocument/2006/relationships/tags" Target="../tags/tag25.xml" /><Relationship Id="rId5" Type="http://schemas.openxmlformats.org/officeDocument/2006/relationships/tags" Target="../tags/tag26.xml" /><Relationship Id="rId6" Type="http://schemas.openxmlformats.org/officeDocument/2006/relationships/tags" Target="../tags/tag27.xml" /><Relationship Id="rId7" Type="http://schemas.openxmlformats.org/officeDocument/2006/relationships/tags" Target="../tags/tag28.xml" /><Relationship Id="rId8" Type="http://schemas.openxmlformats.org/officeDocument/2006/relationships/tags" Target="../tags/tag29.xml" /><Relationship Id="rId9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0.xml" /><Relationship Id="rId2" Type="http://schemas.openxmlformats.org/officeDocument/2006/relationships/tags" Target="../tags/tag31.xml" /><Relationship Id="rId3" Type="http://schemas.openxmlformats.org/officeDocument/2006/relationships/tags" Target="../tags/tag32.xml" /><Relationship Id="rId4" Type="http://schemas.openxmlformats.org/officeDocument/2006/relationships/tags" Target="../tags/tag33.xml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4.xml" /><Relationship Id="rId2" Type="http://schemas.openxmlformats.org/officeDocument/2006/relationships/tags" Target="../tags/tag35.xml" /><Relationship Id="rId3" Type="http://schemas.openxmlformats.org/officeDocument/2006/relationships/tags" Target="../tags/tag36.xml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37.xml" /><Relationship Id="rId2" Type="http://schemas.openxmlformats.org/officeDocument/2006/relationships/tags" Target="../tags/tag38.xml" /><Relationship Id="rId3" Type="http://schemas.openxmlformats.org/officeDocument/2006/relationships/tags" Target="../tags/tag39.xml" /><Relationship Id="rId4" Type="http://schemas.openxmlformats.org/officeDocument/2006/relationships/tags" Target="../tags/tag40.xml" /><Relationship Id="rId5" Type="http://schemas.openxmlformats.org/officeDocument/2006/relationships/tags" Target="../tags/tag41.xml" /><Relationship Id="rId6" Type="http://schemas.openxmlformats.org/officeDocument/2006/relationships/tags" Target="../tags/tag42.xml" /><Relationship Id="rId7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3.xml" /><Relationship Id="rId2" Type="http://schemas.openxmlformats.org/officeDocument/2006/relationships/tags" Target="../tags/tag44.xml" /><Relationship Id="rId3" Type="http://schemas.openxmlformats.org/officeDocument/2006/relationships/tags" Target="../tags/tag45.xml" /><Relationship Id="rId4" Type="http://schemas.openxmlformats.org/officeDocument/2006/relationships/tags" Target="../tags/tag46.xml" /><Relationship Id="rId5" Type="http://schemas.openxmlformats.org/officeDocument/2006/relationships/tags" Target="../tags/tag47.xml" /><Relationship Id="rId6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48.xml" /><Relationship Id="rId2" Type="http://schemas.openxmlformats.org/officeDocument/2006/relationships/tags" Target="../tags/tag49.xml" /><Relationship Id="rId3" Type="http://schemas.openxmlformats.org/officeDocument/2006/relationships/tags" Target="../tags/tag50.xml" /><Relationship Id="rId4" Type="http://schemas.openxmlformats.org/officeDocument/2006/relationships/tags" Target="../tags/tag51.xml" /><Relationship Id="rId5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tags" Target="../tags/tag52.xml" /><Relationship Id="rId2" Type="http://schemas.openxmlformats.org/officeDocument/2006/relationships/tags" Target="../tags/tag53.xml" /><Relationship Id="rId3" Type="http://schemas.openxmlformats.org/officeDocument/2006/relationships/tags" Target="../tags/tag54.xml" /><Relationship Id="rId4" Type="http://schemas.openxmlformats.org/officeDocument/2006/relationships/tags" Target="../tags/tag55.xml" /><Relationship Id="rId5" Type="http://schemas.openxmlformats.org/officeDocument/2006/relationships/tags" Target="../tags/tag56.xml" /><Relationship Id="rId6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  <a:t/>
            </a:fld>
            <a:endParaRPr lang="zh-CN" alt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tags" Target="../tags/tag57.xml" /><Relationship Id="rId25" Type="http://schemas.openxmlformats.org/officeDocument/2006/relationships/tags" Target="../tags/tag58.xml" /><Relationship Id="rId26" Type="http://schemas.openxmlformats.org/officeDocument/2006/relationships/tags" Target="../tags/tag59.xml" /><Relationship Id="rId27" Type="http://schemas.openxmlformats.org/officeDocument/2006/relationships/tags" Target="../tags/tag60.xml" /><Relationship Id="rId28" Type="http://schemas.openxmlformats.org/officeDocument/2006/relationships/tags" Target="../tags/tag61.xml" /><Relationship Id="rId29" Type="http://schemas.openxmlformats.org/officeDocument/2006/relationships/image" Target="file:///D:\qq&#25991;&#20214;\712321467\Image\C2C\Image2\%7b75232B38-A165-1FB7-499C-2E1C792CACB5%7d.png" TargetMode="External" /><Relationship Id="rId3" Type="http://schemas.openxmlformats.org/officeDocument/2006/relationships/slideLayout" Target="../slideLayouts/slideLayout3.xml" /><Relationship Id="rId30" Type="http://schemas.openxmlformats.org/officeDocument/2006/relationships/image" Target="../media/image1.png" /><Relationship Id="rId31" Type="http://schemas.openxmlformats.org/officeDocument/2006/relationships/image" Target="../media/image2.jpeg" /><Relationship Id="rId32" Type="http://schemas.openxmlformats.org/officeDocument/2006/relationships/tags" Target="../tags/tag62.xml" /><Relationship Id="rId33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blipFill rotWithShape="0">
          <a:blip r:embed="rId3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0</a:t>
            </a:fld>
            <a:endParaRPr lang="zh-CN" altLang="en-US"/>
          </a:p>
        </p:txBody>
      </p:sp>
      <p:pic>
        <p:nvPicPr>
          <p:cNvPr id="7" name="图片 1073743875" descr="学科网 zxxk.com" title=""/>
          <p:cNvPicPr>
            <a:picLocks noChangeAspect="1"/>
          </p:cNvPicPr>
          <p:nvPr/>
        </p:nvPicPr>
        <p:blipFill>
          <a:blip r:embed="rId30" r:link="rId29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</a:ln>
        </p:spPr>
      </p:pic>
    </p:spTree>
    <p:custDataLst>
      <p:tags r:id="rId3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ransition/>
  <p:timing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Override" Target="../theme/themeOverride1.xml" /><Relationship Id="rId3" Type="http://schemas.openxmlformats.org/officeDocument/2006/relationships/notesSlide" Target="../notesSlides/notesSlide1.xml" /><Relationship Id="rId4" Type="http://schemas.openxmlformats.org/officeDocument/2006/relationships/image" Target="../media/image3.jpeg" /><Relationship Id="rId5" Type="http://schemas.openxmlformats.org/officeDocument/2006/relationships/tags" Target="../tags/tag63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ags" Target="../tags/tag64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2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3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4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5.xml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6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7.xml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8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.pn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0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ags" Target="../tags/tag65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1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2.xml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3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4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5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6.xml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7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ags" Target="../tags/tag66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8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19.xml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20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21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22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23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ags" Target="../tags/tag67.xml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24.xml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25.xml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26.xml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27.xml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28.xml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29.xml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tags" Target="../tags/tag68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30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31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32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33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34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2" Type="http://schemas.openxmlformats.org/officeDocument/2006/relationships/notesSlide" Target="../notesSlides/notesSlide35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副标题 4" title=""/>
          <p:cNvSpPr>
            <a:spLocks noGrp="1"/>
          </p:cNvSpPr>
          <p:nvPr>
            <p:ph type="subTitle" idx="1"/>
          </p:nvPr>
        </p:nvSpPr>
        <p:spPr>
          <a:xfrm>
            <a:off x="1769745" y="2752725"/>
            <a:ext cx="9012555" cy="475615"/>
          </a:xfrm>
        </p:spPr>
        <p:txBody>
          <a:bodyPr>
            <a:noAutofit/>
          </a:bodyPr>
          <a:lstStyle/>
          <a:p>
            <a:pPr algn="ctr"/>
            <a:r>
              <a:rPr sz="4300" b="1">
                <a:solidFill>
                  <a:srgbClr val="FF0000"/>
                </a:solidFill>
                <a:latin typeface="Times New Roman" panose="02020603050405020304" charset="0"/>
                <a:ea typeface="仿宋" panose="02010609060101010101" charset="-122"/>
                <a:cs typeface="Times New Roman" panose="02020603050405020304" charset="0"/>
              </a:rPr>
              <a:t>动作与行为的描写方法</a:t>
            </a:r>
            <a:endParaRPr sz="4300" b="1">
              <a:solidFill>
                <a:srgbClr val="FF0000"/>
              </a:solidFill>
              <a:latin typeface="Times New Roman" panose="02020603050405020304" charset="0"/>
              <a:ea typeface="仿宋" panose="02010609060101010101" charset="-122"/>
              <a:cs typeface="Times New Roman" panose="02020603050405020304" charset="0"/>
            </a:endParaRPr>
          </a:p>
        </p:txBody>
      </p:sp>
    </p:spTree>
    <p:custDataLst>
      <p:tags r:id="rId5"/>
    </p:custDataLst>
  </p:cSld>
  <p:clrMapOvr>
    <a:masterClrMapping/>
  </p:clrMapOvr>
  <p:transition spd="slow"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Line 5" title=""/>
          <p:cNvSpPr>
            <a:spLocks noChangeShapeType="1"/>
          </p:cNvSpPr>
          <p:nvPr/>
        </p:nvSpPr>
        <p:spPr bwMode="auto">
          <a:xfrm flipH="1">
            <a:off x="2372387" y="2360920"/>
            <a:ext cx="0" cy="2226392"/>
          </a:xfrm>
          <a:prstGeom prst="line">
            <a:avLst/>
          </a:prstGeom>
          <a:noFill/>
          <a:ln w="12700">
            <a:solidFill>
              <a:srgbClr val="95944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solidFill>
                <a:srgbClr val="95944F"/>
              </a:solidFill>
            </a:endParaRPr>
          </a:p>
        </p:txBody>
      </p:sp>
      <p:sp>
        <p:nvSpPr>
          <p:cNvPr id="3" name="Line 6" title=""/>
          <p:cNvSpPr>
            <a:spLocks noChangeShapeType="1"/>
          </p:cNvSpPr>
          <p:nvPr/>
        </p:nvSpPr>
        <p:spPr bwMode="auto">
          <a:xfrm flipH="1">
            <a:off x="4862201" y="2360920"/>
            <a:ext cx="0" cy="2226392"/>
          </a:xfrm>
          <a:prstGeom prst="line">
            <a:avLst/>
          </a:prstGeom>
          <a:noFill/>
          <a:ln w="12700">
            <a:solidFill>
              <a:srgbClr val="95944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solidFill>
                <a:srgbClr val="95944F"/>
              </a:solidFill>
            </a:endParaRPr>
          </a:p>
        </p:txBody>
      </p:sp>
      <p:sp>
        <p:nvSpPr>
          <p:cNvPr id="4" name="Line 7" title=""/>
          <p:cNvSpPr>
            <a:spLocks noChangeShapeType="1"/>
          </p:cNvSpPr>
          <p:nvPr/>
        </p:nvSpPr>
        <p:spPr bwMode="auto">
          <a:xfrm flipH="1">
            <a:off x="7350429" y="2360920"/>
            <a:ext cx="0" cy="2226392"/>
          </a:xfrm>
          <a:prstGeom prst="line">
            <a:avLst/>
          </a:prstGeom>
          <a:noFill/>
          <a:ln w="12700">
            <a:solidFill>
              <a:srgbClr val="95944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solidFill>
                <a:srgbClr val="95944F"/>
              </a:solidFill>
            </a:endParaRPr>
          </a:p>
        </p:txBody>
      </p:sp>
      <p:sp>
        <p:nvSpPr>
          <p:cNvPr id="5" name="Line 8" title=""/>
          <p:cNvSpPr>
            <a:spLocks noChangeShapeType="1"/>
          </p:cNvSpPr>
          <p:nvPr/>
        </p:nvSpPr>
        <p:spPr bwMode="auto">
          <a:xfrm flipH="1">
            <a:off x="9840244" y="2360920"/>
            <a:ext cx="0" cy="2226392"/>
          </a:xfrm>
          <a:prstGeom prst="line">
            <a:avLst/>
          </a:prstGeom>
          <a:noFill/>
          <a:ln w="12700">
            <a:solidFill>
              <a:srgbClr val="95944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>
              <a:solidFill>
                <a:srgbClr val="95944F"/>
              </a:solidFill>
            </a:endParaRPr>
          </a:p>
        </p:txBody>
      </p:sp>
      <p:sp>
        <p:nvSpPr>
          <p:cNvPr id="6" name="Freeform 11" title=""/>
          <p:cNvSpPr>
            <a:spLocks noEditPoints="1"/>
          </p:cNvSpPr>
          <p:nvPr/>
        </p:nvSpPr>
        <p:spPr bwMode="auto">
          <a:xfrm>
            <a:off x="8183542" y="2433916"/>
            <a:ext cx="790266" cy="683945"/>
          </a:xfrm>
          <a:custGeom>
            <a:gdLst>
              <a:gd name="T0" fmla="*/ 491191 w 948"/>
              <a:gd name="T1" fmla="*/ 144445 h 810"/>
              <a:gd name="T2" fmla="*/ 472844 w 948"/>
              <a:gd name="T3" fmla="*/ 187525 h 810"/>
              <a:gd name="T4" fmla="*/ 447826 w 948"/>
              <a:gd name="T5" fmla="*/ 207798 h 810"/>
              <a:gd name="T6" fmla="*/ 429479 w 948"/>
              <a:gd name="T7" fmla="*/ 213711 h 810"/>
              <a:gd name="T8" fmla="*/ 406963 w 948"/>
              <a:gd name="T9" fmla="*/ 215400 h 810"/>
              <a:gd name="T10" fmla="*/ 372771 w 948"/>
              <a:gd name="T11" fmla="*/ 204419 h 810"/>
              <a:gd name="T12" fmla="*/ 351089 w 948"/>
              <a:gd name="T13" fmla="*/ 184146 h 810"/>
              <a:gd name="T14" fmla="*/ 336912 w 948"/>
              <a:gd name="T15" fmla="*/ 152892 h 810"/>
              <a:gd name="T16" fmla="*/ 335244 w 948"/>
              <a:gd name="T17" fmla="*/ 130929 h 810"/>
              <a:gd name="T18" fmla="*/ 345251 w 948"/>
              <a:gd name="T19" fmla="*/ 97986 h 810"/>
              <a:gd name="T20" fmla="*/ 363598 w 948"/>
              <a:gd name="T21" fmla="*/ 75179 h 810"/>
              <a:gd name="T22" fmla="*/ 392786 w 948"/>
              <a:gd name="T23" fmla="*/ 59974 h 810"/>
              <a:gd name="T24" fmla="*/ 415302 w 948"/>
              <a:gd name="T25" fmla="*/ 57440 h 810"/>
              <a:gd name="T26" fmla="*/ 443656 w 948"/>
              <a:gd name="T27" fmla="*/ 64198 h 810"/>
              <a:gd name="T28" fmla="*/ 471176 w 948"/>
              <a:gd name="T29" fmla="*/ 84471 h 810"/>
              <a:gd name="T30" fmla="*/ 487021 w 948"/>
              <a:gd name="T31" fmla="*/ 111501 h 810"/>
              <a:gd name="T32" fmla="*/ 513707 w 948"/>
              <a:gd name="T33" fmla="*/ 96297 h 810"/>
              <a:gd name="T34" fmla="*/ 318565 w 948"/>
              <a:gd name="T35" fmla="*/ 39701 h 810"/>
              <a:gd name="T36" fmla="*/ 370269 w 948"/>
              <a:gd name="T37" fmla="*/ 238207 h 810"/>
              <a:gd name="T38" fmla="*/ 547898 w 948"/>
              <a:gd name="T39" fmla="*/ 137687 h 810"/>
              <a:gd name="T40" fmla="*/ 371103 w 948"/>
              <a:gd name="T41" fmla="*/ 489085 h 810"/>
              <a:gd name="T42" fmla="*/ 321901 w 948"/>
              <a:gd name="T43" fmla="*/ 554972 h 810"/>
              <a:gd name="T44" fmla="*/ 269363 w 948"/>
              <a:gd name="T45" fmla="*/ 578624 h 810"/>
              <a:gd name="T46" fmla="*/ 234337 w 948"/>
              <a:gd name="T47" fmla="*/ 582003 h 810"/>
              <a:gd name="T48" fmla="*/ 194308 w 948"/>
              <a:gd name="T49" fmla="*/ 574400 h 810"/>
              <a:gd name="T50" fmla="*/ 140102 w 948"/>
              <a:gd name="T51" fmla="*/ 539767 h 810"/>
              <a:gd name="T52" fmla="*/ 110914 w 948"/>
              <a:gd name="T53" fmla="*/ 495843 h 810"/>
              <a:gd name="T54" fmla="*/ 100073 w 948"/>
              <a:gd name="T55" fmla="*/ 435024 h 810"/>
              <a:gd name="T56" fmla="*/ 107578 w 948"/>
              <a:gd name="T57" fmla="*/ 395322 h 810"/>
              <a:gd name="T58" fmla="*/ 138434 w 948"/>
              <a:gd name="T59" fmla="*/ 343795 h 810"/>
              <a:gd name="T60" fmla="*/ 180965 w 948"/>
              <a:gd name="T61" fmla="*/ 313386 h 810"/>
              <a:gd name="T62" fmla="*/ 238507 w 948"/>
              <a:gd name="T63" fmla="*/ 299871 h 810"/>
              <a:gd name="T64" fmla="*/ 278536 w 948"/>
              <a:gd name="T65" fmla="*/ 305784 h 810"/>
              <a:gd name="T66" fmla="*/ 323569 w 948"/>
              <a:gd name="T67" fmla="*/ 328591 h 810"/>
              <a:gd name="T68" fmla="*/ 363598 w 948"/>
              <a:gd name="T69" fmla="*/ 376739 h 810"/>
              <a:gd name="T70" fmla="*/ 378609 w 948"/>
              <a:gd name="T71" fmla="*/ 430800 h 810"/>
              <a:gd name="T72" fmla="*/ 431981 w 948"/>
              <a:gd name="T73" fmla="*/ 415595 h 810"/>
              <a:gd name="T74" fmla="*/ 118419 w 948"/>
              <a:gd name="T75" fmla="*/ 230605 h 810"/>
              <a:gd name="T76" fmla="*/ 120921 w 948"/>
              <a:gd name="T77" fmla="*/ 596363 h 810"/>
              <a:gd name="T78" fmla="*/ 472010 w 948"/>
              <a:gd name="T79" fmla="*/ 503445 h 810"/>
              <a:gd name="T80" fmla="*/ 714686 w 948"/>
              <a:gd name="T81" fmla="*/ 410527 h 810"/>
              <a:gd name="T82" fmla="*/ 679661 w 948"/>
              <a:gd name="T83" fmla="*/ 456986 h 810"/>
              <a:gd name="T84" fmla="*/ 642968 w 948"/>
              <a:gd name="T85" fmla="*/ 473880 h 810"/>
              <a:gd name="T86" fmla="*/ 618783 w 948"/>
              <a:gd name="T87" fmla="*/ 475570 h 810"/>
              <a:gd name="T88" fmla="*/ 590429 w 948"/>
              <a:gd name="T89" fmla="*/ 470501 h 810"/>
              <a:gd name="T90" fmla="*/ 552902 w 948"/>
              <a:gd name="T91" fmla="*/ 446005 h 810"/>
              <a:gd name="T92" fmla="*/ 532054 w 948"/>
              <a:gd name="T93" fmla="*/ 415595 h 810"/>
              <a:gd name="T94" fmla="*/ 524548 w 948"/>
              <a:gd name="T95" fmla="*/ 372515 h 810"/>
              <a:gd name="T96" fmla="*/ 529552 w 948"/>
              <a:gd name="T97" fmla="*/ 344640 h 810"/>
              <a:gd name="T98" fmla="*/ 551234 w 948"/>
              <a:gd name="T99" fmla="*/ 308318 h 810"/>
              <a:gd name="T100" fmla="*/ 581256 w 948"/>
              <a:gd name="T101" fmla="*/ 287200 h 810"/>
              <a:gd name="T102" fmla="*/ 621285 w 948"/>
              <a:gd name="T103" fmla="*/ 277908 h 810"/>
              <a:gd name="T104" fmla="*/ 649639 w 948"/>
              <a:gd name="T105" fmla="*/ 281287 h 810"/>
              <a:gd name="T106" fmla="*/ 681329 w 948"/>
              <a:gd name="T107" fmla="*/ 298181 h 810"/>
              <a:gd name="T108" fmla="*/ 709683 w 948"/>
              <a:gd name="T109" fmla="*/ 331970 h 810"/>
              <a:gd name="T110" fmla="*/ 719690 w 948"/>
              <a:gd name="T111" fmla="*/ 369981 h 810"/>
              <a:gd name="T112" fmla="*/ 757217 w 948"/>
              <a:gd name="T113" fmla="*/ 359000 h 810"/>
              <a:gd name="T114" fmla="*/ 537057 w 948"/>
              <a:gd name="T115" fmla="*/ 228915 h 810"/>
              <a:gd name="T116" fmla="*/ 539559 w 948"/>
              <a:gd name="T117" fmla="*/ 485706 h 810"/>
              <a:gd name="T118" fmla="*/ 785571 w 948"/>
              <a:gd name="T119" fmla="*/ 420664 h 810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</a:gdLst>
            <a:cxnLst>
              <a:cxn ang="T120">
                <a:pos x="T0" y="T1"/>
              </a:cxn>
              <a:cxn ang="T121">
                <a:pos x="T2" y="T3"/>
              </a:cxn>
              <a:cxn ang="T122">
                <a:pos x="T4" y="T5"/>
              </a:cxn>
              <a:cxn ang="T123">
                <a:pos x="T6" y="T7"/>
              </a:cxn>
              <a:cxn ang="T124">
                <a:pos x="T8" y="T9"/>
              </a:cxn>
              <a:cxn ang="T125">
                <a:pos x="T10" y="T11"/>
              </a:cxn>
              <a:cxn ang="T126">
                <a:pos x="T12" y="T13"/>
              </a:cxn>
              <a:cxn ang="T127">
                <a:pos x="T14" y="T15"/>
              </a:cxn>
              <a:cxn ang="T128">
                <a:pos x="T16" y="T17"/>
              </a:cxn>
              <a:cxn ang="T129">
                <a:pos x="T18" y="T19"/>
              </a:cxn>
              <a:cxn ang="T130">
                <a:pos x="T20" y="T21"/>
              </a:cxn>
              <a:cxn ang="T131">
                <a:pos x="T22" y="T23"/>
              </a:cxn>
              <a:cxn ang="T132">
                <a:pos x="T24" y="T25"/>
              </a:cxn>
              <a:cxn ang="T133">
                <a:pos x="T26" y="T27"/>
              </a:cxn>
              <a:cxn ang="T134">
                <a:pos x="T28" y="T29"/>
              </a:cxn>
              <a:cxn ang="T135">
                <a:pos x="T30" y="T31"/>
              </a:cxn>
              <a:cxn ang="T136">
                <a:pos x="T32" y="T33"/>
              </a:cxn>
              <a:cxn ang="T137">
                <a:pos x="T34" y="T35"/>
              </a:cxn>
              <a:cxn ang="T138">
                <a:pos x="T36" y="T37"/>
              </a:cxn>
              <a:cxn ang="T139">
                <a:pos x="T38" y="T39"/>
              </a:cxn>
              <a:cxn ang="T140">
                <a:pos x="T40" y="T41"/>
              </a:cxn>
              <a:cxn ang="T141">
                <a:pos x="T42" y="T43"/>
              </a:cxn>
              <a:cxn ang="T142">
                <a:pos x="T44" y="T45"/>
              </a:cxn>
              <a:cxn ang="T143">
                <a:pos x="T46" y="T47"/>
              </a:cxn>
              <a:cxn ang="T144">
                <a:pos x="T48" y="T49"/>
              </a:cxn>
              <a:cxn ang="T145">
                <a:pos x="T50" y="T51"/>
              </a:cxn>
              <a:cxn ang="T146">
                <a:pos x="T52" y="T53"/>
              </a:cxn>
              <a:cxn ang="T147">
                <a:pos x="T54" y="T55"/>
              </a:cxn>
              <a:cxn ang="T148">
                <a:pos x="T56" y="T57"/>
              </a:cxn>
              <a:cxn ang="T149">
                <a:pos x="T58" y="T59"/>
              </a:cxn>
              <a:cxn ang="T150">
                <a:pos x="T60" y="T61"/>
              </a:cxn>
              <a:cxn ang="T151">
                <a:pos x="T62" y="T63"/>
              </a:cxn>
              <a:cxn ang="T152">
                <a:pos x="T64" y="T65"/>
              </a:cxn>
              <a:cxn ang="T153">
                <a:pos x="T66" y="T67"/>
              </a:cxn>
              <a:cxn ang="T154">
                <a:pos x="T68" y="T69"/>
              </a:cxn>
              <a:cxn ang="T155">
                <a:pos x="T70" y="T71"/>
              </a:cxn>
              <a:cxn ang="T156">
                <a:pos x="T72" y="T73"/>
              </a:cxn>
              <a:cxn ang="T157">
                <a:pos x="T74" y="T75"/>
              </a:cxn>
              <a:cxn ang="T158">
                <a:pos x="T76" y="T77"/>
              </a:cxn>
              <a:cxn ang="T159">
                <a:pos x="T78" y="T79"/>
              </a:cxn>
              <a:cxn ang="T160">
                <a:pos x="T80" y="T81"/>
              </a:cxn>
              <a:cxn ang="T161">
                <a:pos x="T82" y="T83"/>
              </a:cxn>
              <a:cxn ang="T162">
                <a:pos x="T84" y="T85"/>
              </a:cxn>
              <a:cxn ang="T163">
                <a:pos x="T86" y="T87"/>
              </a:cxn>
              <a:cxn ang="T164">
                <a:pos x="T88" y="T89"/>
              </a:cxn>
              <a:cxn ang="T165">
                <a:pos x="T90" y="T91"/>
              </a:cxn>
              <a:cxn ang="T166">
                <a:pos x="T92" y="T93"/>
              </a:cxn>
              <a:cxn ang="T167">
                <a:pos x="T94" y="T95"/>
              </a:cxn>
              <a:cxn ang="T168">
                <a:pos x="T96" y="T97"/>
              </a:cxn>
              <a:cxn ang="T169">
                <a:pos x="T98" y="T99"/>
              </a:cxn>
              <a:cxn ang="T170">
                <a:pos x="T100" y="T101"/>
              </a:cxn>
              <a:cxn ang="T171">
                <a:pos x="T102" y="T103"/>
              </a:cxn>
              <a:cxn ang="T172">
                <a:pos x="T104" y="T105"/>
              </a:cxn>
              <a:cxn ang="T173">
                <a:pos x="T106" y="T107"/>
              </a:cxn>
              <a:cxn ang="T174">
                <a:pos x="T108" y="T109"/>
              </a:cxn>
              <a:cxn ang="T175">
                <a:pos x="T110" y="T111"/>
              </a:cxn>
              <a:cxn ang="T176">
                <a:pos x="T112" y="T113"/>
              </a:cxn>
              <a:cxn ang="T177">
                <a:pos x="T114" y="T115"/>
              </a:cxn>
              <a:cxn ang="T178">
                <a:pos x="T116" y="T117"/>
              </a:cxn>
              <a:cxn ang="T179">
                <a:pos x="T118" y="T119"/>
              </a:cxn>
            </a:cxnLst>
            <a:rect l="0" t="0" r="r" b="b"/>
            <a:pathLst>
              <a:path w="944" h="810">
                <a:moveTo>
                  <a:pt x="588" y="151"/>
                </a:moveTo>
                <a:cubicBezTo>
                  <a:pt x="588" y="151"/>
                  <a:pt x="588" y="152"/>
                  <a:pt x="588" y="152"/>
                </a:cubicBezTo>
                <a:cubicBezTo>
                  <a:pt x="588" y="153"/>
                  <a:pt x="589" y="154"/>
                  <a:pt x="589" y="155"/>
                </a:cubicBezTo>
                <a:cubicBezTo>
                  <a:pt x="589" y="156"/>
                  <a:pt x="589" y="156"/>
                  <a:pt x="589" y="157"/>
                </a:cubicBezTo>
                <a:cubicBezTo>
                  <a:pt x="589" y="158"/>
                  <a:pt x="589" y="159"/>
                  <a:pt x="589" y="161"/>
                </a:cubicBezTo>
                <a:cubicBezTo>
                  <a:pt x="589" y="161"/>
                  <a:pt x="589" y="161"/>
                  <a:pt x="589" y="161"/>
                </a:cubicBezTo>
                <a:cubicBezTo>
                  <a:pt x="589" y="162"/>
                  <a:pt x="589" y="164"/>
                  <a:pt x="589" y="165"/>
                </a:cubicBezTo>
                <a:cubicBezTo>
                  <a:pt x="589" y="165"/>
                  <a:pt x="589" y="166"/>
                  <a:pt x="589" y="166"/>
                </a:cubicBezTo>
                <a:cubicBezTo>
                  <a:pt x="589" y="167"/>
                  <a:pt x="589" y="168"/>
                  <a:pt x="589" y="169"/>
                </a:cubicBezTo>
                <a:cubicBezTo>
                  <a:pt x="589" y="170"/>
                  <a:pt x="589" y="170"/>
                  <a:pt x="589" y="171"/>
                </a:cubicBezTo>
                <a:cubicBezTo>
                  <a:pt x="588" y="178"/>
                  <a:pt x="586" y="185"/>
                  <a:pt x="584" y="191"/>
                </a:cubicBezTo>
                <a:cubicBezTo>
                  <a:pt x="584" y="192"/>
                  <a:pt x="583" y="193"/>
                  <a:pt x="583" y="194"/>
                </a:cubicBezTo>
                <a:cubicBezTo>
                  <a:pt x="583" y="195"/>
                  <a:pt x="583" y="195"/>
                  <a:pt x="583" y="195"/>
                </a:cubicBezTo>
                <a:cubicBezTo>
                  <a:pt x="583" y="196"/>
                  <a:pt x="582" y="197"/>
                  <a:pt x="582" y="198"/>
                </a:cubicBezTo>
                <a:cubicBezTo>
                  <a:pt x="582" y="198"/>
                  <a:pt x="582" y="198"/>
                  <a:pt x="582" y="198"/>
                </a:cubicBezTo>
                <a:cubicBezTo>
                  <a:pt x="580" y="201"/>
                  <a:pt x="579" y="204"/>
                  <a:pt x="577" y="207"/>
                </a:cubicBezTo>
                <a:cubicBezTo>
                  <a:pt x="577" y="207"/>
                  <a:pt x="577" y="207"/>
                  <a:pt x="577" y="208"/>
                </a:cubicBezTo>
                <a:cubicBezTo>
                  <a:pt x="577" y="208"/>
                  <a:pt x="576" y="209"/>
                  <a:pt x="575" y="210"/>
                </a:cubicBezTo>
                <a:cubicBezTo>
                  <a:pt x="575" y="210"/>
                  <a:pt x="575" y="211"/>
                  <a:pt x="575" y="211"/>
                </a:cubicBezTo>
                <a:cubicBezTo>
                  <a:pt x="573" y="215"/>
                  <a:pt x="570" y="218"/>
                  <a:pt x="567" y="222"/>
                </a:cubicBezTo>
                <a:cubicBezTo>
                  <a:pt x="567" y="222"/>
                  <a:pt x="567" y="222"/>
                  <a:pt x="567" y="222"/>
                </a:cubicBezTo>
                <a:cubicBezTo>
                  <a:pt x="566" y="223"/>
                  <a:pt x="566" y="224"/>
                  <a:pt x="565" y="224"/>
                </a:cubicBezTo>
                <a:cubicBezTo>
                  <a:pt x="565" y="224"/>
                  <a:pt x="565" y="225"/>
                  <a:pt x="565" y="225"/>
                </a:cubicBezTo>
                <a:cubicBezTo>
                  <a:pt x="562" y="227"/>
                  <a:pt x="560" y="230"/>
                  <a:pt x="558" y="232"/>
                </a:cubicBezTo>
                <a:cubicBezTo>
                  <a:pt x="558" y="232"/>
                  <a:pt x="557" y="232"/>
                  <a:pt x="557" y="232"/>
                </a:cubicBezTo>
                <a:cubicBezTo>
                  <a:pt x="557" y="233"/>
                  <a:pt x="556" y="233"/>
                  <a:pt x="555" y="234"/>
                </a:cubicBezTo>
                <a:cubicBezTo>
                  <a:pt x="555" y="234"/>
                  <a:pt x="555" y="234"/>
                  <a:pt x="554" y="234"/>
                </a:cubicBezTo>
                <a:cubicBezTo>
                  <a:pt x="554" y="235"/>
                  <a:pt x="553" y="236"/>
                  <a:pt x="552" y="236"/>
                </a:cubicBezTo>
                <a:cubicBezTo>
                  <a:pt x="547" y="240"/>
                  <a:pt x="543" y="243"/>
                  <a:pt x="537" y="246"/>
                </a:cubicBezTo>
                <a:cubicBezTo>
                  <a:pt x="536" y="246"/>
                  <a:pt x="535" y="247"/>
                  <a:pt x="534" y="247"/>
                </a:cubicBezTo>
                <a:cubicBezTo>
                  <a:pt x="533" y="247"/>
                  <a:pt x="533" y="248"/>
                  <a:pt x="532" y="248"/>
                </a:cubicBezTo>
                <a:cubicBezTo>
                  <a:pt x="532" y="248"/>
                  <a:pt x="531" y="249"/>
                  <a:pt x="530" y="249"/>
                </a:cubicBezTo>
                <a:cubicBezTo>
                  <a:pt x="529" y="249"/>
                  <a:pt x="529" y="249"/>
                  <a:pt x="528" y="249"/>
                </a:cubicBezTo>
                <a:cubicBezTo>
                  <a:pt x="527" y="250"/>
                  <a:pt x="526" y="250"/>
                  <a:pt x="525" y="251"/>
                </a:cubicBezTo>
                <a:cubicBezTo>
                  <a:pt x="525" y="251"/>
                  <a:pt x="525" y="251"/>
                  <a:pt x="525" y="251"/>
                </a:cubicBezTo>
                <a:cubicBezTo>
                  <a:pt x="523" y="251"/>
                  <a:pt x="522" y="252"/>
                  <a:pt x="520" y="252"/>
                </a:cubicBezTo>
                <a:cubicBezTo>
                  <a:pt x="520" y="252"/>
                  <a:pt x="520" y="252"/>
                  <a:pt x="519" y="252"/>
                </a:cubicBezTo>
                <a:cubicBezTo>
                  <a:pt x="518" y="253"/>
                  <a:pt x="517" y="253"/>
                  <a:pt x="516" y="253"/>
                </a:cubicBezTo>
                <a:cubicBezTo>
                  <a:pt x="516" y="253"/>
                  <a:pt x="515" y="253"/>
                  <a:pt x="515" y="253"/>
                </a:cubicBezTo>
                <a:cubicBezTo>
                  <a:pt x="514" y="254"/>
                  <a:pt x="512" y="254"/>
                  <a:pt x="511" y="254"/>
                </a:cubicBezTo>
                <a:cubicBezTo>
                  <a:pt x="509" y="254"/>
                  <a:pt x="508" y="255"/>
                  <a:pt x="506" y="255"/>
                </a:cubicBezTo>
                <a:cubicBezTo>
                  <a:pt x="506" y="255"/>
                  <a:pt x="506" y="255"/>
                  <a:pt x="505" y="255"/>
                </a:cubicBezTo>
                <a:cubicBezTo>
                  <a:pt x="504" y="255"/>
                  <a:pt x="503" y="255"/>
                  <a:pt x="502" y="255"/>
                </a:cubicBezTo>
                <a:cubicBezTo>
                  <a:pt x="502" y="255"/>
                  <a:pt x="501" y="255"/>
                  <a:pt x="501" y="255"/>
                </a:cubicBezTo>
                <a:cubicBezTo>
                  <a:pt x="499" y="255"/>
                  <a:pt x="498" y="255"/>
                  <a:pt x="496" y="255"/>
                </a:cubicBezTo>
                <a:cubicBezTo>
                  <a:pt x="496" y="255"/>
                  <a:pt x="496" y="255"/>
                  <a:pt x="496" y="255"/>
                </a:cubicBezTo>
                <a:cubicBezTo>
                  <a:pt x="495" y="255"/>
                  <a:pt x="494" y="255"/>
                  <a:pt x="492" y="255"/>
                </a:cubicBezTo>
                <a:cubicBezTo>
                  <a:pt x="492" y="255"/>
                  <a:pt x="491" y="255"/>
                  <a:pt x="491" y="255"/>
                </a:cubicBezTo>
                <a:cubicBezTo>
                  <a:pt x="490" y="255"/>
                  <a:pt x="489" y="255"/>
                  <a:pt x="488" y="255"/>
                </a:cubicBezTo>
                <a:cubicBezTo>
                  <a:pt x="488" y="255"/>
                  <a:pt x="487" y="255"/>
                  <a:pt x="487" y="255"/>
                </a:cubicBezTo>
                <a:cubicBezTo>
                  <a:pt x="485" y="255"/>
                  <a:pt x="484" y="255"/>
                  <a:pt x="483" y="255"/>
                </a:cubicBezTo>
                <a:cubicBezTo>
                  <a:pt x="477" y="254"/>
                  <a:pt x="471" y="253"/>
                  <a:pt x="466" y="251"/>
                </a:cubicBezTo>
                <a:cubicBezTo>
                  <a:pt x="465" y="250"/>
                  <a:pt x="464" y="250"/>
                  <a:pt x="463" y="250"/>
                </a:cubicBezTo>
                <a:cubicBezTo>
                  <a:pt x="463" y="250"/>
                  <a:pt x="462" y="250"/>
                  <a:pt x="462" y="249"/>
                </a:cubicBezTo>
                <a:cubicBezTo>
                  <a:pt x="461" y="249"/>
                  <a:pt x="460" y="249"/>
                  <a:pt x="459" y="248"/>
                </a:cubicBezTo>
                <a:cubicBezTo>
                  <a:pt x="459" y="248"/>
                  <a:pt x="459" y="248"/>
                  <a:pt x="459" y="248"/>
                </a:cubicBezTo>
                <a:cubicBezTo>
                  <a:pt x="456" y="247"/>
                  <a:pt x="453" y="245"/>
                  <a:pt x="450" y="244"/>
                </a:cubicBezTo>
                <a:cubicBezTo>
                  <a:pt x="450" y="244"/>
                  <a:pt x="450" y="244"/>
                  <a:pt x="450" y="244"/>
                </a:cubicBezTo>
                <a:cubicBezTo>
                  <a:pt x="449" y="243"/>
                  <a:pt x="448" y="243"/>
                  <a:pt x="447" y="242"/>
                </a:cubicBezTo>
                <a:cubicBezTo>
                  <a:pt x="447" y="242"/>
                  <a:pt x="447" y="242"/>
                  <a:pt x="446" y="242"/>
                </a:cubicBezTo>
                <a:cubicBezTo>
                  <a:pt x="443" y="239"/>
                  <a:pt x="439" y="237"/>
                  <a:pt x="436" y="234"/>
                </a:cubicBezTo>
                <a:cubicBezTo>
                  <a:pt x="435" y="234"/>
                  <a:pt x="435" y="234"/>
                  <a:pt x="435" y="234"/>
                </a:cubicBezTo>
                <a:cubicBezTo>
                  <a:pt x="434" y="233"/>
                  <a:pt x="434" y="232"/>
                  <a:pt x="433" y="232"/>
                </a:cubicBezTo>
                <a:cubicBezTo>
                  <a:pt x="433" y="231"/>
                  <a:pt x="433" y="231"/>
                  <a:pt x="432" y="231"/>
                </a:cubicBezTo>
                <a:cubicBezTo>
                  <a:pt x="430" y="229"/>
                  <a:pt x="428" y="227"/>
                  <a:pt x="425" y="224"/>
                </a:cubicBezTo>
                <a:cubicBezTo>
                  <a:pt x="425" y="224"/>
                  <a:pt x="425" y="224"/>
                  <a:pt x="425" y="224"/>
                </a:cubicBezTo>
                <a:cubicBezTo>
                  <a:pt x="425" y="223"/>
                  <a:pt x="424" y="222"/>
                  <a:pt x="423" y="222"/>
                </a:cubicBezTo>
                <a:cubicBezTo>
                  <a:pt x="423" y="221"/>
                  <a:pt x="423" y="221"/>
                  <a:pt x="423" y="221"/>
                </a:cubicBezTo>
                <a:cubicBezTo>
                  <a:pt x="422" y="220"/>
                  <a:pt x="421" y="219"/>
                  <a:pt x="421" y="218"/>
                </a:cubicBezTo>
                <a:cubicBezTo>
                  <a:pt x="417" y="213"/>
                  <a:pt x="413" y="207"/>
                  <a:pt x="410" y="200"/>
                </a:cubicBezTo>
                <a:cubicBezTo>
                  <a:pt x="410" y="200"/>
                  <a:pt x="410" y="199"/>
                  <a:pt x="409" y="199"/>
                </a:cubicBezTo>
                <a:cubicBezTo>
                  <a:pt x="409" y="198"/>
                  <a:pt x="409" y="197"/>
                  <a:pt x="408" y="196"/>
                </a:cubicBezTo>
                <a:cubicBezTo>
                  <a:pt x="408" y="196"/>
                  <a:pt x="408" y="195"/>
                  <a:pt x="408" y="195"/>
                </a:cubicBezTo>
                <a:cubicBezTo>
                  <a:pt x="407" y="194"/>
                  <a:pt x="407" y="193"/>
                  <a:pt x="407" y="191"/>
                </a:cubicBezTo>
                <a:cubicBezTo>
                  <a:pt x="406" y="191"/>
                  <a:pt x="406" y="191"/>
                  <a:pt x="406" y="191"/>
                </a:cubicBezTo>
                <a:cubicBezTo>
                  <a:pt x="406" y="190"/>
                  <a:pt x="406" y="188"/>
                  <a:pt x="405" y="187"/>
                </a:cubicBezTo>
                <a:cubicBezTo>
                  <a:pt x="405" y="187"/>
                  <a:pt x="405" y="186"/>
                  <a:pt x="405" y="186"/>
                </a:cubicBezTo>
                <a:cubicBezTo>
                  <a:pt x="405" y="185"/>
                  <a:pt x="404" y="184"/>
                  <a:pt x="404" y="183"/>
                </a:cubicBezTo>
                <a:cubicBezTo>
                  <a:pt x="404" y="182"/>
                  <a:pt x="404" y="182"/>
                  <a:pt x="404" y="181"/>
                </a:cubicBezTo>
                <a:cubicBezTo>
                  <a:pt x="404" y="180"/>
                  <a:pt x="403" y="179"/>
                  <a:pt x="403" y="177"/>
                </a:cubicBezTo>
                <a:cubicBezTo>
                  <a:pt x="403" y="176"/>
                  <a:pt x="403" y="174"/>
                  <a:pt x="402" y="173"/>
                </a:cubicBezTo>
                <a:cubicBezTo>
                  <a:pt x="402" y="173"/>
                  <a:pt x="402" y="172"/>
                  <a:pt x="402" y="172"/>
                </a:cubicBezTo>
                <a:cubicBezTo>
                  <a:pt x="402" y="171"/>
                  <a:pt x="402" y="170"/>
                  <a:pt x="402" y="169"/>
                </a:cubicBezTo>
                <a:cubicBezTo>
                  <a:pt x="402" y="168"/>
                  <a:pt x="402" y="168"/>
                  <a:pt x="402" y="167"/>
                </a:cubicBezTo>
                <a:cubicBezTo>
                  <a:pt x="402" y="166"/>
                  <a:pt x="402" y="164"/>
                  <a:pt x="402" y="163"/>
                </a:cubicBezTo>
                <a:cubicBezTo>
                  <a:pt x="402" y="163"/>
                  <a:pt x="402" y="163"/>
                  <a:pt x="402" y="163"/>
                </a:cubicBezTo>
                <a:cubicBezTo>
                  <a:pt x="402" y="161"/>
                  <a:pt x="402" y="160"/>
                  <a:pt x="402" y="159"/>
                </a:cubicBezTo>
                <a:cubicBezTo>
                  <a:pt x="402" y="158"/>
                  <a:pt x="402" y="158"/>
                  <a:pt x="402" y="157"/>
                </a:cubicBezTo>
                <a:cubicBezTo>
                  <a:pt x="402" y="156"/>
                  <a:pt x="402" y="156"/>
                  <a:pt x="402" y="155"/>
                </a:cubicBezTo>
                <a:cubicBezTo>
                  <a:pt x="402" y="154"/>
                  <a:pt x="402" y="154"/>
                  <a:pt x="402" y="153"/>
                </a:cubicBezTo>
                <a:cubicBezTo>
                  <a:pt x="402" y="152"/>
                  <a:pt x="402" y="151"/>
                  <a:pt x="403" y="149"/>
                </a:cubicBezTo>
                <a:cubicBezTo>
                  <a:pt x="403" y="149"/>
                  <a:pt x="403" y="149"/>
                  <a:pt x="403" y="149"/>
                </a:cubicBezTo>
                <a:cubicBezTo>
                  <a:pt x="403" y="143"/>
                  <a:pt x="405" y="138"/>
                  <a:pt x="406" y="132"/>
                </a:cubicBezTo>
                <a:cubicBezTo>
                  <a:pt x="407" y="131"/>
                  <a:pt x="407" y="130"/>
                  <a:pt x="408" y="129"/>
                </a:cubicBezTo>
                <a:cubicBezTo>
                  <a:pt x="408" y="129"/>
                  <a:pt x="408" y="129"/>
                  <a:pt x="408" y="129"/>
                </a:cubicBezTo>
                <a:cubicBezTo>
                  <a:pt x="408" y="128"/>
                  <a:pt x="409" y="127"/>
                  <a:pt x="409" y="126"/>
                </a:cubicBezTo>
                <a:cubicBezTo>
                  <a:pt x="409" y="126"/>
                  <a:pt x="409" y="126"/>
                  <a:pt x="409" y="126"/>
                </a:cubicBezTo>
                <a:cubicBezTo>
                  <a:pt x="410" y="123"/>
                  <a:pt x="412" y="120"/>
                  <a:pt x="413" y="117"/>
                </a:cubicBezTo>
                <a:cubicBezTo>
                  <a:pt x="413" y="117"/>
                  <a:pt x="414" y="116"/>
                  <a:pt x="414" y="116"/>
                </a:cubicBezTo>
                <a:cubicBezTo>
                  <a:pt x="414" y="115"/>
                  <a:pt x="415" y="114"/>
                  <a:pt x="415" y="114"/>
                </a:cubicBezTo>
                <a:cubicBezTo>
                  <a:pt x="415" y="113"/>
                  <a:pt x="415" y="113"/>
                  <a:pt x="416" y="113"/>
                </a:cubicBezTo>
                <a:cubicBezTo>
                  <a:pt x="418" y="109"/>
                  <a:pt x="420" y="106"/>
                  <a:pt x="423" y="102"/>
                </a:cubicBezTo>
                <a:cubicBezTo>
                  <a:pt x="423" y="102"/>
                  <a:pt x="423" y="102"/>
                  <a:pt x="424" y="102"/>
                </a:cubicBezTo>
                <a:cubicBezTo>
                  <a:pt x="424" y="101"/>
                  <a:pt x="425" y="100"/>
                  <a:pt x="426" y="99"/>
                </a:cubicBezTo>
                <a:cubicBezTo>
                  <a:pt x="426" y="99"/>
                  <a:pt x="426" y="99"/>
                  <a:pt x="426" y="99"/>
                </a:cubicBezTo>
                <a:cubicBezTo>
                  <a:pt x="428" y="97"/>
                  <a:pt x="431" y="94"/>
                  <a:pt x="433" y="92"/>
                </a:cubicBezTo>
                <a:cubicBezTo>
                  <a:pt x="433" y="92"/>
                  <a:pt x="433" y="92"/>
                  <a:pt x="433" y="92"/>
                </a:cubicBezTo>
                <a:cubicBezTo>
                  <a:pt x="434" y="91"/>
                  <a:pt x="435" y="90"/>
                  <a:pt x="436" y="90"/>
                </a:cubicBezTo>
                <a:cubicBezTo>
                  <a:pt x="436" y="90"/>
                  <a:pt x="436" y="89"/>
                  <a:pt x="436" y="89"/>
                </a:cubicBezTo>
                <a:cubicBezTo>
                  <a:pt x="437" y="89"/>
                  <a:pt x="438" y="88"/>
                  <a:pt x="439" y="87"/>
                </a:cubicBezTo>
                <a:cubicBezTo>
                  <a:pt x="443" y="84"/>
                  <a:pt x="448" y="81"/>
                  <a:pt x="453" y="78"/>
                </a:cubicBezTo>
                <a:cubicBezTo>
                  <a:pt x="454" y="78"/>
                  <a:pt x="456" y="77"/>
                  <a:pt x="457" y="77"/>
                </a:cubicBezTo>
                <a:cubicBezTo>
                  <a:pt x="457" y="76"/>
                  <a:pt x="458" y="76"/>
                  <a:pt x="458" y="76"/>
                </a:cubicBezTo>
                <a:cubicBezTo>
                  <a:pt x="459" y="76"/>
                  <a:pt x="460" y="75"/>
                  <a:pt x="461" y="75"/>
                </a:cubicBezTo>
                <a:cubicBezTo>
                  <a:pt x="461" y="75"/>
                  <a:pt x="462" y="74"/>
                  <a:pt x="462" y="74"/>
                </a:cubicBezTo>
                <a:cubicBezTo>
                  <a:pt x="463" y="74"/>
                  <a:pt x="465" y="73"/>
                  <a:pt x="466" y="73"/>
                </a:cubicBezTo>
                <a:cubicBezTo>
                  <a:pt x="466" y="73"/>
                  <a:pt x="466" y="73"/>
                  <a:pt x="466" y="73"/>
                </a:cubicBezTo>
                <a:cubicBezTo>
                  <a:pt x="467" y="72"/>
                  <a:pt x="469" y="72"/>
                  <a:pt x="470" y="72"/>
                </a:cubicBezTo>
                <a:cubicBezTo>
                  <a:pt x="471" y="72"/>
                  <a:pt x="471" y="71"/>
                  <a:pt x="471" y="71"/>
                </a:cubicBezTo>
                <a:cubicBezTo>
                  <a:pt x="472" y="71"/>
                  <a:pt x="473" y="71"/>
                  <a:pt x="474" y="71"/>
                </a:cubicBezTo>
                <a:cubicBezTo>
                  <a:pt x="475" y="71"/>
                  <a:pt x="475" y="70"/>
                  <a:pt x="476" y="70"/>
                </a:cubicBezTo>
                <a:cubicBezTo>
                  <a:pt x="477" y="70"/>
                  <a:pt x="479" y="70"/>
                  <a:pt x="480" y="70"/>
                </a:cubicBezTo>
                <a:cubicBezTo>
                  <a:pt x="481" y="69"/>
                  <a:pt x="483" y="69"/>
                  <a:pt x="484" y="69"/>
                </a:cubicBezTo>
                <a:cubicBezTo>
                  <a:pt x="485" y="69"/>
                  <a:pt x="485" y="69"/>
                  <a:pt x="486" y="69"/>
                </a:cubicBezTo>
                <a:cubicBezTo>
                  <a:pt x="487" y="69"/>
                  <a:pt x="488" y="69"/>
                  <a:pt x="489" y="69"/>
                </a:cubicBezTo>
                <a:cubicBezTo>
                  <a:pt x="489" y="68"/>
                  <a:pt x="490" y="68"/>
                  <a:pt x="490" y="68"/>
                </a:cubicBezTo>
                <a:cubicBezTo>
                  <a:pt x="491" y="68"/>
                  <a:pt x="493" y="68"/>
                  <a:pt x="494" y="68"/>
                </a:cubicBezTo>
                <a:cubicBezTo>
                  <a:pt x="494" y="68"/>
                  <a:pt x="494" y="68"/>
                  <a:pt x="495" y="68"/>
                </a:cubicBezTo>
                <a:cubicBezTo>
                  <a:pt x="496" y="68"/>
                  <a:pt x="497" y="68"/>
                  <a:pt x="498" y="68"/>
                </a:cubicBezTo>
                <a:cubicBezTo>
                  <a:pt x="499" y="68"/>
                  <a:pt x="499" y="68"/>
                  <a:pt x="500" y="68"/>
                </a:cubicBezTo>
                <a:cubicBezTo>
                  <a:pt x="501" y="68"/>
                  <a:pt x="502" y="68"/>
                  <a:pt x="503" y="69"/>
                </a:cubicBezTo>
                <a:cubicBezTo>
                  <a:pt x="503" y="69"/>
                  <a:pt x="504" y="69"/>
                  <a:pt x="504" y="69"/>
                </a:cubicBezTo>
                <a:cubicBezTo>
                  <a:pt x="505" y="69"/>
                  <a:pt x="507" y="69"/>
                  <a:pt x="508" y="69"/>
                </a:cubicBezTo>
                <a:cubicBezTo>
                  <a:pt x="514" y="70"/>
                  <a:pt x="519" y="71"/>
                  <a:pt x="525" y="73"/>
                </a:cubicBezTo>
                <a:cubicBezTo>
                  <a:pt x="526" y="73"/>
                  <a:pt x="527" y="74"/>
                  <a:pt x="528" y="74"/>
                </a:cubicBezTo>
                <a:cubicBezTo>
                  <a:pt x="528" y="74"/>
                  <a:pt x="528" y="74"/>
                  <a:pt x="528" y="74"/>
                </a:cubicBezTo>
                <a:cubicBezTo>
                  <a:pt x="529" y="75"/>
                  <a:pt x="530" y="75"/>
                  <a:pt x="531" y="75"/>
                </a:cubicBezTo>
                <a:cubicBezTo>
                  <a:pt x="531" y="75"/>
                  <a:pt x="532" y="76"/>
                  <a:pt x="532" y="76"/>
                </a:cubicBezTo>
                <a:cubicBezTo>
                  <a:pt x="535" y="77"/>
                  <a:pt x="538" y="78"/>
                  <a:pt x="541" y="80"/>
                </a:cubicBezTo>
                <a:cubicBezTo>
                  <a:pt x="541" y="80"/>
                  <a:pt x="541" y="80"/>
                  <a:pt x="541" y="80"/>
                </a:cubicBezTo>
                <a:cubicBezTo>
                  <a:pt x="542" y="81"/>
                  <a:pt x="543" y="81"/>
                  <a:pt x="544" y="82"/>
                </a:cubicBezTo>
                <a:cubicBezTo>
                  <a:pt x="544" y="82"/>
                  <a:pt x="544" y="82"/>
                  <a:pt x="544" y="82"/>
                </a:cubicBezTo>
                <a:cubicBezTo>
                  <a:pt x="548" y="84"/>
                  <a:pt x="552" y="87"/>
                  <a:pt x="555" y="90"/>
                </a:cubicBezTo>
                <a:cubicBezTo>
                  <a:pt x="555" y="90"/>
                  <a:pt x="555" y="90"/>
                  <a:pt x="556" y="90"/>
                </a:cubicBezTo>
                <a:cubicBezTo>
                  <a:pt x="556" y="91"/>
                  <a:pt x="557" y="92"/>
                  <a:pt x="558" y="92"/>
                </a:cubicBezTo>
                <a:cubicBezTo>
                  <a:pt x="558" y="92"/>
                  <a:pt x="558" y="92"/>
                  <a:pt x="558" y="93"/>
                </a:cubicBezTo>
                <a:cubicBezTo>
                  <a:pt x="561" y="95"/>
                  <a:pt x="563" y="97"/>
                  <a:pt x="565" y="100"/>
                </a:cubicBezTo>
                <a:cubicBezTo>
                  <a:pt x="565" y="100"/>
                  <a:pt x="565" y="100"/>
                  <a:pt x="565" y="100"/>
                </a:cubicBezTo>
                <a:cubicBezTo>
                  <a:pt x="566" y="101"/>
                  <a:pt x="567" y="101"/>
                  <a:pt x="567" y="102"/>
                </a:cubicBezTo>
                <a:cubicBezTo>
                  <a:pt x="568" y="102"/>
                  <a:pt x="568" y="103"/>
                  <a:pt x="568" y="103"/>
                </a:cubicBezTo>
                <a:cubicBezTo>
                  <a:pt x="569" y="104"/>
                  <a:pt x="569" y="104"/>
                  <a:pt x="570" y="105"/>
                </a:cubicBezTo>
                <a:cubicBezTo>
                  <a:pt x="573" y="110"/>
                  <a:pt x="576" y="115"/>
                  <a:pt x="579" y="120"/>
                </a:cubicBezTo>
                <a:cubicBezTo>
                  <a:pt x="580" y="121"/>
                  <a:pt x="580" y="122"/>
                  <a:pt x="581" y="123"/>
                </a:cubicBezTo>
                <a:cubicBezTo>
                  <a:pt x="581" y="124"/>
                  <a:pt x="581" y="124"/>
                  <a:pt x="581" y="125"/>
                </a:cubicBezTo>
                <a:cubicBezTo>
                  <a:pt x="582" y="126"/>
                  <a:pt x="582" y="127"/>
                  <a:pt x="582" y="127"/>
                </a:cubicBezTo>
                <a:cubicBezTo>
                  <a:pt x="583" y="128"/>
                  <a:pt x="583" y="128"/>
                  <a:pt x="583" y="129"/>
                </a:cubicBezTo>
                <a:cubicBezTo>
                  <a:pt x="583" y="130"/>
                  <a:pt x="584" y="131"/>
                  <a:pt x="584" y="132"/>
                </a:cubicBezTo>
                <a:cubicBezTo>
                  <a:pt x="584" y="132"/>
                  <a:pt x="584" y="133"/>
                  <a:pt x="584" y="133"/>
                </a:cubicBezTo>
                <a:cubicBezTo>
                  <a:pt x="585" y="134"/>
                  <a:pt x="585" y="135"/>
                  <a:pt x="585" y="137"/>
                </a:cubicBezTo>
                <a:lnTo>
                  <a:pt x="586" y="138"/>
                </a:lnTo>
                <a:cubicBezTo>
                  <a:pt x="586" y="139"/>
                  <a:pt x="586" y="140"/>
                  <a:pt x="587" y="141"/>
                </a:cubicBezTo>
                <a:cubicBezTo>
                  <a:pt x="587" y="141"/>
                  <a:pt x="587" y="142"/>
                  <a:pt x="587" y="142"/>
                </a:cubicBezTo>
                <a:cubicBezTo>
                  <a:pt x="587" y="144"/>
                  <a:pt x="587" y="145"/>
                  <a:pt x="588" y="147"/>
                </a:cubicBezTo>
                <a:cubicBezTo>
                  <a:pt x="588" y="148"/>
                  <a:pt x="588" y="149"/>
                  <a:pt x="588" y="151"/>
                </a:cubicBezTo>
                <a:close/>
                <a:moveTo>
                  <a:pt x="657" y="163"/>
                </a:moveTo>
                <a:lnTo>
                  <a:pt x="648" y="108"/>
                </a:lnTo>
                <a:lnTo>
                  <a:pt x="616" y="114"/>
                </a:lnTo>
                <a:cubicBezTo>
                  <a:pt x="611" y="99"/>
                  <a:pt x="602" y="86"/>
                  <a:pt x="592" y="74"/>
                </a:cubicBezTo>
                <a:lnTo>
                  <a:pt x="611" y="48"/>
                </a:lnTo>
                <a:lnTo>
                  <a:pt x="565" y="16"/>
                </a:lnTo>
                <a:lnTo>
                  <a:pt x="547" y="42"/>
                </a:lnTo>
                <a:cubicBezTo>
                  <a:pt x="533" y="36"/>
                  <a:pt x="518" y="32"/>
                  <a:pt x="502" y="32"/>
                </a:cubicBezTo>
                <a:lnTo>
                  <a:pt x="497" y="0"/>
                </a:lnTo>
                <a:lnTo>
                  <a:pt x="442" y="9"/>
                </a:lnTo>
                <a:lnTo>
                  <a:pt x="447" y="41"/>
                </a:lnTo>
                <a:cubicBezTo>
                  <a:pt x="432" y="47"/>
                  <a:pt x="419" y="55"/>
                  <a:pt x="408" y="65"/>
                </a:cubicBezTo>
                <a:lnTo>
                  <a:pt x="382" y="47"/>
                </a:lnTo>
                <a:lnTo>
                  <a:pt x="350" y="92"/>
                </a:lnTo>
                <a:lnTo>
                  <a:pt x="376" y="110"/>
                </a:lnTo>
                <a:cubicBezTo>
                  <a:pt x="370" y="124"/>
                  <a:pt x="366" y="140"/>
                  <a:pt x="365" y="155"/>
                </a:cubicBezTo>
                <a:lnTo>
                  <a:pt x="334" y="161"/>
                </a:lnTo>
                <a:lnTo>
                  <a:pt x="343" y="215"/>
                </a:lnTo>
                <a:lnTo>
                  <a:pt x="374" y="210"/>
                </a:lnTo>
                <a:cubicBezTo>
                  <a:pt x="380" y="225"/>
                  <a:pt x="388" y="238"/>
                  <a:pt x="399" y="249"/>
                </a:cubicBezTo>
                <a:lnTo>
                  <a:pt x="380" y="275"/>
                </a:lnTo>
                <a:lnTo>
                  <a:pt x="425" y="308"/>
                </a:lnTo>
                <a:lnTo>
                  <a:pt x="444" y="282"/>
                </a:lnTo>
                <a:cubicBezTo>
                  <a:pt x="458" y="288"/>
                  <a:pt x="473" y="291"/>
                  <a:pt x="489" y="292"/>
                </a:cubicBezTo>
                <a:lnTo>
                  <a:pt x="494" y="324"/>
                </a:lnTo>
                <a:lnTo>
                  <a:pt x="549" y="315"/>
                </a:lnTo>
                <a:lnTo>
                  <a:pt x="544" y="283"/>
                </a:lnTo>
                <a:cubicBezTo>
                  <a:pt x="558" y="277"/>
                  <a:pt x="571" y="269"/>
                  <a:pt x="583" y="258"/>
                </a:cubicBezTo>
                <a:lnTo>
                  <a:pt x="609" y="277"/>
                </a:lnTo>
                <a:lnTo>
                  <a:pt x="641" y="232"/>
                </a:lnTo>
                <a:lnTo>
                  <a:pt x="615" y="213"/>
                </a:lnTo>
                <a:cubicBezTo>
                  <a:pt x="621" y="199"/>
                  <a:pt x="625" y="184"/>
                  <a:pt x="625" y="168"/>
                </a:cubicBezTo>
                <a:lnTo>
                  <a:pt x="657" y="163"/>
                </a:lnTo>
                <a:close/>
                <a:moveTo>
                  <a:pt x="453" y="544"/>
                </a:moveTo>
                <a:cubicBezTo>
                  <a:pt x="453" y="545"/>
                  <a:pt x="453" y="546"/>
                  <a:pt x="453" y="547"/>
                </a:cubicBezTo>
                <a:cubicBezTo>
                  <a:pt x="452" y="548"/>
                  <a:pt x="452" y="550"/>
                  <a:pt x="452" y="552"/>
                </a:cubicBezTo>
                <a:cubicBezTo>
                  <a:pt x="452" y="553"/>
                  <a:pt x="451" y="554"/>
                  <a:pt x="451" y="554"/>
                </a:cubicBezTo>
                <a:cubicBezTo>
                  <a:pt x="451" y="557"/>
                  <a:pt x="450" y="559"/>
                  <a:pt x="450" y="562"/>
                </a:cubicBezTo>
                <a:cubicBezTo>
                  <a:pt x="450" y="562"/>
                  <a:pt x="450" y="562"/>
                  <a:pt x="449" y="562"/>
                </a:cubicBezTo>
                <a:cubicBezTo>
                  <a:pt x="449" y="565"/>
                  <a:pt x="448" y="567"/>
                  <a:pt x="448" y="569"/>
                </a:cubicBezTo>
                <a:cubicBezTo>
                  <a:pt x="447" y="570"/>
                  <a:pt x="447" y="570"/>
                  <a:pt x="447" y="571"/>
                </a:cubicBezTo>
                <a:cubicBezTo>
                  <a:pt x="447" y="573"/>
                  <a:pt x="446" y="575"/>
                  <a:pt x="445" y="576"/>
                </a:cubicBezTo>
                <a:cubicBezTo>
                  <a:pt x="445" y="577"/>
                  <a:pt x="445" y="578"/>
                  <a:pt x="445" y="579"/>
                </a:cubicBezTo>
                <a:cubicBezTo>
                  <a:pt x="440" y="591"/>
                  <a:pt x="435" y="602"/>
                  <a:pt x="428" y="612"/>
                </a:cubicBezTo>
                <a:cubicBezTo>
                  <a:pt x="427" y="614"/>
                  <a:pt x="426" y="616"/>
                  <a:pt x="425" y="617"/>
                </a:cubicBezTo>
                <a:cubicBezTo>
                  <a:pt x="424" y="617"/>
                  <a:pt x="424" y="618"/>
                  <a:pt x="424" y="618"/>
                </a:cubicBezTo>
                <a:cubicBezTo>
                  <a:pt x="423" y="620"/>
                  <a:pt x="422" y="621"/>
                  <a:pt x="421" y="623"/>
                </a:cubicBezTo>
                <a:cubicBezTo>
                  <a:pt x="421" y="623"/>
                  <a:pt x="420" y="623"/>
                  <a:pt x="420" y="623"/>
                </a:cubicBezTo>
                <a:cubicBezTo>
                  <a:pt x="417" y="628"/>
                  <a:pt x="413" y="632"/>
                  <a:pt x="409" y="637"/>
                </a:cubicBezTo>
                <a:cubicBezTo>
                  <a:pt x="409" y="637"/>
                  <a:pt x="409" y="637"/>
                  <a:pt x="408" y="637"/>
                </a:cubicBezTo>
                <a:cubicBezTo>
                  <a:pt x="407" y="639"/>
                  <a:pt x="406" y="640"/>
                  <a:pt x="404" y="641"/>
                </a:cubicBezTo>
                <a:cubicBezTo>
                  <a:pt x="404" y="641"/>
                  <a:pt x="404" y="642"/>
                  <a:pt x="404" y="642"/>
                </a:cubicBezTo>
                <a:cubicBezTo>
                  <a:pt x="398" y="648"/>
                  <a:pt x="392" y="653"/>
                  <a:pt x="386" y="657"/>
                </a:cubicBezTo>
                <a:cubicBezTo>
                  <a:pt x="385" y="657"/>
                  <a:pt x="385" y="658"/>
                  <a:pt x="385" y="658"/>
                </a:cubicBezTo>
                <a:cubicBezTo>
                  <a:pt x="383" y="659"/>
                  <a:pt x="382" y="660"/>
                  <a:pt x="380" y="661"/>
                </a:cubicBezTo>
                <a:cubicBezTo>
                  <a:pt x="380" y="661"/>
                  <a:pt x="379" y="661"/>
                  <a:pt x="379" y="662"/>
                </a:cubicBezTo>
                <a:cubicBezTo>
                  <a:pt x="374" y="665"/>
                  <a:pt x="369" y="668"/>
                  <a:pt x="364" y="670"/>
                </a:cubicBezTo>
                <a:cubicBezTo>
                  <a:pt x="364" y="671"/>
                  <a:pt x="364" y="671"/>
                  <a:pt x="363" y="671"/>
                </a:cubicBezTo>
                <a:cubicBezTo>
                  <a:pt x="362" y="672"/>
                  <a:pt x="360" y="672"/>
                  <a:pt x="358" y="673"/>
                </a:cubicBezTo>
                <a:cubicBezTo>
                  <a:pt x="358" y="673"/>
                  <a:pt x="358" y="674"/>
                  <a:pt x="357" y="674"/>
                </a:cubicBezTo>
                <a:cubicBezTo>
                  <a:pt x="356" y="675"/>
                  <a:pt x="354" y="675"/>
                  <a:pt x="352" y="676"/>
                </a:cubicBezTo>
                <a:cubicBezTo>
                  <a:pt x="343" y="680"/>
                  <a:pt x="333" y="683"/>
                  <a:pt x="323" y="685"/>
                </a:cubicBezTo>
                <a:cubicBezTo>
                  <a:pt x="321" y="686"/>
                  <a:pt x="318" y="686"/>
                  <a:pt x="316" y="687"/>
                </a:cubicBezTo>
                <a:cubicBezTo>
                  <a:pt x="315" y="687"/>
                  <a:pt x="314" y="687"/>
                  <a:pt x="313" y="687"/>
                </a:cubicBezTo>
                <a:cubicBezTo>
                  <a:pt x="312" y="687"/>
                  <a:pt x="310" y="688"/>
                  <a:pt x="308" y="688"/>
                </a:cubicBezTo>
                <a:cubicBezTo>
                  <a:pt x="307" y="688"/>
                  <a:pt x="307" y="688"/>
                  <a:pt x="306" y="688"/>
                </a:cubicBezTo>
                <a:cubicBezTo>
                  <a:pt x="304" y="688"/>
                  <a:pt x="301" y="689"/>
                  <a:pt x="299" y="689"/>
                </a:cubicBezTo>
                <a:cubicBezTo>
                  <a:pt x="299" y="689"/>
                  <a:pt x="299" y="689"/>
                  <a:pt x="298" y="689"/>
                </a:cubicBezTo>
                <a:cubicBezTo>
                  <a:pt x="296" y="689"/>
                  <a:pt x="293" y="689"/>
                  <a:pt x="291" y="689"/>
                </a:cubicBezTo>
                <a:cubicBezTo>
                  <a:pt x="290" y="689"/>
                  <a:pt x="289" y="689"/>
                  <a:pt x="289" y="689"/>
                </a:cubicBezTo>
                <a:cubicBezTo>
                  <a:pt x="287" y="689"/>
                  <a:pt x="285" y="689"/>
                  <a:pt x="283" y="689"/>
                </a:cubicBezTo>
                <a:cubicBezTo>
                  <a:pt x="282" y="689"/>
                  <a:pt x="281" y="689"/>
                  <a:pt x="281" y="689"/>
                </a:cubicBezTo>
                <a:cubicBezTo>
                  <a:pt x="278" y="689"/>
                  <a:pt x="276" y="689"/>
                  <a:pt x="273" y="689"/>
                </a:cubicBezTo>
                <a:cubicBezTo>
                  <a:pt x="270" y="688"/>
                  <a:pt x="268" y="688"/>
                  <a:pt x="265" y="688"/>
                </a:cubicBezTo>
                <a:cubicBezTo>
                  <a:pt x="265" y="688"/>
                  <a:pt x="264" y="687"/>
                  <a:pt x="263" y="687"/>
                </a:cubicBezTo>
                <a:cubicBezTo>
                  <a:pt x="261" y="687"/>
                  <a:pt x="259" y="687"/>
                  <a:pt x="257" y="686"/>
                </a:cubicBezTo>
                <a:cubicBezTo>
                  <a:pt x="257" y="686"/>
                  <a:pt x="256" y="686"/>
                  <a:pt x="255" y="686"/>
                </a:cubicBezTo>
                <a:cubicBezTo>
                  <a:pt x="253" y="686"/>
                  <a:pt x="250" y="685"/>
                  <a:pt x="248" y="684"/>
                </a:cubicBezTo>
                <a:cubicBezTo>
                  <a:pt x="248" y="684"/>
                  <a:pt x="247" y="684"/>
                  <a:pt x="247" y="684"/>
                </a:cubicBezTo>
                <a:cubicBezTo>
                  <a:pt x="245" y="684"/>
                  <a:pt x="243" y="683"/>
                  <a:pt x="241" y="683"/>
                </a:cubicBezTo>
                <a:cubicBezTo>
                  <a:pt x="240" y="682"/>
                  <a:pt x="239" y="682"/>
                  <a:pt x="238" y="682"/>
                </a:cubicBezTo>
                <a:cubicBezTo>
                  <a:pt x="237" y="681"/>
                  <a:pt x="235" y="681"/>
                  <a:pt x="233" y="680"/>
                </a:cubicBezTo>
                <a:cubicBezTo>
                  <a:pt x="233" y="680"/>
                  <a:pt x="232" y="680"/>
                  <a:pt x="231" y="679"/>
                </a:cubicBezTo>
                <a:cubicBezTo>
                  <a:pt x="229" y="679"/>
                  <a:pt x="226" y="678"/>
                  <a:pt x="224" y="677"/>
                </a:cubicBezTo>
                <a:cubicBezTo>
                  <a:pt x="215" y="673"/>
                  <a:pt x="206" y="668"/>
                  <a:pt x="197" y="663"/>
                </a:cubicBezTo>
                <a:cubicBezTo>
                  <a:pt x="196" y="662"/>
                  <a:pt x="194" y="661"/>
                  <a:pt x="192" y="660"/>
                </a:cubicBezTo>
                <a:cubicBezTo>
                  <a:pt x="192" y="659"/>
                  <a:pt x="192" y="659"/>
                  <a:pt x="191" y="659"/>
                </a:cubicBezTo>
                <a:cubicBezTo>
                  <a:pt x="190" y="658"/>
                  <a:pt x="188" y="657"/>
                  <a:pt x="187" y="656"/>
                </a:cubicBezTo>
                <a:cubicBezTo>
                  <a:pt x="187" y="655"/>
                  <a:pt x="187" y="655"/>
                  <a:pt x="186" y="655"/>
                </a:cubicBezTo>
                <a:cubicBezTo>
                  <a:pt x="182" y="652"/>
                  <a:pt x="177" y="648"/>
                  <a:pt x="173" y="644"/>
                </a:cubicBezTo>
                <a:cubicBezTo>
                  <a:pt x="173" y="644"/>
                  <a:pt x="172" y="643"/>
                  <a:pt x="172" y="643"/>
                </a:cubicBezTo>
                <a:cubicBezTo>
                  <a:pt x="171" y="642"/>
                  <a:pt x="170" y="641"/>
                  <a:pt x="168" y="639"/>
                </a:cubicBezTo>
                <a:cubicBezTo>
                  <a:pt x="168" y="639"/>
                  <a:pt x="168" y="639"/>
                  <a:pt x="167" y="638"/>
                </a:cubicBezTo>
                <a:cubicBezTo>
                  <a:pt x="162" y="633"/>
                  <a:pt x="157" y="627"/>
                  <a:pt x="152" y="620"/>
                </a:cubicBezTo>
                <a:cubicBezTo>
                  <a:pt x="152" y="620"/>
                  <a:pt x="152" y="620"/>
                  <a:pt x="151" y="619"/>
                </a:cubicBezTo>
                <a:cubicBezTo>
                  <a:pt x="150" y="618"/>
                  <a:pt x="149" y="616"/>
                  <a:pt x="148" y="615"/>
                </a:cubicBezTo>
                <a:cubicBezTo>
                  <a:pt x="148" y="615"/>
                  <a:pt x="148" y="614"/>
                  <a:pt x="148" y="614"/>
                </a:cubicBezTo>
                <a:cubicBezTo>
                  <a:pt x="145" y="609"/>
                  <a:pt x="142" y="604"/>
                  <a:pt x="139" y="599"/>
                </a:cubicBezTo>
                <a:cubicBezTo>
                  <a:pt x="139" y="599"/>
                  <a:pt x="139" y="598"/>
                  <a:pt x="139" y="598"/>
                </a:cubicBezTo>
                <a:cubicBezTo>
                  <a:pt x="138" y="597"/>
                  <a:pt x="137" y="595"/>
                  <a:pt x="136" y="593"/>
                </a:cubicBezTo>
                <a:cubicBezTo>
                  <a:pt x="136" y="593"/>
                  <a:pt x="136" y="592"/>
                  <a:pt x="136" y="592"/>
                </a:cubicBezTo>
                <a:cubicBezTo>
                  <a:pt x="135" y="590"/>
                  <a:pt x="134" y="589"/>
                  <a:pt x="133" y="587"/>
                </a:cubicBezTo>
                <a:cubicBezTo>
                  <a:pt x="129" y="575"/>
                  <a:pt x="125" y="563"/>
                  <a:pt x="123" y="551"/>
                </a:cubicBezTo>
                <a:cubicBezTo>
                  <a:pt x="123" y="550"/>
                  <a:pt x="122" y="549"/>
                  <a:pt x="122" y="548"/>
                </a:cubicBezTo>
                <a:cubicBezTo>
                  <a:pt x="122" y="547"/>
                  <a:pt x="122" y="545"/>
                  <a:pt x="122" y="543"/>
                </a:cubicBezTo>
                <a:cubicBezTo>
                  <a:pt x="122" y="542"/>
                  <a:pt x="121" y="541"/>
                  <a:pt x="121" y="541"/>
                </a:cubicBezTo>
                <a:cubicBezTo>
                  <a:pt x="121" y="538"/>
                  <a:pt x="121" y="536"/>
                  <a:pt x="121" y="534"/>
                </a:cubicBezTo>
                <a:cubicBezTo>
                  <a:pt x="121" y="534"/>
                  <a:pt x="121" y="533"/>
                  <a:pt x="121" y="533"/>
                </a:cubicBezTo>
                <a:cubicBezTo>
                  <a:pt x="120" y="531"/>
                  <a:pt x="120" y="528"/>
                  <a:pt x="120" y="526"/>
                </a:cubicBezTo>
                <a:cubicBezTo>
                  <a:pt x="120" y="525"/>
                  <a:pt x="120" y="524"/>
                  <a:pt x="120" y="523"/>
                </a:cubicBezTo>
                <a:cubicBezTo>
                  <a:pt x="120" y="522"/>
                  <a:pt x="120" y="520"/>
                  <a:pt x="120" y="518"/>
                </a:cubicBezTo>
                <a:cubicBezTo>
                  <a:pt x="120" y="517"/>
                  <a:pt x="120" y="516"/>
                  <a:pt x="120" y="515"/>
                </a:cubicBezTo>
                <a:cubicBezTo>
                  <a:pt x="121" y="513"/>
                  <a:pt x="121" y="510"/>
                  <a:pt x="121" y="508"/>
                </a:cubicBezTo>
                <a:cubicBezTo>
                  <a:pt x="121" y="505"/>
                  <a:pt x="121" y="503"/>
                  <a:pt x="122" y="500"/>
                </a:cubicBezTo>
                <a:cubicBezTo>
                  <a:pt x="122" y="499"/>
                  <a:pt x="122" y="499"/>
                  <a:pt x="122" y="498"/>
                </a:cubicBezTo>
                <a:cubicBezTo>
                  <a:pt x="122" y="496"/>
                  <a:pt x="123" y="494"/>
                  <a:pt x="123" y="492"/>
                </a:cubicBezTo>
                <a:cubicBezTo>
                  <a:pt x="123" y="492"/>
                  <a:pt x="123" y="491"/>
                  <a:pt x="123" y="490"/>
                </a:cubicBezTo>
                <a:cubicBezTo>
                  <a:pt x="124" y="488"/>
                  <a:pt x="124" y="485"/>
                  <a:pt x="125" y="483"/>
                </a:cubicBezTo>
                <a:cubicBezTo>
                  <a:pt x="125" y="482"/>
                  <a:pt x="125" y="482"/>
                  <a:pt x="125" y="482"/>
                </a:cubicBezTo>
                <a:cubicBezTo>
                  <a:pt x="126" y="480"/>
                  <a:pt x="126" y="478"/>
                  <a:pt x="127" y="475"/>
                </a:cubicBezTo>
                <a:cubicBezTo>
                  <a:pt x="127" y="475"/>
                  <a:pt x="127" y="474"/>
                  <a:pt x="128" y="473"/>
                </a:cubicBezTo>
                <a:cubicBezTo>
                  <a:pt x="128" y="471"/>
                  <a:pt x="129" y="470"/>
                  <a:pt x="129" y="468"/>
                </a:cubicBezTo>
                <a:cubicBezTo>
                  <a:pt x="130" y="467"/>
                  <a:pt x="130" y="467"/>
                  <a:pt x="130" y="466"/>
                </a:cubicBezTo>
                <a:cubicBezTo>
                  <a:pt x="131" y="464"/>
                  <a:pt x="132" y="461"/>
                  <a:pt x="133" y="459"/>
                </a:cubicBezTo>
                <a:cubicBezTo>
                  <a:pt x="133" y="459"/>
                  <a:pt x="133" y="459"/>
                  <a:pt x="133" y="459"/>
                </a:cubicBezTo>
                <a:cubicBezTo>
                  <a:pt x="136" y="450"/>
                  <a:pt x="141" y="440"/>
                  <a:pt x="147" y="432"/>
                </a:cubicBezTo>
                <a:cubicBezTo>
                  <a:pt x="148" y="430"/>
                  <a:pt x="149" y="429"/>
                  <a:pt x="150" y="427"/>
                </a:cubicBezTo>
                <a:cubicBezTo>
                  <a:pt x="150" y="427"/>
                  <a:pt x="150" y="426"/>
                  <a:pt x="151" y="426"/>
                </a:cubicBezTo>
                <a:cubicBezTo>
                  <a:pt x="152" y="425"/>
                  <a:pt x="153" y="423"/>
                  <a:pt x="154" y="422"/>
                </a:cubicBezTo>
                <a:cubicBezTo>
                  <a:pt x="154" y="422"/>
                  <a:pt x="154" y="421"/>
                  <a:pt x="154" y="421"/>
                </a:cubicBezTo>
                <a:cubicBezTo>
                  <a:pt x="158" y="416"/>
                  <a:pt x="162" y="412"/>
                  <a:pt x="166" y="408"/>
                </a:cubicBezTo>
                <a:cubicBezTo>
                  <a:pt x="166" y="407"/>
                  <a:pt x="166" y="407"/>
                  <a:pt x="166" y="407"/>
                </a:cubicBezTo>
                <a:cubicBezTo>
                  <a:pt x="168" y="406"/>
                  <a:pt x="169" y="404"/>
                  <a:pt x="170" y="403"/>
                </a:cubicBezTo>
                <a:cubicBezTo>
                  <a:pt x="170" y="403"/>
                  <a:pt x="171" y="403"/>
                  <a:pt x="171" y="402"/>
                </a:cubicBezTo>
                <a:cubicBezTo>
                  <a:pt x="177" y="397"/>
                  <a:pt x="183" y="392"/>
                  <a:pt x="189" y="387"/>
                </a:cubicBezTo>
                <a:cubicBezTo>
                  <a:pt x="189" y="387"/>
                  <a:pt x="190" y="387"/>
                  <a:pt x="190" y="386"/>
                </a:cubicBezTo>
                <a:cubicBezTo>
                  <a:pt x="192" y="385"/>
                  <a:pt x="193" y="384"/>
                  <a:pt x="195" y="383"/>
                </a:cubicBezTo>
                <a:cubicBezTo>
                  <a:pt x="195" y="383"/>
                  <a:pt x="195" y="383"/>
                  <a:pt x="195" y="383"/>
                </a:cubicBezTo>
                <a:cubicBezTo>
                  <a:pt x="200" y="379"/>
                  <a:pt x="205" y="377"/>
                  <a:pt x="211" y="374"/>
                </a:cubicBezTo>
                <a:cubicBezTo>
                  <a:pt x="211" y="374"/>
                  <a:pt x="211" y="374"/>
                  <a:pt x="211" y="373"/>
                </a:cubicBezTo>
                <a:cubicBezTo>
                  <a:pt x="213" y="373"/>
                  <a:pt x="215" y="372"/>
                  <a:pt x="216" y="371"/>
                </a:cubicBezTo>
                <a:cubicBezTo>
                  <a:pt x="217" y="371"/>
                  <a:pt x="217" y="371"/>
                  <a:pt x="217" y="371"/>
                </a:cubicBezTo>
                <a:cubicBezTo>
                  <a:pt x="219" y="370"/>
                  <a:pt x="221" y="369"/>
                  <a:pt x="223" y="368"/>
                </a:cubicBezTo>
                <a:cubicBezTo>
                  <a:pt x="232" y="364"/>
                  <a:pt x="242" y="361"/>
                  <a:pt x="252" y="359"/>
                </a:cubicBezTo>
                <a:cubicBezTo>
                  <a:pt x="254" y="358"/>
                  <a:pt x="256" y="358"/>
                  <a:pt x="259" y="358"/>
                </a:cubicBezTo>
                <a:cubicBezTo>
                  <a:pt x="260" y="357"/>
                  <a:pt x="260" y="357"/>
                  <a:pt x="261" y="357"/>
                </a:cubicBezTo>
                <a:cubicBezTo>
                  <a:pt x="263" y="357"/>
                  <a:pt x="265" y="357"/>
                  <a:pt x="266" y="356"/>
                </a:cubicBezTo>
                <a:cubicBezTo>
                  <a:pt x="267" y="356"/>
                  <a:pt x="268" y="356"/>
                  <a:pt x="269" y="356"/>
                </a:cubicBezTo>
                <a:cubicBezTo>
                  <a:pt x="271" y="356"/>
                  <a:pt x="273" y="356"/>
                  <a:pt x="276" y="356"/>
                </a:cubicBezTo>
                <a:cubicBezTo>
                  <a:pt x="276" y="355"/>
                  <a:pt x="276" y="355"/>
                  <a:pt x="276" y="355"/>
                </a:cubicBezTo>
                <a:cubicBezTo>
                  <a:pt x="279" y="355"/>
                  <a:pt x="281" y="355"/>
                  <a:pt x="284" y="355"/>
                </a:cubicBezTo>
                <a:cubicBezTo>
                  <a:pt x="285" y="355"/>
                  <a:pt x="285" y="355"/>
                  <a:pt x="286" y="355"/>
                </a:cubicBezTo>
                <a:cubicBezTo>
                  <a:pt x="288" y="355"/>
                  <a:pt x="290" y="355"/>
                  <a:pt x="292" y="355"/>
                </a:cubicBezTo>
                <a:cubicBezTo>
                  <a:pt x="292" y="355"/>
                  <a:pt x="293" y="355"/>
                  <a:pt x="294" y="355"/>
                </a:cubicBezTo>
                <a:cubicBezTo>
                  <a:pt x="297" y="355"/>
                  <a:pt x="299" y="356"/>
                  <a:pt x="302" y="356"/>
                </a:cubicBezTo>
                <a:cubicBezTo>
                  <a:pt x="304" y="356"/>
                  <a:pt x="307" y="356"/>
                  <a:pt x="309" y="357"/>
                </a:cubicBezTo>
                <a:cubicBezTo>
                  <a:pt x="310" y="357"/>
                  <a:pt x="311" y="357"/>
                  <a:pt x="312" y="357"/>
                </a:cubicBezTo>
                <a:cubicBezTo>
                  <a:pt x="314" y="357"/>
                  <a:pt x="315" y="357"/>
                  <a:pt x="317" y="358"/>
                </a:cubicBezTo>
                <a:cubicBezTo>
                  <a:pt x="318" y="358"/>
                  <a:pt x="319" y="358"/>
                  <a:pt x="319" y="358"/>
                </a:cubicBezTo>
                <a:cubicBezTo>
                  <a:pt x="322" y="359"/>
                  <a:pt x="324" y="359"/>
                  <a:pt x="327" y="360"/>
                </a:cubicBezTo>
                <a:cubicBezTo>
                  <a:pt x="327" y="360"/>
                  <a:pt x="327" y="360"/>
                  <a:pt x="328" y="360"/>
                </a:cubicBezTo>
                <a:cubicBezTo>
                  <a:pt x="330" y="361"/>
                  <a:pt x="332" y="361"/>
                  <a:pt x="334" y="362"/>
                </a:cubicBezTo>
                <a:cubicBezTo>
                  <a:pt x="335" y="362"/>
                  <a:pt x="336" y="362"/>
                  <a:pt x="336" y="363"/>
                </a:cubicBezTo>
                <a:cubicBezTo>
                  <a:pt x="338" y="363"/>
                  <a:pt x="340" y="363"/>
                  <a:pt x="341" y="364"/>
                </a:cubicBezTo>
                <a:cubicBezTo>
                  <a:pt x="342" y="364"/>
                  <a:pt x="343" y="365"/>
                  <a:pt x="344" y="365"/>
                </a:cubicBezTo>
                <a:cubicBezTo>
                  <a:pt x="346" y="366"/>
                  <a:pt x="348" y="367"/>
                  <a:pt x="350" y="367"/>
                </a:cubicBezTo>
                <a:cubicBezTo>
                  <a:pt x="360" y="371"/>
                  <a:pt x="369" y="376"/>
                  <a:pt x="378" y="382"/>
                </a:cubicBezTo>
                <a:cubicBezTo>
                  <a:pt x="379" y="383"/>
                  <a:pt x="381" y="384"/>
                  <a:pt x="382" y="385"/>
                </a:cubicBezTo>
                <a:cubicBezTo>
                  <a:pt x="383" y="385"/>
                  <a:pt x="383" y="385"/>
                  <a:pt x="383" y="385"/>
                </a:cubicBezTo>
                <a:cubicBezTo>
                  <a:pt x="385" y="387"/>
                  <a:pt x="386" y="388"/>
                  <a:pt x="388" y="389"/>
                </a:cubicBezTo>
                <a:cubicBezTo>
                  <a:pt x="388" y="389"/>
                  <a:pt x="388" y="389"/>
                  <a:pt x="388" y="389"/>
                </a:cubicBezTo>
                <a:cubicBezTo>
                  <a:pt x="393" y="393"/>
                  <a:pt x="398" y="397"/>
                  <a:pt x="402" y="401"/>
                </a:cubicBezTo>
                <a:cubicBezTo>
                  <a:pt x="402" y="401"/>
                  <a:pt x="402" y="401"/>
                  <a:pt x="402" y="401"/>
                </a:cubicBezTo>
                <a:cubicBezTo>
                  <a:pt x="404" y="402"/>
                  <a:pt x="405" y="404"/>
                  <a:pt x="406" y="405"/>
                </a:cubicBezTo>
                <a:cubicBezTo>
                  <a:pt x="407" y="405"/>
                  <a:pt x="407" y="406"/>
                  <a:pt x="407" y="406"/>
                </a:cubicBezTo>
                <a:cubicBezTo>
                  <a:pt x="413" y="412"/>
                  <a:pt x="418" y="418"/>
                  <a:pt x="422" y="424"/>
                </a:cubicBezTo>
                <a:cubicBezTo>
                  <a:pt x="423" y="424"/>
                  <a:pt x="423" y="425"/>
                  <a:pt x="423" y="425"/>
                </a:cubicBezTo>
                <a:cubicBezTo>
                  <a:pt x="424" y="426"/>
                  <a:pt x="425" y="428"/>
                  <a:pt x="426" y="429"/>
                </a:cubicBezTo>
                <a:cubicBezTo>
                  <a:pt x="426" y="430"/>
                  <a:pt x="427" y="430"/>
                  <a:pt x="427" y="430"/>
                </a:cubicBezTo>
                <a:cubicBezTo>
                  <a:pt x="430" y="435"/>
                  <a:pt x="433" y="440"/>
                  <a:pt x="436" y="445"/>
                </a:cubicBezTo>
                <a:cubicBezTo>
                  <a:pt x="436" y="446"/>
                  <a:pt x="436" y="446"/>
                  <a:pt x="436" y="446"/>
                </a:cubicBezTo>
                <a:cubicBezTo>
                  <a:pt x="437" y="448"/>
                  <a:pt x="438" y="449"/>
                  <a:pt x="438" y="451"/>
                </a:cubicBezTo>
                <a:cubicBezTo>
                  <a:pt x="439" y="451"/>
                  <a:pt x="439" y="452"/>
                  <a:pt x="439" y="452"/>
                </a:cubicBezTo>
                <a:cubicBezTo>
                  <a:pt x="440" y="454"/>
                  <a:pt x="441" y="456"/>
                  <a:pt x="441" y="457"/>
                </a:cubicBezTo>
                <a:cubicBezTo>
                  <a:pt x="445" y="467"/>
                  <a:pt x="448" y="476"/>
                  <a:pt x="451" y="487"/>
                </a:cubicBezTo>
                <a:cubicBezTo>
                  <a:pt x="451" y="489"/>
                  <a:pt x="452" y="491"/>
                  <a:pt x="452" y="494"/>
                </a:cubicBezTo>
                <a:cubicBezTo>
                  <a:pt x="452" y="494"/>
                  <a:pt x="452" y="495"/>
                  <a:pt x="452" y="496"/>
                </a:cubicBezTo>
                <a:cubicBezTo>
                  <a:pt x="453" y="498"/>
                  <a:pt x="453" y="499"/>
                  <a:pt x="453" y="501"/>
                </a:cubicBezTo>
                <a:cubicBezTo>
                  <a:pt x="453" y="502"/>
                  <a:pt x="453" y="503"/>
                  <a:pt x="453" y="504"/>
                </a:cubicBezTo>
                <a:cubicBezTo>
                  <a:pt x="454" y="506"/>
                  <a:pt x="454" y="508"/>
                  <a:pt x="454" y="510"/>
                </a:cubicBezTo>
                <a:cubicBezTo>
                  <a:pt x="454" y="511"/>
                  <a:pt x="454" y="511"/>
                  <a:pt x="454" y="511"/>
                </a:cubicBezTo>
                <a:cubicBezTo>
                  <a:pt x="454" y="514"/>
                  <a:pt x="454" y="516"/>
                  <a:pt x="454" y="519"/>
                </a:cubicBezTo>
                <a:lnTo>
                  <a:pt x="454" y="521"/>
                </a:lnTo>
                <a:cubicBezTo>
                  <a:pt x="454" y="523"/>
                  <a:pt x="454" y="525"/>
                  <a:pt x="454" y="527"/>
                </a:cubicBezTo>
                <a:cubicBezTo>
                  <a:pt x="454" y="527"/>
                  <a:pt x="454" y="528"/>
                  <a:pt x="454" y="529"/>
                </a:cubicBezTo>
                <a:cubicBezTo>
                  <a:pt x="454" y="531"/>
                  <a:pt x="454" y="534"/>
                  <a:pt x="454" y="537"/>
                </a:cubicBezTo>
                <a:cubicBezTo>
                  <a:pt x="454" y="539"/>
                  <a:pt x="453" y="542"/>
                  <a:pt x="453" y="544"/>
                </a:cubicBezTo>
                <a:close/>
                <a:moveTo>
                  <a:pt x="566" y="596"/>
                </a:moveTo>
                <a:lnTo>
                  <a:pt x="575" y="497"/>
                </a:lnTo>
                <a:lnTo>
                  <a:pt x="518" y="492"/>
                </a:lnTo>
                <a:cubicBezTo>
                  <a:pt x="514" y="464"/>
                  <a:pt x="506" y="438"/>
                  <a:pt x="493" y="414"/>
                </a:cubicBezTo>
                <a:lnTo>
                  <a:pt x="537" y="377"/>
                </a:lnTo>
                <a:lnTo>
                  <a:pt x="473" y="301"/>
                </a:lnTo>
                <a:lnTo>
                  <a:pt x="429" y="338"/>
                </a:lnTo>
                <a:cubicBezTo>
                  <a:pt x="408" y="321"/>
                  <a:pt x="383" y="308"/>
                  <a:pt x="356" y="300"/>
                </a:cubicBezTo>
                <a:lnTo>
                  <a:pt x="361" y="243"/>
                </a:lnTo>
                <a:lnTo>
                  <a:pt x="262" y="235"/>
                </a:lnTo>
                <a:lnTo>
                  <a:pt x="258" y="291"/>
                </a:lnTo>
                <a:cubicBezTo>
                  <a:pt x="230" y="295"/>
                  <a:pt x="203" y="304"/>
                  <a:pt x="179" y="316"/>
                </a:cubicBezTo>
                <a:lnTo>
                  <a:pt x="142" y="273"/>
                </a:lnTo>
                <a:lnTo>
                  <a:pt x="66" y="336"/>
                </a:lnTo>
                <a:lnTo>
                  <a:pt x="103" y="380"/>
                </a:lnTo>
                <a:cubicBezTo>
                  <a:pt x="87" y="402"/>
                  <a:pt x="73" y="426"/>
                  <a:pt x="65" y="453"/>
                </a:cubicBezTo>
                <a:lnTo>
                  <a:pt x="8" y="448"/>
                </a:lnTo>
                <a:lnTo>
                  <a:pt x="0" y="547"/>
                </a:lnTo>
                <a:lnTo>
                  <a:pt x="57" y="552"/>
                </a:lnTo>
                <a:cubicBezTo>
                  <a:pt x="60" y="580"/>
                  <a:pt x="69" y="606"/>
                  <a:pt x="82" y="631"/>
                </a:cubicBezTo>
                <a:lnTo>
                  <a:pt x="38" y="667"/>
                </a:lnTo>
                <a:lnTo>
                  <a:pt x="102" y="743"/>
                </a:lnTo>
                <a:lnTo>
                  <a:pt x="145" y="706"/>
                </a:lnTo>
                <a:cubicBezTo>
                  <a:pt x="167" y="723"/>
                  <a:pt x="192" y="736"/>
                  <a:pt x="219" y="744"/>
                </a:cubicBezTo>
                <a:lnTo>
                  <a:pt x="214" y="801"/>
                </a:lnTo>
                <a:lnTo>
                  <a:pt x="312" y="810"/>
                </a:lnTo>
                <a:lnTo>
                  <a:pt x="317" y="753"/>
                </a:lnTo>
                <a:cubicBezTo>
                  <a:pt x="345" y="749"/>
                  <a:pt x="372" y="741"/>
                  <a:pt x="396" y="728"/>
                </a:cubicBezTo>
                <a:lnTo>
                  <a:pt x="432" y="772"/>
                </a:lnTo>
                <a:lnTo>
                  <a:pt x="508" y="708"/>
                </a:lnTo>
                <a:lnTo>
                  <a:pt x="471" y="664"/>
                </a:lnTo>
                <a:cubicBezTo>
                  <a:pt x="488" y="643"/>
                  <a:pt x="501" y="618"/>
                  <a:pt x="509" y="591"/>
                </a:cubicBezTo>
                <a:lnTo>
                  <a:pt x="566" y="596"/>
                </a:lnTo>
                <a:close/>
                <a:moveTo>
                  <a:pt x="863" y="462"/>
                </a:moveTo>
                <a:cubicBezTo>
                  <a:pt x="863" y="462"/>
                  <a:pt x="862" y="463"/>
                  <a:pt x="862" y="463"/>
                </a:cubicBezTo>
                <a:cubicBezTo>
                  <a:pt x="862" y="465"/>
                  <a:pt x="862" y="466"/>
                  <a:pt x="862" y="467"/>
                </a:cubicBezTo>
                <a:cubicBezTo>
                  <a:pt x="862" y="468"/>
                  <a:pt x="862" y="468"/>
                  <a:pt x="861" y="469"/>
                </a:cubicBezTo>
                <a:cubicBezTo>
                  <a:pt x="861" y="470"/>
                  <a:pt x="861" y="472"/>
                  <a:pt x="860" y="474"/>
                </a:cubicBezTo>
                <a:cubicBezTo>
                  <a:pt x="860" y="474"/>
                  <a:pt x="860" y="474"/>
                  <a:pt x="860" y="474"/>
                </a:cubicBezTo>
                <a:cubicBezTo>
                  <a:pt x="860" y="476"/>
                  <a:pt x="859" y="477"/>
                  <a:pt x="859" y="479"/>
                </a:cubicBezTo>
                <a:cubicBezTo>
                  <a:pt x="859" y="479"/>
                  <a:pt x="859" y="480"/>
                  <a:pt x="858" y="481"/>
                </a:cubicBezTo>
                <a:cubicBezTo>
                  <a:pt x="858" y="482"/>
                  <a:pt x="858" y="483"/>
                  <a:pt x="857" y="484"/>
                </a:cubicBezTo>
                <a:cubicBezTo>
                  <a:pt x="857" y="485"/>
                  <a:pt x="857" y="485"/>
                  <a:pt x="857" y="486"/>
                </a:cubicBezTo>
                <a:cubicBezTo>
                  <a:pt x="854" y="494"/>
                  <a:pt x="850" y="502"/>
                  <a:pt x="845" y="510"/>
                </a:cubicBezTo>
                <a:cubicBezTo>
                  <a:pt x="844" y="511"/>
                  <a:pt x="844" y="512"/>
                  <a:pt x="843" y="513"/>
                </a:cubicBezTo>
                <a:cubicBezTo>
                  <a:pt x="843" y="513"/>
                  <a:pt x="842" y="513"/>
                  <a:pt x="842" y="513"/>
                </a:cubicBezTo>
                <a:cubicBezTo>
                  <a:pt x="842" y="515"/>
                  <a:pt x="841" y="516"/>
                  <a:pt x="840" y="517"/>
                </a:cubicBezTo>
                <a:cubicBezTo>
                  <a:pt x="840" y="517"/>
                  <a:pt x="840" y="517"/>
                  <a:pt x="840" y="517"/>
                </a:cubicBezTo>
                <a:cubicBezTo>
                  <a:pt x="837" y="520"/>
                  <a:pt x="835" y="524"/>
                  <a:pt x="832" y="527"/>
                </a:cubicBezTo>
                <a:cubicBezTo>
                  <a:pt x="832" y="527"/>
                  <a:pt x="831" y="527"/>
                  <a:pt x="831" y="527"/>
                </a:cubicBezTo>
                <a:cubicBezTo>
                  <a:pt x="830" y="528"/>
                  <a:pt x="829" y="529"/>
                  <a:pt x="829" y="530"/>
                </a:cubicBezTo>
                <a:cubicBezTo>
                  <a:pt x="828" y="530"/>
                  <a:pt x="828" y="530"/>
                  <a:pt x="828" y="530"/>
                </a:cubicBezTo>
                <a:cubicBezTo>
                  <a:pt x="824" y="534"/>
                  <a:pt x="820" y="538"/>
                  <a:pt x="815" y="541"/>
                </a:cubicBezTo>
                <a:cubicBezTo>
                  <a:pt x="815" y="541"/>
                  <a:pt x="815" y="541"/>
                  <a:pt x="815" y="541"/>
                </a:cubicBezTo>
                <a:cubicBezTo>
                  <a:pt x="814" y="542"/>
                  <a:pt x="812" y="543"/>
                  <a:pt x="811" y="544"/>
                </a:cubicBezTo>
                <a:cubicBezTo>
                  <a:pt x="811" y="544"/>
                  <a:pt x="811" y="544"/>
                  <a:pt x="811" y="544"/>
                </a:cubicBezTo>
                <a:cubicBezTo>
                  <a:pt x="807" y="546"/>
                  <a:pt x="804" y="548"/>
                  <a:pt x="800" y="550"/>
                </a:cubicBezTo>
                <a:cubicBezTo>
                  <a:pt x="800" y="550"/>
                  <a:pt x="800" y="550"/>
                  <a:pt x="800" y="551"/>
                </a:cubicBezTo>
                <a:cubicBezTo>
                  <a:pt x="799" y="551"/>
                  <a:pt x="797" y="552"/>
                  <a:pt x="796" y="552"/>
                </a:cubicBezTo>
                <a:cubicBezTo>
                  <a:pt x="796" y="552"/>
                  <a:pt x="796" y="552"/>
                  <a:pt x="795" y="553"/>
                </a:cubicBezTo>
                <a:cubicBezTo>
                  <a:pt x="794" y="553"/>
                  <a:pt x="793" y="554"/>
                  <a:pt x="792" y="554"/>
                </a:cubicBezTo>
                <a:cubicBezTo>
                  <a:pt x="785" y="557"/>
                  <a:pt x="778" y="559"/>
                  <a:pt x="771" y="561"/>
                </a:cubicBezTo>
                <a:cubicBezTo>
                  <a:pt x="770" y="561"/>
                  <a:pt x="768" y="561"/>
                  <a:pt x="766" y="562"/>
                </a:cubicBezTo>
                <a:cubicBezTo>
                  <a:pt x="766" y="562"/>
                  <a:pt x="765" y="562"/>
                  <a:pt x="765" y="562"/>
                </a:cubicBezTo>
                <a:cubicBezTo>
                  <a:pt x="763" y="562"/>
                  <a:pt x="762" y="562"/>
                  <a:pt x="761" y="562"/>
                </a:cubicBezTo>
                <a:cubicBezTo>
                  <a:pt x="760" y="563"/>
                  <a:pt x="760" y="563"/>
                  <a:pt x="759" y="563"/>
                </a:cubicBezTo>
                <a:cubicBezTo>
                  <a:pt x="758" y="563"/>
                  <a:pt x="756" y="563"/>
                  <a:pt x="755" y="563"/>
                </a:cubicBezTo>
                <a:cubicBezTo>
                  <a:pt x="754" y="563"/>
                  <a:pt x="754" y="563"/>
                  <a:pt x="754" y="563"/>
                </a:cubicBezTo>
                <a:cubicBezTo>
                  <a:pt x="752" y="563"/>
                  <a:pt x="751" y="563"/>
                  <a:pt x="749" y="563"/>
                </a:cubicBezTo>
                <a:cubicBezTo>
                  <a:pt x="748" y="563"/>
                  <a:pt x="748" y="563"/>
                  <a:pt x="747" y="563"/>
                </a:cubicBezTo>
                <a:cubicBezTo>
                  <a:pt x="746" y="563"/>
                  <a:pt x="745" y="563"/>
                  <a:pt x="743" y="563"/>
                </a:cubicBezTo>
                <a:cubicBezTo>
                  <a:pt x="743" y="563"/>
                  <a:pt x="742" y="563"/>
                  <a:pt x="742" y="563"/>
                </a:cubicBezTo>
                <a:cubicBezTo>
                  <a:pt x="740" y="563"/>
                  <a:pt x="738" y="563"/>
                  <a:pt x="736" y="563"/>
                </a:cubicBezTo>
                <a:cubicBezTo>
                  <a:pt x="734" y="563"/>
                  <a:pt x="733" y="563"/>
                  <a:pt x="731" y="562"/>
                </a:cubicBezTo>
                <a:cubicBezTo>
                  <a:pt x="730" y="562"/>
                  <a:pt x="730" y="562"/>
                  <a:pt x="729" y="562"/>
                </a:cubicBezTo>
                <a:cubicBezTo>
                  <a:pt x="728" y="562"/>
                  <a:pt x="727" y="562"/>
                  <a:pt x="725" y="562"/>
                </a:cubicBezTo>
                <a:cubicBezTo>
                  <a:pt x="725" y="561"/>
                  <a:pt x="724" y="561"/>
                  <a:pt x="724" y="561"/>
                </a:cubicBezTo>
                <a:cubicBezTo>
                  <a:pt x="722" y="561"/>
                  <a:pt x="720" y="561"/>
                  <a:pt x="719" y="560"/>
                </a:cubicBezTo>
                <a:cubicBezTo>
                  <a:pt x="718" y="560"/>
                  <a:pt x="718" y="560"/>
                  <a:pt x="718" y="560"/>
                </a:cubicBezTo>
                <a:cubicBezTo>
                  <a:pt x="717" y="560"/>
                  <a:pt x="715" y="559"/>
                  <a:pt x="714" y="559"/>
                </a:cubicBezTo>
                <a:cubicBezTo>
                  <a:pt x="713" y="559"/>
                  <a:pt x="712" y="558"/>
                  <a:pt x="712" y="558"/>
                </a:cubicBezTo>
                <a:cubicBezTo>
                  <a:pt x="711" y="558"/>
                  <a:pt x="710" y="558"/>
                  <a:pt x="708" y="557"/>
                </a:cubicBezTo>
                <a:cubicBezTo>
                  <a:pt x="708" y="557"/>
                  <a:pt x="707" y="557"/>
                  <a:pt x="707" y="557"/>
                </a:cubicBezTo>
                <a:cubicBezTo>
                  <a:pt x="705" y="556"/>
                  <a:pt x="704" y="555"/>
                  <a:pt x="702" y="555"/>
                </a:cubicBezTo>
                <a:cubicBezTo>
                  <a:pt x="695" y="552"/>
                  <a:pt x="689" y="549"/>
                  <a:pt x="683" y="545"/>
                </a:cubicBezTo>
                <a:cubicBezTo>
                  <a:pt x="682" y="544"/>
                  <a:pt x="681" y="543"/>
                  <a:pt x="680" y="543"/>
                </a:cubicBezTo>
                <a:cubicBezTo>
                  <a:pt x="679" y="542"/>
                  <a:pt x="679" y="542"/>
                  <a:pt x="679" y="542"/>
                </a:cubicBezTo>
                <a:cubicBezTo>
                  <a:pt x="678" y="541"/>
                  <a:pt x="677" y="541"/>
                  <a:pt x="676" y="540"/>
                </a:cubicBezTo>
                <a:cubicBezTo>
                  <a:pt x="676" y="540"/>
                  <a:pt x="676" y="540"/>
                  <a:pt x="675" y="539"/>
                </a:cubicBezTo>
                <a:cubicBezTo>
                  <a:pt x="672" y="537"/>
                  <a:pt x="669" y="534"/>
                  <a:pt x="666" y="531"/>
                </a:cubicBezTo>
                <a:cubicBezTo>
                  <a:pt x="666" y="531"/>
                  <a:pt x="666" y="531"/>
                  <a:pt x="665" y="531"/>
                </a:cubicBezTo>
                <a:cubicBezTo>
                  <a:pt x="665" y="530"/>
                  <a:pt x="664" y="529"/>
                  <a:pt x="663" y="528"/>
                </a:cubicBezTo>
                <a:cubicBezTo>
                  <a:pt x="663" y="528"/>
                  <a:pt x="662" y="528"/>
                  <a:pt x="662" y="528"/>
                </a:cubicBezTo>
                <a:cubicBezTo>
                  <a:pt x="658" y="524"/>
                  <a:pt x="655" y="520"/>
                  <a:pt x="651" y="515"/>
                </a:cubicBezTo>
                <a:cubicBezTo>
                  <a:pt x="651" y="515"/>
                  <a:pt x="651" y="515"/>
                  <a:pt x="651" y="514"/>
                </a:cubicBezTo>
                <a:cubicBezTo>
                  <a:pt x="650" y="513"/>
                  <a:pt x="649" y="512"/>
                  <a:pt x="649" y="511"/>
                </a:cubicBezTo>
                <a:cubicBezTo>
                  <a:pt x="649" y="511"/>
                  <a:pt x="649" y="511"/>
                  <a:pt x="648" y="511"/>
                </a:cubicBezTo>
                <a:cubicBezTo>
                  <a:pt x="646" y="507"/>
                  <a:pt x="644" y="504"/>
                  <a:pt x="642" y="500"/>
                </a:cubicBezTo>
                <a:cubicBezTo>
                  <a:pt x="642" y="500"/>
                  <a:pt x="642" y="500"/>
                  <a:pt x="642" y="500"/>
                </a:cubicBezTo>
                <a:cubicBezTo>
                  <a:pt x="641" y="498"/>
                  <a:pt x="641" y="497"/>
                  <a:pt x="640" y="496"/>
                </a:cubicBezTo>
                <a:cubicBezTo>
                  <a:pt x="640" y="496"/>
                  <a:pt x="640" y="495"/>
                  <a:pt x="640" y="495"/>
                </a:cubicBezTo>
                <a:cubicBezTo>
                  <a:pt x="639" y="494"/>
                  <a:pt x="639" y="493"/>
                  <a:pt x="638" y="492"/>
                </a:cubicBezTo>
                <a:cubicBezTo>
                  <a:pt x="635" y="484"/>
                  <a:pt x="632" y="475"/>
                  <a:pt x="631" y="466"/>
                </a:cubicBezTo>
                <a:cubicBezTo>
                  <a:pt x="631" y="466"/>
                  <a:pt x="631" y="465"/>
                  <a:pt x="630" y="464"/>
                </a:cubicBezTo>
                <a:cubicBezTo>
                  <a:pt x="630" y="463"/>
                  <a:pt x="630" y="462"/>
                  <a:pt x="630" y="461"/>
                </a:cubicBezTo>
                <a:cubicBezTo>
                  <a:pt x="630" y="460"/>
                  <a:pt x="630" y="460"/>
                  <a:pt x="630" y="459"/>
                </a:cubicBezTo>
                <a:cubicBezTo>
                  <a:pt x="630" y="458"/>
                  <a:pt x="629" y="456"/>
                  <a:pt x="629" y="454"/>
                </a:cubicBezTo>
                <a:cubicBezTo>
                  <a:pt x="629" y="454"/>
                  <a:pt x="629" y="454"/>
                  <a:pt x="629" y="454"/>
                </a:cubicBezTo>
                <a:cubicBezTo>
                  <a:pt x="629" y="452"/>
                  <a:pt x="629" y="450"/>
                  <a:pt x="629" y="449"/>
                </a:cubicBezTo>
                <a:cubicBezTo>
                  <a:pt x="629" y="448"/>
                  <a:pt x="629" y="448"/>
                  <a:pt x="629" y="447"/>
                </a:cubicBezTo>
                <a:cubicBezTo>
                  <a:pt x="629" y="446"/>
                  <a:pt x="629" y="444"/>
                  <a:pt x="629" y="443"/>
                </a:cubicBezTo>
                <a:cubicBezTo>
                  <a:pt x="629" y="443"/>
                  <a:pt x="629" y="442"/>
                  <a:pt x="629" y="441"/>
                </a:cubicBezTo>
                <a:cubicBezTo>
                  <a:pt x="629" y="440"/>
                  <a:pt x="629" y="438"/>
                  <a:pt x="629" y="436"/>
                </a:cubicBezTo>
                <a:cubicBezTo>
                  <a:pt x="630" y="434"/>
                  <a:pt x="630" y="432"/>
                  <a:pt x="630" y="431"/>
                </a:cubicBezTo>
                <a:cubicBezTo>
                  <a:pt x="630" y="430"/>
                  <a:pt x="630" y="430"/>
                  <a:pt x="630" y="429"/>
                </a:cubicBezTo>
                <a:cubicBezTo>
                  <a:pt x="630" y="428"/>
                  <a:pt x="631" y="426"/>
                  <a:pt x="631" y="425"/>
                </a:cubicBezTo>
                <a:cubicBezTo>
                  <a:pt x="631" y="425"/>
                  <a:pt x="631" y="424"/>
                  <a:pt x="631" y="424"/>
                </a:cubicBezTo>
                <a:cubicBezTo>
                  <a:pt x="632" y="422"/>
                  <a:pt x="632" y="420"/>
                  <a:pt x="632" y="418"/>
                </a:cubicBezTo>
                <a:cubicBezTo>
                  <a:pt x="632" y="418"/>
                  <a:pt x="632" y="418"/>
                  <a:pt x="632" y="418"/>
                </a:cubicBezTo>
                <a:cubicBezTo>
                  <a:pt x="633" y="416"/>
                  <a:pt x="633" y="415"/>
                  <a:pt x="634" y="413"/>
                </a:cubicBezTo>
                <a:cubicBezTo>
                  <a:pt x="634" y="413"/>
                  <a:pt x="634" y="412"/>
                  <a:pt x="634" y="412"/>
                </a:cubicBezTo>
                <a:cubicBezTo>
                  <a:pt x="635" y="410"/>
                  <a:pt x="635" y="409"/>
                  <a:pt x="635" y="408"/>
                </a:cubicBezTo>
                <a:cubicBezTo>
                  <a:pt x="635" y="408"/>
                  <a:pt x="636" y="407"/>
                  <a:pt x="636" y="407"/>
                </a:cubicBezTo>
                <a:cubicBezTo>
                  <a:pt x="636" y="405"/>
                  <a:pt x="637" y="403"/>
                  <a:pt x="638" y="402"/>
                </a:cubicBezTo>
                <a:cubicBezTo>
                  <a:pt x="638" y="402"/>
                  <a:pt x="638" y="402"/>
                  <a:pt x="638" y="402"/>
                </a:cubicBezTo>
                <a:cubicBezTo>
                  <a:pt x="640" y="395"/>
                  <a:pt x="644" y="389"/>
                  <a:pt x="648" y="383"/>
                </a:cubicBezTo>
                <a:cubicBezTo>
                  <a:pt x="648" y="382"/>
                  <a:pt x="649" y="380"/>
                  <a:pt x="650" y="379"/>
                </a:cubicBezTo>
                <a:cubicBezTo>
                  <a:pt x="650" y="379"/>
                  <a:pt x="650" y="379"/>
                  <a:pt x="650" y="379"/>
                </a:cubicBezTo>
                <a:cubicBezTo>
                  <a:pt x="651" y="378"/>
                  <a:pt x="652" y="377"/>
                  <a:pt x="653" y="376"/>
                </a:cubicBezTo>
                <a:cubicBezTo>
                  <a:pt x="653" y="375"/>
                  <a:pt x="653" y="375"/>
                  <a:pt x="653" y="375"/>
                </a:cubicBezTo>
                <a:cubicBezTo>
                  <a:pt x="655" y="372"/>
                  <a:pt x="658" y="369"/>
                  <a:pt x="661" y="366"/>
                </a:cubicBezTo>
                <a:cubicBezTo>
                  <a:pt x="661" y="366"/>
                  <a:pt x="661" y="365"/>
                  <a:pt x="661" y="365"/>
                </a:cubicBezTo>
                <a:cubicBezTo>
                  <a:pt x="662" y="364"/>
                  <a:pt x="663" y="363"/>
                  <a:pt x="664" y="363"/>
                </a:cubicBezTo>
                <a:cubicBezTo>
                  <a:pt x="664" y="362"/>
                  <a:pt x="664" y="362"/>
                  <a:pt x="665" y="362"/>
                </a:cubicBezTo>
                <a:cubicBezTo>
                  <a:pt x="669" y="358"/>
                  <a:pt x="673" y="355"/>
                  <a:pt x="677" y="351"/>
                </a:cubicBezTo>
                <a:cubicBezTo>
                  <a:pt x="678" y="351"/>
                  <a:pt x="678" y="351"/>
                  <a:pt x="678" y="351"/>
                </a:cubicBezTo>
                <a:cubicBezTo>
                  <a:pt x="679" y="350"/>
                  <a:pt x="680" y="349"/>
                  <a:pt x="681" y="349"/>
                </a:cubicBezTo>
                <a:cubicBezTo>
                  <a:pt x="681" y="348"/>
                  <a:pt x="682" y="348"/>
                  <a:pt x="682" y="348"/>
                </a:cubicBezTo>
                <a:cubicBezTo>
                  <a:pt x="685" y="346"/>
                  <a:pt x="689" y="344"/>
                  <a:pt x="692" y="342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1"/>
                  <a:pt x="695" y="341"/>
                  <a:pt x="696" y="340"/>
                </a:cubicBezTo>
                <a:cubicBezTo>
                  <a:pt x="697" y="340"/>
                  <a:pt x="697" y="340"/>
                  <a:pt x="697" y="340"/>
                </a:cubicBezTo>
                <a:cubicBezTo>
                  <a:pt x="698" y="339"/>
                  <a:pt x="700" y="339"/>
                  <a:pt x="701" y="338"/>
                </a:cubicBezTo>
                <a:cubicBezTo>
                  <a:pt x="707" y="335"/>
                  <a:pt x="714" y="333"/>
                  <a:pt x="721" y="331"/>
                </a:cubicBezTo>
                <a:cubicBezTo>
                  <a:pt x="723" y="331"/>
                  <a:pt x="725" y="331"/>
                  <a:pt x="726" y="331"/>
                </a:cubicBezTo>
                <a:cubicBezTo>
                  <a:pt x="727" y="330"/>
                  <a:pt x="727" y="330"/>
                  <a:pt x="728" y="330"/>
                </a:cubicBezTo>
                <a:cubicBezTo>
                  <a:pt x="729" y="330"/>
                  <a:pt x="730" y="330"/>
                  <a:pt x="732" y="330"/>
                </a:cubicBezTo>
                <a:cubicBezTo>
                  <a:pt x="732" y="330"/>
                  <a:pt x="733" y="330"/>
                  <a:pt x="733" y="330"/>
                </a:cubicBezTo>
                <a:cubicBezTo>
                  <a:pt x="735" y="329"/>
                  <a:pt x="736" y="329"/>
                  <a:pt x="738" y="329"/>
                </a:cubicBezTo>
                <a:cubicBezTo>
                  <a:pt x="738" y="329"/>
                  <a:pt x="738" y="329"/>
                  <a:pt x="739" y="329"/>
                </a:cubicBezTo>
                <a:cubicBezTo>
                  <a:pt x="740" y="329"/>
                  <a:pt x="742" y="329"/>
                  <a:pt x="744" y="329"/>
                </a:cubicBezTo>
                <a:cubicBezTo>
                  <a:pt x="744" y="329"/>
                  <a:pt x="745" y="329"/>
                  <a:pt x="745" y="329"/>
                </a:cubicBezTo>
                <a:cubicBezTo>
                  <a:pt x="747" y="329"/>
                  <a:pt x="748" y="329"/>
                  <a:pt x="749" y="329"/>
                </a:cubicBezTo>
                <a:cubicBezTo>
                  <a:pt x="750" y="329"/>
                  <a:pt x="750" y="329"/>
                  <a:pt x="751" y="329"/>
                </a:cubicBezTo>
                <a:cubicBezTo>
                  <a:pt x="753" y="329"/>
                  <a:pt x="755" y="329"/>
                  <a:pt x="756" y="329"/>
                </a:cubicBezTo>
                <a:cubicBezTo>
                  <a:pt x="758" y="329"/>
                  <a:pt x="760" y="330"/>
                  <a:pt x="762" y="330"/>
                </a:cubicBezTo>
                <a:cubicBezTo>
                  <a:pt x="762" y="330"/>
                  <a:pt x="763" y="330"/>
                  <a:pt x="763" y="330"/>
                </a:cubicBezTo>
                <a:cubicBezTo>
                  <a:pt x="765" y="330"/>
                  <a:pt x="766" y="330"/>
                  <a:pt x="767" y="331"/>
                </a:cubicBezTo>
                <a:cubicBezTo>
                  <a:pt x="768" y="331"/>
                  <a:pt x="768" y="331"/>
                  <a:pt x="769" y="331"/>
                </a:cubicBezTo>
                <a:cubicBezTo>
                  <a:pt x="771" y="331"/>
                  <a:pt x="772" y="332"/>
                  <a:pt x="774" y="332"/>
                </a:cubicBezTo>
                <a:cubicBezTo>
                  <a:pt x="774" y="332"/>
                  <a:pt x="774" y="332"/>
                  <a:pt x="775" y="332"/>
                </a:cubicBezTo>
                <a:cubicBezTo>
                  <a:pt x="776" y="333"/>
                  <a:pt x="778" y="333"/>
                  <a:pt x="779" y="333"/>
                </a:cubicBezTo>
                <a:cubicBezTo>
                  <a:pt x="780" y="334"/>
                  <a:pt x="780" y="334"/>
                  <a:pt x="781" y="334"/>
                </a:cubicBezTo>
                <a:cubicBezTo>
                  <a:pt x="782" y="334"/>
                  <a:pt x="783" y="335"/>
                  <a:pt x="784" y="335"/>
                </a:cubicBezTo>
                <a:cubicBezTo>
                  <a:pt x="785" y="335"/>
                  <a:pt x="785" y="335"/>
                  <a:pt x="786" y="336"/>
                </a:cubicBezTo>
                <a:cubicBezTo>
                  <a:pt x="787" y="336"/>
                  <a:pt x="789" y="337"/>
                  <a:pt x="791" y="337"/>
                </a:cubicBezTo>
                <a:cubicBezTo>
                  <a:pt x="797" y="340"/>
                  <a:pt x="804" y="344"/>
                  <a:pt x="810" y="347"/>
                </a:cubicBezTo>
                <a:cubicBezTo>
                  <a:pt x="811" y="348"/>
                  <a:pt x="812" y="349"/>
                  <a:pt x="813" y="350"/>
                </a:cubicBezTo>
                <a:cubicBezTo>
                  <a:pt x="813" y="350"/>
                  <a:pt x="813" y="350"/>
                  <a:pt x="814" y="350"/>
                </a:cubicBezTo>
                <a:cubicBezTo>
                  <a:pt x="815" y="351"/>
                  <a:pt x="816" y="352"/>
                  <a:pt x="817" y="352"/>
                </a:cubicBezTo>
                <a:cubicBezTo>
                  <a:pt x="817" y="353"/>
                  <a:pt x="817" y="353"/>
                  <a:pt x="817" y="353"/>
                </a:cubicBezTo>
                <a:cubicBezTo>
                  <a:pt x="821" y="355"/>
                  <a:pt x="824" y="358"/>
                  <a:pt x="827" y="361"/>
                </a:cubicBezTo>
                <a:cubicBezTo>
                  <a:pt x="827" y="361"/>
                  <a:pt x="827" y="361"/>
                  <a:pt x="827" y="361"/>
                </a:cubicBezTo>
                <a:cubicBezTo>
                  <a:pt x="828" y="362"/>
                  <a:pt x="829" y="363"/>
                  <a:pt x="830" y="364"/>
                </a:cubicBezTo>
                <a:cubicBezTo>
                  <a:pt x="830" y="364"/>
                  <a:pt x="830" y="364"/>
                  <a:pt x="831" y="364"/>
                </a:cubicBezTo>
                <a:cubicBezTo>
                  <a:pt x="834" y="368"/>
                  <a:pt x="838" y="373"/>
                  <a:pt x="841" y="377"/>
                </a:cubicBezTo>
                <a:cubicBezTo>
                  <a:pt x="841" y="377"/>
                  <a:pt x="842" y="378"/>
                  <a:pt x="842" y="378"/>
                </a:cubicBezTo>
                <a:cubicBezTo>
                  <a:pt x="842" y="379"/>
                  <a:pt x="843" y="380"/>
                  <a:pt x="844" y="381"/>
                </a:cubicBezTo>
                <a:cubicBezTo>
                  <a:pt x="844" y="381"/>
                  <a:pt x="844" y="381"/>
                  <a:pt x="844" y="382"/>
                </a:cubicBezTo>
                <a:cubicBezTo>
                  <a:pt x="847" y="385"/>
                  <a:pt x="849" y="389"/>
                  <a:pt x="851" y="392"/>
                </a:cubicBezTo>
                <a:cubicBezTo>
                  <a:pt x="851" y="392"/>
                  <a:pt x="851" y="393"/>
                  <a:pt x="851" y="393"/>
                </a:cubicBezTo>
                <a:cubicBezTo>
                  <a:pt x="851" y="394"/>
                  <a:pt x="852" y="395"/>
                  <a:pt x="852" y="396"/>
                </a:cubicBezTo>
                <a:cubicBezTo>
                  <a:pt x="853" y="396"/>
                  <a:pt x="853" y="397"/>
                  <a:pt x="853" y="397"/>
                </a:cubicBezTo>
                <a:cubicBezTo>
                  <a:pt x="853" y="398"/>
                  <a:pt x="854" y="399"/>
                  <a:pt x="854" y="401"/>
                </a:cubicBezTo>
                <a:cubicBezTo>
                  <a:pt x="857" y="407"/>
                  <a:pt x="859" y="414"/>
                  <a:pt x="861" y="421"/>
                </a:cubicBezTo>
                <a:cubicBezTo>
                  <a:pt x="861" y="423"/>
                  <a:pt x="862" y="424"/>
                  <a:pt x="862" y="426"/>
                </a:cubicBezTo>
                <a:cubicBezTo>
                  <a:pt x="862" y="427"/>
                  <a:pt x="862" y="427"/>
                  <a:pt x="862" y="428"/>
                </a:cubicBezTo>
                <a:cubicBezTo>
                  <a:pt x="862" y="429"/>
                  <a:pt x="863" y="430"/>
                  <a:pt x="863" y="431"/>
                </a:cubicBezTo>
                <a:cubicBezTo>
                  <a:pt x="863" y="432"/>
                  <a:pt x="863" y="433"/>
                  <a:pt x="863" y="433"/>
                </a:cubicBezTo>
                <a:cubicBezTo>
                  <a:pt x="863" y="435"/>
                  <a:pt x="863" y="436"/>
                  <a:pt x="863" y="438"/>
                </a:cubicBezTo>
                <a:cubicBezTo>
                  <a:pt x="863" y="438"/>
                  <a:pt x="863" y="438"/>
                  <a:pt x="863" y="438"/>
                </a:cubicBezTo>
                <a:cubicBezTo>
                  <a:pt x="863" y="440"/>
                  <a:pt x="864" y="442"/>
                  <a:pt x="864" y="444"/>
                </a:cubicBezTo>
                <a:lnTo>
                  <a:pt x="864" y="445"/>
                </a:lnTo>
                <a:cubicBezTo>
                  <a:pt x="864" y="447"/>
                  <a:pt x="864" y="448"/>
                  <a:pt x="864" y="449"/>
                </a:cubicBezTo>
                <a:cubicBezTo>
                  <a:pt x="864" y="450"/>
                  <a:pt x="864" y="450"/>
                  <a:pt x="864" y="451"/>
                </a:cubicBezTo>
                <a:cubicBezTo>
                  <a:pt x="863" y="453"/>
                  <a:pt x="863" y="454"/>
                  <a:pt x="863" y="456"/>
                </a:cubicBezTo>
                <a:cubicBezTo>
                  <a:pt x="863" y="458"/>
                  <a:pt x="863" y="460"/>
                  <a:pt x="863" y="462"/>
                </a:cubicBezTo>
                <a:close/>
                <a:moveTo>
                  <a:pt x="942" y="498"/>
                </a:moveTo>
                <a:lnTo>
                  <a:pt x="948" y="429"/>
                </a:lnTo>
                <a:lnTo>
                  <a:pt x="908" y="425"/>
                </a:lnTo>
                <a:cubicBezTo>
                  <a:pt x="906" y="406"/>
                  <a:pt x="900" y="387"/>
                  <a:pt x="891" y="370"/>
                </a:cubicBezTo>
                <a:lnTo>
                  <a:pt x="922" y="344"/>
                </a:lnTo>
                <a:lnTo>
                  <a:pt x="877" y="291"/>
                </a:lnTo>
                <a:lnTo>
                  <a:pt x="846" y="317"/>
                </a:lnTo>
                <a:cubicBezTo>
                  <a:pt x="831" y="305"/>
                  <a:pt x="814" y="296"/>
                  <a:pt x="795" y="290"/>
                </a:cubicBezTo>
                <a:lnTo>
                  <a:pt x="798" y="250"/>
                </a:lnTo>
                <a:lnTo>
                  <a:pt x="729" y="244"/>
                </a:lnTo>
                <a:lnTo>
                  <a:pt x="725" y="284"/>
                </a:lnTo>
                <a:cubicBezTo>
                  <a:pt x="706" y="287"/>
                  <a:pt x="687" y="293"/>
                  <a:pt x="670" y="302"/>
                </a:cubicBezTo>
                <a:lnTo>
                  <a:pt x="644" y="271"/>
                </a:lnTo>
                <a:lnTo>
                  <a:pt x="591" y="316"/>
                </a:lnTo>
                <a:lnTo>
                  <a:pt x="617" y="346"/>
                </a:lnTo>
                <a:cubicBezTo>
                  <a:pt x="605" y="362"/>
                  <a:pt x="596" y="379"/>
                  <a:pt x="590" y="398"/>
                </a:cubicBezTo>
                <a:lnTo>
                  <a:pt x="550" y="394"/>
                </a:lnTo>
                <a:lnTo>
                  <a:pt x="544" y="464"/>
                </a:lnTo>
                <a:lnTo>
                  <a:pt x="584" y="467"/>
                </a:lnTo>
                <a:cubicBezTo>
                  <a:pt x="587" y="487"/>
                  <a:pt x="593" y="505"/>
                  <a:pt x="602" y="522"/>
                </a:cubicBezTo>
                <a:lnTo>
                  <a:pt x="571" y="548"/>
                </a:lnTo>
                <a:lnTo>
                  <a:pt x="616" y="601"/>
                </a:lnTo>
                <a:lnTo>
                  <a:pt x="647" y="575"/>
                </a:lnTo>
                <a:cubicBezTo>
                  <a:pt x="662" y="587"/>
                  <a:pt x="679" y="596"/>
                  <a:pt x="698" y="602"/>
                </a:cubicBezTo>
                <a:lnTo>
                  <a:pt x="694" y="642"/>
                </a:lnTo>
                <a:lnTo>
                  <a:pt x="764" y="648"/>
                </a:lnTo>
                <a:lnTo>
                  <a:pt x="767" y="608"/>
                </a:lnTo>
                <a:cubicBezTo>
                  <a:pt x="787" y="606"/>
                  <a:pt x="805" y="600"/>
                  <a:pt x="822" y="591"/>
                </a:cubicBezTo>
                <a:lnTo>
                  <a:pt x="848" y="621"/>
                </a:lnTo>
                <a:lnTo>
                  <a:pt x="901" y="577"/>
                </a:lnTo>
                <a:lnTo>
                  <a:pt x="876" y="546"/>
                </a:lnTo>
                <a:cubicBezTo>
                  <a:pt x="887" y="531"/>
                  <a:pt x="896" y="513"/>
                  <a:pt x="902" y="494"/>
                </a:cubicBezTo>
                <a:lnTo>
                  <a:pt x="942" y="498"/>
                </a:lnTo>
                <a:close/>
              </a:path>
            </a:pathLst>
          </a:custGeom>
          <a:solidFill>
            <a:srgbClr val="95944F"/>
          </a:solidFill>
          <a:ln>
            <a:noFill/>
          </a:ln>
        </p:spPr>
        <p:txBody>
          <a:bodyPr/>
          <a:lstStyle/>
          <a:p>
            <a:endParaRPr lang="zh-CN" altLang="en-US" sz="1800">
              <a:solidFill>
                <a:srgbClr val="95944F"/>
              </a:solidFill>
            </a:endParaRPr>
          </a:p>
        </p:txBody>
      </p:sp>
      <p:sp>
        <p:nvSpPr>
          <p:cNvPr id="7" name="Freeform 12" title=""/>
          <p:cNvSpPr>
            <a:spLocks noEditPoints="1"/>
          </p:cNvSpPr>
          <p:nvPr/>
        </p:nvSpPr>
        <p:spPr bwMode="auto">
          <a:xfrm>
            <a:off x="5646120" y="2345051"/>
            <a:ext cx="852155" cy="822004"/>
          </a:xfrm>
          <a:custGeom>
            <a:gdLst>
              <a:gd name="T0" fmla="*/ 355342 w 1022"/>
              <a:gd name="T1" fmla="*/ 745417 h 973"/>
              <a:gd name="T2" fmla="*/ 355342 w 1022"/>
              <a:gd name="T3" fmla="*/ 782603 h 973"/>
              <a:gd name="T4" fmla="*/ 516331 w 1022"/>
              <a:gd name="T5" fmla="*/ 764010 h 973"/>
              <a:gd name="T6" fmla="*/ 497146 w 1022"/>
              <a:gd name="T7" fmla="*/ 687102 h 973"/>
              <a:gd name="T8" fmla="*/ 355342 w 1022"/>
              <a:gd name="T9" fmla="*/ 687102 h 973"/>
              <a:gd name="T10" fmla="*/ 355342 w 1022"/>
              <a:gd name="T11" fmla="*/ 725133 h 973"/>
              <a:gd name="T12" fmla="*/ 516331 w 1022"/>
              <a:gd name="T13" fmla="*/ 705695 h 973"/>
              <a:gd name="T14" fmla="*/ 426244 w 1022"/>
              <a:gd name="T15" fmla="*/ 822325 h 973"/>
              <a:gd name="T16" fmla="*/ 487970 w 1022"/>
              <a:gd name="T17" fmla="*/ 799506 h 973"/>
              <a:gd name="T18" fmla="*/ 426244 w 1022"/>
              <a:gd name="T19" fmla="*/ 822325 h 973"/>
              <a:gd name="T20" fmla="*/ 428746 w 1022"/>
              <a:gd name="T21" fmla="*/ 220583 h 973"/>
              <a:gd name="T22" fmla="*/ 226885 w 1022"/>
              <a:gd name="T23" fmla="*/ 410740 h 973"/>
              <a:gd name="T24" fmla="*/ 347001 w 1022"/>
              <a:gd name="T25" fmla="*/ 665128 h 973"/>
              <a:gd name="T26" fmla="*/ 428746 w 1022"/>
              <a:gd name="T27" fmla="*/ 671044 h 973"/>
              <a:gd name="T28" fmla="*/ 528843 w 1022"/>
              <a:gd name="T29" fmla="*/ 609349 h 973"/>
              <a:gd name="T30" fmla="*/ 428746 w 1022"/>
              <a:gd name="T31" fmla="*/ 220583 h 973"/>
              <a:gd name="T32" fmla="*/ 167662 w 1022"/>
              <a:gd name="T33" fmla="*/ 445391 h 973"/>
              <a:gd name="T34" fmla="*/ 32531 w 1022"/>
              <a:gd name="T35" fmla="*/ 418346 h 973"/>
              <a:gd name="T36" fmla="*/ 32531 w 1022"/>
              <a:gd name="T37" fmla="*/ 471590 h 973"/>
              <a:gd name="T38" fmla="*/ 167662 w 1022"/>
              <a:gd name="T39" fmla="*/ 445391 h 973"/>
              <a:gd name="T40" fmla="*/ 819957 w 1022"/>
              <a:gd name="T41" fmla="*/ 418346 h 973"/>
              <a:gd name="T42" fmla="*/ 685661 w 1022"/>
              <a:gd name="T43" fmla="*/ 445391 h 973"/>
              <a:gd name="T44" fmla="*/ 819957 w 1022"/>
              <a:gd name="T45" fmla="*/ 471590 h 973"/>
              <a:gd name="T46" fmla="*/ 819957 w 1022"/>
              <a:gd name="T47" fmla="*/ 418346 h 973"/>
              <a:gd name="T48" fmla="*/ 652295 w 1022"/>
              <a:gd name="T49" fmla="*/ 250163 h 973"/>
              <a:gd name="T50" fmla="*/ 729036 w 1022"/>
              <a:gd name="T51" fmla="*/ 134378 h 973"/>
              <a:gd name="T52" fmla="*/ 614759 w 1022"/>
              <a:gd name="T53" fmla="*/ 212131 h 973"/>
              <a:gd name="T54" fmla="*/ 652295 w 1022"/>
              <a:gd name="T55" fmla="*/ 250163 h 973"/>
              <a:gd name="T56" fmla="*/ 423742 w 1022"/>
              <a:gd name="T57" fmla="*/ 169874 h 973"/>
              <a:gd name="T58" fmla="*/ 450434 w 1022"/>
              <a:gd name="T59" fmla="*/ 32961 h 973"/>
              <a:gd name="T60" fmla="*/ 397049 w 1022"/>
              <a:gd name="T61" fmla="*/ 32961 h 973"/>
              <a:gd name="T62" fmla="*/ 423742 w 1022"/>
              <a:gd name="T63" fmla="*/ 169874 h 973"/>
              <a:gd name="T64" fmla="*/ 191017 w 1022"/>
              <a:gd name="T65" fmla="*/ 239176 h 973"/>
              <a:gd name="T66" fmla="*/ 228554 w 1022"/>
              <a:gd name="T67" fmla="*/ 201144 h 973"/>
              <a:gd name="T68" fmla="*/ 114277 w 1022"/>
              <a:gd name="T69" fmla="*/ 123391 h 973"/>
              <a:gd name="T70" fmla="*/ 191017 w 1022"/>
              <a:gd name="T71" fmla="*/ 239176 h 973"/>
              <a:gd name="T72" fmla="*/ 200193 w 1022"/>
              <a:gd name="T73" fmla="*/ 638929 h 973"/>
              <a:gd name="T74" fmla="*/ 123452 w 1022"/>
              <a:gd name="T75" fmla="*/ 755559 h 973"/>
              <a:gd name="T76" fmla="*/ 237729 w 1022"/>
              <a:gd name="T77" fmla="*/ 677805 h 973"/>
              <a:gd name="T78" fmla="*/ 200193 w 1022"/>
              <a:gd name="T79" fmla="*/ 638929 h 973"/>
              <a:gd name="T80" fmla="*/ 661471 w 1022"/>
              <a:gd name="T81" fmla="*/ 649916 h 973"/>
              <a:gd name="T82" fmla="*/ 623934 w 1022"/>
              <a:gd name="T83" fmla="*/ 687947 h 973"/>
              <a:gd name="T84" fmla="*/ 738211 w 1022"/>
              <a:gd name="T85" fmla="*/ 765700 h 973"/>
              <a:gd name="T86" fmla="*/ 661471 w 1022"/>
              <a:gd name="T87" fmla="*/ 649916 h 973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1022" h="973">
                <a:moveTo>
                  <a:pt x="596" y="882"/>
                </a:moveTo>
                <a:lnTo>
                  <a:pt x="426" y="882"/>
                </a:lnTo>
                <a:cubicBezTo>
                  <a:pt x="414" y="882"/>
                  <a:pt x="403" y="892"/>
                  <a:pt x="403" y="904"/>
                </a:cubicBezTo>
                <a:cubicBezTo>
                  <a:pt x="403" y="916"/>
                  <a:pt x="414" y="926"/>
                  <a:pt x="426" y="926"/>
                </a:cubicBezTo>
                <a:lnTo>
                  <a:pt x="596" y="926"/>
                </a:lnTo>
                <a:cubicBezTo>
                  <a:pt x="609" y="926"/>
                  <a:pt x="619" y="916"/>
                  <a:pt x="619" y="904"/>
                </a:cubicBezTo>
                <a:cubicBezTo>
                  <a:pt x="619" y="892"/>
                  <a:pt x="609" y="882"/>
                  <a:pt x="596" y="882"/>
                </a:cubicBezTo>
                <a:close/>
                <a:moveTo>
                  <a:pt x="596" y="813"/>
                </a:moveTo>
                <a:lnTo>
                  <a:pt x="596" y="813"/>
                </a:lnTo>
                <a:lnTo>
                  <a:pt x="426" y="813"/>
                </a:lnTo>
                <a:cubicBezTo>
                  <a:pt x="414" y="813"/>
                  <a:pt x="403" y="823"/>
                  <a:pt x="403" y="835"/>
                </a:cubicBezTo>
                <a:cubicBezTo>
                  <a:pt x="403" y="848"/>
                  <a:pt x="414" y="858"/>
                  <a:pt x="426" y="858"/>
                </a:cubicBezTo>
                <a:lnTo>
                  <a:pt x="596" y="858"/>
                </a:lnTo>
                <a:cubicBezTo>
                  <a:pt x="609" y="858"/>
                  <a:pt x="619" y="848"/>
                  <a:pt x="619" y="835"/>
                </a:cubicBezTo>
                <a:cubicBezTo>
                  <a:pt x="619" y="823"/>
                  <a:pt x="609" y="813"/>
                  <a:pt x="596" y="813"/>
                </a:cubicBezTo>
                <a:close/>
                <a:moveTo>
                  <a:pt x="511" y="973"/>
                </a:moveTo>
                <a:lnTo>
                  <a:pt x="511" y="973"/>
                </a:lnTo>
                <a:lnTo>
                  <a:pt x="585" y="946"/>
                </a:lnTo>
                <a:lnTo>
                  <a:pt x="437" y="946"/>
                </a:lnTo>
                <a:lnTo>
                  <a:pt x="511" y="973"/>
                </a:lnTo>
                <a:close/>
                <a:moveTo>
                  <a:pt x="514" y="261"/>
                </a:moveTo>
                <a:lnTo>
                  <a:pt x="514" y="261"/>
                </a:lnTo>
                <a:lnTo>
                  <a:pt x="508" y="261"/>
                </a:lnTo>
                <a:cubicBezTo>
                  <a:pt x="384" y="261"/>
                  <a:pt x="272" y="362"/>
                  <a:pt x="272" y="486"/>
                </a:cubicBezTo>
                <a:cubicBezTo>
                  <a:pt x="272" y="611"/>
                  <a:pt x="377" y="682"/>
                  <a:pt x="388" y="721"/>
                </a:cubicBezTo>
                <a:cubicBezTo>
                  <a:pt x="398" y="759"/>
                  <a:pt x="388" y="778"/>
                  <a:pt x="416" y="787"/>
                </a:cubicBezTo>
                <a:cubicBezTo>
                  <a:pt x="444" y="796"/>
                  <a:pt x="508" y="794"/>
                  <a:pt x="508" y="794"/>
                </a:cubicBezTo>
                <a:lnTo>
                  <a:pt x="514" y="794"/>
                </a:lnTo>
                <a:cubicBezTo>
                  <a:pt x="514" y="794"/>
                  <a:pt x="578" y="796"/>
                  <a:pt x="606" y="787"/>
                </a:cubicBezTo>
                <a:cubicBezTo>
                  <a:pt x="634" y="778"/>
                  <a:pt x="624" y="759"/>
                  <a:pt x="634" y="721"/>
                </a:cubicBezTo>
                <a:cubicBezTo>
                  <a:pt x="645" y="682"/>
                  <a:pt x="750" y="611"/>
                  <a:pt x="750" y="486"/>
                </a:cubicBezTo>
                <a:cubicBezTo>
                  <a:pt x="750" y="362"/>
                  <a:pt x="638" y="261"/>
                  <a:pt x="514" y="261"/>
                </a:cubicBezTo>
                <a:close/>
                <a:moveTo>
                  <a:pt x="201" y="527"/>
                </a:moveTo>
                <a:lnTo>
                  <a:pt x="201" y="527"/>
                </a:lnTo>
                <a:cubicBezTo>
                  <a:pt x="201" y="509"/>
                  <a:pt x="183" y="495"/>
                  <a:pt x="162" y="495"/>
                </a:cubicBezTo>
                <a:lnTo>
                  <a:pt x="39" y="495"/>
                </a:lnTo>
                <a:cubicBezTo>
                  <a:pt x="17" y="495"/>
                  <a:pt x="0" y="509"/>
                  <a:pt x="0" y="527"/>
                </a:cubicBezTo>
                <a:cubicBezTo>
                  <a:pt x="0" y="544"/>
                  <a:pt x="17" y="558"/>
                  <a:pt x="39" y="558"/>
                </a:cubicBezTo>
                <a:lnTo>
                  <a:pt x="162" y="558"/>
                </a:lnTo>
                <a:cubicBezTo>
                  <a:pt x="183" y="558"/>
                  <a:pt x="201" y="544"/>
                  <a:pt x="201" y="527"/>
                </a:cubicBezTo>
                <a:close/>
                <a:moveTo>
                  <a:pt x="983" y="495"/>
                </a:moveTo>
                <a:lnTo>
                  <a:pt x="983" y="495"/>
                </a:lnTo>
                <a:lnTo>
                  <a:pt x="860" y="495"/>
                </a:lnTo>
                <a:cubicBezTo>
                  <a:pt x="839" y="495"/>
                  <a:pt x="822" y="509"/>
                  <a:pt x="822" y="527"/>
                </a:cubicBezTo>
                <a:cubicBezTo>
                  <a:pt x="822" y="544"/>
                  <a:pt x="839" y="558"/>
                  <a:pt x="860" y="558"/>
                </a:cubicBezTo>
                <a:lnTo>
                  <a:pt x="983" y="558"/>
                </a:lnTo>
                <a:cubicBezTo>
                  <a:pt x="1005" y="558"/>
                  <a:pt x="1022" y="544"/>
                  <a:pt x="1022" y="527"/>
                </a:cubicBezTo>
                <a:cubicBezTo>
                  <a:pt x="1022" y="509"/>
                  <a:pt x="1005" y="495"/>
                  <a:pt x="983" y="495"/>
                </a:cubicBezTo>
                <a:close/>
                <a:moveTo>
                  <a:pt x="782" y="296"/>
                </a:moveTo>
                <a:lnTo>
                  <a:pt x="782" y="296"/>
                </a:lnTo>
                <a:lnTo>
                  <a:pt x="869" y="209"/>
                </a:lnTo>
                <a:cubicBezTo>
                  <a:pt x="885" y="194"/>
                  <a:pt x="887" y="172"/>
                  <a:pt x="874" y="159"/>
                </a:cubicBezTo>
                <a:cubicBezTo>
                  <a:pt x="862" y="147"/>
                  <a:pt x="839" y="149"/>
                  <a:pt x="824" y="164"/>
                </a:cubicBezTo>
                <a:lnTo>
                  <a:pt x="737" y="251"/>
                </a:lnTo>
                <a:cubicBezTo>
                  <a:pt x="722" y="266"/>
                  <a:pt x="720" y="289"/>
                  <a:pt x="732" y="301"/>
                </a:cubicBezTo>
                <a:cubicBezTo>
                  <a:pt x="745" y="314"/>
                  <a:pt x="767" y="311"/>
                  <a:pt x="782" y="296"/>
                </a:cubicBezTo>
                <a:close/>
                <a:moveTo>
                  <a:pt x="508" y="201"/>
                </a:moveTo>
                <a:lnTo>
                  <a:pt x="508" y="201"/>
                </a:lnTo>
                <a:cubicBezTo>
                  <a:pt x="526" y="201"/>
                  <a:pt x="540" y="183"/>
                  <a:pt x="540" y="162"/>
                </a:cubicBezTo>
                <a:lnTo>
                  <a:pt x="540" y="39"/>
                </a:lnTo>
                <a:cubicBezTo>
                  <a:pt x="540" y="18"/>
                  <a:pt x="526" y="0"/>
                  <a:pt x="508" y="0"/>
                </a:cubicBezTo>
                <a:cubicBezTo>
                  <a:pt x="491" y="0"/>
                  <a:pt x="476" y="18"/>
                  <a:pt x="476" y="39"/>
                </a:cubicBezTo>
                <a:lnTo>
                  <a:pt x="476" y="162"/>
                </a:lnTo>
                <a:cubicBezTo>
                  <a:pt x="476" y="183"/>
                  <a:pt x="491" y="201"/>
                  <a:pt x="508" y="201"/>
                </a:cubicBezTo>
                <a:close/>
                <a:moveTo>
                  <a:pt x="229" y="283"/>
                </a:moveTo>
                <a:lnTo>
                  <a:pt x="229" y="283"/>
                </a:lnTo>
                <a:cubicBezTo>
                  <a:pt x="244" y="299"/>
                  <a:pt x="267" y="301"/>
                  <a:pt x="279" y="288"/>
                </a:cubicBezTo>
                <a:cubicBezTo>
                  <a:pt x="292" y="276"/>
                  <a:pt x="289" y="254"/>
                  <a:pt x="274" y="238"/>
                </a:cubicBezTo>
                <a:lnTo>
                  <a:pt x="187" y="151"/>
                </a:lnTo>
                <a:cubicBezTo>
                  <a:pt x="172" y="136"/>
                  <a:pt x="149" y="134"/>
                  <a:pt x="137" y="146"/>
                </a:cubicBezTo>
                <a:cubicBezTo>
                  <a:pt x="125" y="159"/>
                  <a:pt x="127" y="181"/>
                  <a:pt x="142" y="196"/>
                </a:cubicBezTo>
                <a:lnTo>
                  <a:pt x="229" y="283"/>
                </a:lnTo>
                <a:close/>
                <a:moveTo>
                  <a:pt x="240" y="756"/>
                </a:moveTo>
                <a:lnTo>
                  <a:pt x="240" y="756"/>
                </a:lnTo>
                <a:lnTo>
                  <a:pt x="153" y="843"/>
                </a:lnTo>
                <a:cubicBezTo>
                  <a:pt x="137" y="859"/>
                  <a:pt x="135" y="881"/>
                  <a:pt x="148" y="894"/>
                </a:cubicBezTo>
                <a:cubicBezTo>
                  <a:pt x="160" y="906"/>
                  <a:pt x="183" y="904"/>
                  <a:pt x="198" y="889"/>
                </a:cubicBezTo>
                <a:lnTo>
                  <a:pt x="285" y="802"/>
                </a:lnTo>
                <a:cubicBezTo>
                  <a:pt x="300" y="786"/>
                  <a:pt x="302" y="764"/>
                  <a:pt x="290" y="751"/>
                </a:cubicBezTo>
                <a:cubicBezTo>
                  <a:pt x="277" y="739"/>
                  <a:pt x="255" y="741"/>
                  <a:pt x="240" y="756"/>
                </a:cubicBezTo>
                <a:close/>
                <a:moveTo>
                  <a:pt x="793" y="769"/>
                </a:moveTo>
                <a:lnTo>
                  <a:pt x="793" y="769"/>
                </a:lnTo>
                <a:cubicBezTo>
                  <a:pt x="778" y="754"/>
                  <a:pt x="755" y="752"/>
                  <a:pt x="743" y="764"/>
                </a:cubicBezTo>
                <a:cubicBezTo>
                  <a:pt x="731" y="777"/>
                  <a:pt x="733" y="799"/>
                  <a:pt x="748" y="814"/>
                </a:cubicBezTo>
                <a:lnTo>
                  <a:pt x="835" y="901"/>
                </a:lnTo>
                <a:cubicBezTo>
                  <a:pt x="850" y="916"/>
                  <a:pt x="873" y="919"/>
                  <a:pt x="885" y="906"/>
                </a:cubicBezTo>
                <a:cubicBezTo>
                  <a:pt x="897" y="894"/>
                  <a:pt x="895" y="871"/>
                  <a:pt x="880" y="856"/>
                </a:cubicBezTo>
                <a:lnTo>
                  <a:pt x="793" y="769"/>
                </a:lnTo>
                <a:close/>
              </a:path>
            </a:pathLst>
          </a:custGeom>
          <a:solidFill>
            <a:srgbClr val="95944F"/>
          </a:solidFill>
          <a:ln>
            <a:noFill/>
          </a:ln>
        </p:spPr>
        <p:txBody>
          <a:bodyPr/>
          <a:lstStyle/>
          <a:p>
            <a:endParaRPr lang="zh-CN" altLang="en-US" sz="1800">
              <a:solidFill>
                <a:srgbClr val="95944F"/>
              </a:solidFill>
            </a:endParaRPr>
          </a:p>
        </p:txBody>
      </p:sp>
      <p:sp>
        <p:nvSpPr>
          <p:cNvPr id="8" name="Freeform 13" title=""/>
          <p:cNvSpPr>
            <a:spLocks noEditPoints="1"/>
          </p:cNvSpPr>
          <p:nvPr/>
        </p:nvSpPr>
        <p:spPr bwMode="auto">
          <a:xfrm>
            <a:off x="3246758" y="2421221"/>
            <a:ext cx="798201" cy="749007"/>
          </a:xfrm>
          <a:custGeom>
            <a:gdLst>
              <a:gd name="T0" fmla="*/ 0 w 957"/>
              <a:gd name="T1" fmla="*/ 442807 h 885"/>
              <a:gd name="T2" fmla="*/ 307056 w 957"/>
              <a:gd name="T3" fmla="*/ 749300 h 885"/>
              <a:gd name="T4" fmla="*/ 538183 w 957"/>
              <a:gd name="T5" fmla="*/ 708660 h 885"/>
              <a:gd name="T6" fmla="*/ 485616 w 957"/>
              <a:gd name="T7" fmla="*/ 331047 h 885"/>
              <a:gd name="T8" fmla="*/ 473100 w 957"/>
              <a:gd name="T9" fmla="*/ 695960 h 885"/>
              <a:gd name="T10" fmla="*/ 313731 w 957"/>
              <a:gd name="T11" fmla="*/ 627380 h 885"/>
              <a:gd name="T12" fmla="*/ 270343 w 957"/>
              <a:gd name="T13" fmla="*/ 436880 h 885"/>
              <a:gd name="T14" fmla="*/ 55070 w 957"/>
              <a:gd name="T15" fmla="*/ 430953 h 885"/>
              <a:gd name="T16" fmla="*/ 61745 w 957"/>
              <a:gd name="T17" fmla="*/ 137160 h 885"/>
              <a:gd name="T18" fmla="*/ 313731 w 957"/>
              <a:gd name="T19" fmla="*/ 77893 h 885"/>
              <a:gd name="T20" fmla="*/ 0 w 957"/>
              <a:gd name="T21" fmla="*/ 131233 h 885"/>
              <a:gd name="T22" fmla="*/ 448903 w 957"/>
              <a:gd name="T23" fmla="*/ 154093 h 885"/>
              <a:gd name="T24" fmla="*/ 421368 w 957"/>
              <a:gd name="T25" fmla="*/ 122767 h 885"/>
              <a:gd name="T26" fmla="*/ 443062 w 957"/>
              <a:gd name="T27" fmla="*/ 104140 h 885"/>
              <a:gd name="T28" fmla="*/ 498132 w 957"/>
              <a:gd name="T29" fmla="*/ 104140 h 885"/>
              <a:gd name="T30" fmla="*/ 520661 w 957"/>
              <a:gd name="T31" fmla="*/ 122767 h 885"/>
              <a:gd name="T32" fmla="*/ 493126 w 957"/>
              <a:gd name="T33" fmla="*/ 154093 h 885"/>
              <a:gd name="T34" fmla="*/ 520661 w 957"/>
              <a:gd name="T35" fmla="*/ 186267 h 885"/>
              <a:gd name="T36" fmla="*/ 498132 w 957"/>
              <a:gd name="T37" fmla="*/ 204893 h 885"/>
              <a:gd name="T38" fmla="*/ 443062 w 957"/>
              <a:gd name="T39" fmla="*/ 204893 h 885"/>
              <a:gd name="T40" fmla="*/ 421368 w 957"/>
              <a:gd name="T41" fmla="*/ 186267 h 885"/>
              <a:gd name="T42" fmla="*/ 650826 w 957"/>
              <a:gd name="T43" fmla="*/ 281093 h 885"/>
              <a:gd name="T44" fmla="*/ 787666 w 957"/>
              <a:gd name="T45" fmla="*/ 459740 h 885"/>
              <a:gd name="T46" fmla="*/ 732596 w 957"/>
              <a:gd name="T47" fmla="*/ 475827 h 885"/>
              <a:gd name="T48" fmla="*/ 650826 w 957"/>
              <a:gd name="T49" fmla="*/ 281093 h 885"/>
              <a:gd name="T50" fmla="*/ 569055 w 957"/>
              <a:gd name="T51" fmla="*/ 55033 h 885"/>
              <a:gd name="T52" fmla="*/ 629131 w 957"/>
              <a:gd name="T53" fmla="*/ 280247 h 885"/>
              <a:gd name="T54" fmla="*/ 601597 w 957"/>
              <a:gd name="T55" fmla="*/ 314960 h 885"/>
              <a:gd name="T56" fmla="*/ 550699 w 957"/>
              <a:gd name="T57" fmla="*/ 270087 h 885"/>
              <a:gd name="T58" fmla="*/ 372973 w 957"/>
              <a:gd name="T59" fmla="*/ 55033 h 885"/>
              <a:gd name="T60" fmla="*/ 536514 w 957"/>
              <a:gd name="T61" fmla="*/ 88053 h 885"/>
              <a:gd name="T62" fmla="*/ 405514 w 957"/>
              <a:gd name="T63" fmla="*/ 220980 h 885"/>
              <a:gd name="T64" fmla="*/ 255324 w 957"/>
              <a:gd name="T65" fmla="*/ 651933 h 885"/>
              <a:gd name="T66" fmla="*/ 98458 w 957"/>
              <a:gd name="T67" fmla="*/ 490220 h 885"/>
              <a:gd name="T68" fmla="*/ 255324 w 957"/>
              <a:gd name="T69" fmla="*/ 651933 h 885"/>
              <a:gd name="T70" fmla="*/ 91783 w 957"/>
              <a:gd name="T71" fmla="*/ 211667 h 885"/>
              <a:gd name="T72" fmla="*/ 313731 w 957"/>
              <a:gd name="T73" fmla="*/ 224367 h 885"/>
              <a:gd name="T74" fmla="*/ 199420 w 957"/>
              <a:gd name="T75" fmla="*/ 181187 h 885"/>
              <a:gd name="T76" fmla="*/ 91783 w 957"/>
              <a:gd name="T77" fmla="*/ 342900 h 885"/>
              <a:gd name="T78" fmla="*/ 100961 w 957"/>
              <a:gd name="T79" fmla="*/ 381000 h 885"/>
              <a:gd name="T80" fmla="*/ 316235 w 957"/>
              <a:gd name="T81" fmla="*/ 340360 h 885"/>
              <a:gd name="T82" fmla="*/ 91783 w 957"/>
              <a:gd name="T83" fmla="*/ 342900 h 885"/>
              <a:gd name="T84" fmla="*/ 91783 w 957"/>
              <a:gd name="T85" fmla="*/ 290407 h 885"/>
              <a:gd name="T86" fmla="*/ 316235 w 957"/>
              <a:gd name="T87" fmla="*/ 302260 h 885"/>
              <a:gd name="T88" fmla="*/ 328750 w 957"/>
              <a:gd name="T89" fmla="*/ 281093 h 885"/>
              <a:gd name="T90" fmla="*/ 196916 w 957"/>
              <a:gd name="T91" fmla="*/ 261620 h 885"/>
              <a:gd name="T92" fmla="*/ 91783 w 957"/>
              <a:gd name="T93" fmla="*/ 277707 h 885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</a:gdLst>
            <a:cxnLst>
              <a:cxn ang="T94">
                <a:pos x="T0" y="T1"/>
              </a:cxn>
              <a:cxn ang="T95">
                <a:pos x="T2" y="T3"/>
              </a:cxn>
              <a:cxn ang="T96">
                <a:pos x="T4" y="T5"/>
              </a:cxn>
              <a:cxn ang="T97">
                <a:pos x="T6" y="T7"/>
              </a:cxn>
              <a:cxn ang="T98">
                <a:pos x="T8" y="T9"/>
              </a:cxn>
              <a:cxn ang="T99">
                <a:pos x="T10" y="T11"/>
              </a:cxn>
              <a:cxn ang="T100">
                <a:pos x="T12" y="T13"/>
              </a:cxn>
              <a:cxn ang="T101">
                <a:pos x="T14" y="T15"/>
              </a:cxn>
              <a:cxn ang="T102">
                <a:pos x="T16" y="T17"/>
              </a:cxn>
              <a:cxn ang="T103">
                <a:pos x="T18" y="T19"/>
              </a:cxn>
              <a:cxn ang="T104">
                <a:pos x="T20" y="T21"/>
              </a:cxn>
              <a:cxn ang="T105">
                <a:pos x="T22" y="T23"/>
              </a:cxn>
              <a:cxn ang="T106">
                <a:pos x="T24" y="T25"/>
              </a:cxn>
              <a:cxn ang="T107">
                <a:pos x="T26" y="T27"/>
              </a:cxn>
              <a:cxn ang="T108">
                <a:pos x="T28" y="T29"/>
              </a:cxn>
              <a:cxn ang="T109">
                <a:pos x="T30" y="T31"/>
              </a:cxn>
              <a:cxn ang="T110">
                <a:pos x="T32" y="T33"/>
              </a:cxn>
              <a:cxn ang="T111">
                <a:pos x="T34" y="T35"/>
              </a:cxn>
              <a:cxn ang="T112">
                <a:pos x="T36" y="T37"/>
              </a:cxn>
              <a:cxn ang="T113">
                <a:pos x="T38" y="T39"/>
              </a:cxn>
              <a:cxn ang="T114">
                <a:pos x="T40" y="T41"/>
              </a:cxn>
              <a:cxn ang="T115">
                <a:pos x="T42" y="T43"/>
              </a:cxn>
              <a:cxn ang="T116">
                <a:pos x="T44" y="T45"/>
              </a:cxn>
              <a:cxn ang="T117">
                <a:pos x="T46" y="T47"/>
              </a:cxn>
              <a:cxn ang="T118">
                <a:pos x="T48" y="T49"/>
              </a:cxn>
              <a:cxn ang="T119">
                <a:pos x="T50" y="T51"/>
              </a:cxn>
              <a:cxn ang="T120">
                <a:pos x="T52" y="T53"/>
              </a:cxn>
              <a:cxn ang="T121">
                <a:pos x="T54" y="T55"/>
              </a:cxn>
              <a:cxn ang="T122">
                <a:pos x="T56" y="T57"/>
              </a:cxn>
              <a:cxn ang="T123">
                <a:pos x="T58" y="T59"/>
              </a:cxn>
              <a:cxn ang="T124">
                <a:pos x="T60" y="T61"/>
              </a:cxn>
              <a:cxn ang="T125">
                <a:pos x="T62" y="T63"/>
              </a:cxn>
              <a:cxn ang="T126">
                <a:pos x="T64" y="T65"/>
              </a:cxn>
              <a:cxn ang="T127">
                <a:pos x="T66" y="T67"/>
              </a:cxn>
              <a:cxn ang="T128">
                <a:pos x="T68" y="T69"/>
              </a:cxn>
              <a:cxn ang="T129">
                <a:pos x="T70" y="T71"/>
              </a:cxn>
              <a:cxn ang="T130">
                <a:pos x="T72" y="T73"/>
              </a:cxn>
              <a:cxn ang="T131">
                <a:pos x="T74" y="T75"/>
              </a:cxn>
              <a:cxn ang="T132">
                <a:pos x="T76" y="T77"/>
              </a:cxn>
              <a:cxn ang="T133">
                <a:pos x="T78" y="T79"/>
              </a:cxn>
              <a:cxn ang="T134">
                <a:pos x="T80" y="T81"/>
              </a:cxn>
              <a:cxn ang="T135">
                <a:pos x="T82" y="T83"/>
              </a:cxn>
              <a:cxn ang="T136">
                <a:pos x="T84" y="T85"/>
              </a:cxn>
              <a:cxn ang="T137">
                <a:pos x="T86" y="T87"/>
              </a:cxn>
              <a:cxn ang="T138">
                <a:pos x="T88" y="T89"/>
              </a:cxn>
              <a:cxn ang="T139">
                <a:pos x="T90" y="T91"/>
              </a:cxn>
              <a:cxn ang="T140">
                <a:pos x="T92" y="T93"/>
              </a:cxn>
            </a:cxnLst>
            <a:rect l="0" t="0" r="r" b="b"/>
            <a:pathLst>
              <a:path w="957" h="885">
                <a:moveTo>
                  <a:pt x="0" y="155"/>
                </a:moveTo>
                <a:cubicBezTo>
                  <a:pt x="0" y="278"/>
                  <a:pt x="0" y="400"/>
                  <a:pt x="0" y="523"/>
                </a:cubicBezTo>
                <a:cubicBezTo>
                  <a:pt x="0" y="533"/>
                  <a:pt x="161" y="687"/>
                  <a:pt x="181" y="707"/>
                </a:cubicBezTo>
                <a:cubicBezTo>
                  <a:pt x="202" y="728"/>
                  <a:pt x="355" y="885"/>
                  <a:pt x="368" y="885"/>
                </a:cubicBezTo>
                <a:cubicBezTo>
                  <a:pt x="442" y="885"/>
                  <a:pt x="516" y="885"/>
                  <a:pt x="589" y="885"/>
                </a:cubicBezTo>
                <a:cubicBezTo>
                  <a:pt x="620" y="885"/>
                  <a:pt x="632" y="856"/>
                  <a:pt x="645" y="837"/>
                </a:cubicBezTo>
                <a:cubicBezTo>
                  <a:pt x="645" y="684"/>
                  <a:pt x="645" y="532"/>
                  <a:pt x="645" y="380"/>
                </a:cubicBezTo>
                <a:cubicBezTo>
                  <a:pt x="631" y="385"/>
                  <a:pt x="590" y="368"/>
                  <a:pt x="582" y="391"/>
                </a:cubicBezTo>
                <a:cubicBezTo>
                  <a:pt x="577" y="401"/>
                  <a:pt x="582" y="573"/>
                  <a:pt x="582" y="608"/>
                </a:cubicBezTo>
                <a:cubicBezTo>
                  <a:pt x="582" y="643"/>
                  <a:pt x="592" y="822"/>
                  <a:pt x="567" y="822"/>
                </a:cubicBezTo>
                <a:cubicBezTo>
                  <a:pt x="507" y="822"/>
                  <a:pt x="447" y="822"/>
                  <a:pt x="387" y="822"/>
                </a:cubicBezTo>
                <a:cubicBezTo>
                  <a:pt x="368" y="822"/>
                  <a:pt x="376" y="760"/>
                  <a:pt x="376" y="741"/>
                </a:cubicBezTo>
                <a:cubicBezTo>
                  <a:pt x="376" y="710"/>
                  <a:pt x="376" y="679"/>
                  <a:pt x="376" y="649"/>
                </a:cubicBezTo>
                <a:cubicBezTo>
                  <a:pt x="376" y="565"/>
                  <a:pt x="376" y="551"/>
                  <a:pt x="324" y="516"/>
                </a:cubicBezTo>
                <a:cubicBezTo>
                  <a:pt x="300" y="516"/>
                  <a:pt x="301" y="509"/>
                  <a:pt x="280" y="509"/>
                </a:cubicBezTo>
                <a:cubicBezTo>
                  <a:pt x="209" y="509"/>
                  <a:pt x="137" y="509"/>
                  <a:pt x="66" y="509"/>
                </a:cubicBezTo>
                <a:cubicBezTo>
                  <a:pt x="66" y="398"/>
                  <a:pt x="66" y="287"/>
                  <a:pt x="66" y="177"/>
                </a:cubicBezTo>
                <a:cubicBezTo>
                  <a:pt x="66" y="168"/>
                  <a:pt x="69" y="169"/>
                  <a:pt x="74" y="162"/>
                </a:cubicBezTo>
                <a:cubicBezTo>
                  <a:pt x="155" y="162"/>
                  <a:pt x="236" y="162"/>
                  <a:pt x="317" y="162"/>
                </a:cubicBezTo>
                <a:cubicBezTo>
                  <a:pt x="333" y="151"/>
                  <a:pt x="375" y="115"/>
                  <a:pt x="376" y="92"/>
                </a:cubicBezTo>
                <a:cubicBezTo>
                  <a:pt x="274" y="92"/>
                  <a:pt x="172" y="92"/>
                  <a:pt x="70" y="92"/>
                </a:cubicBezTo>
                <a:cubicBezTo>
                  <a:pt x="42" y="92"/>
                  <a:pt x="0" y="131"/>
                  <a:pt x="0" y="155"/>
                </a:cubicBezTo>
                <a:close/>
                <a:moveTo>
                  <a:pt x="505" y="215"/>
                </a:moveTo>
                <a:lnTo>
                  <a:pt x="538" y="182"/>
                </a:lnTo>
                <a:lnTo>
                  <a:pt x="505" y="149"/>
                </a:lnTo>
                <a:cubicBezTo>
                  <a:pt x="504" y="148"/>
                  <a:pt x="504" y="146"/>
                  <a:pt x="505" y="145"/>
                </a:cubicBezTo>
                <a:lnTo>
                  <a:pt x="527" y="123"/>
                </a:lnTo>
                <a:cubicBezTo>
                  <a:pt x="528" y="122"/>
                  <a:pt x="530" y="122"/>
                  <a:pt x="531" y="123"/>
                </a:cubicBezTo>
                <a:lnTo>
                  <a:pt x="564" y="156"/>
                </a:lnTo>
                <a:lnTo>
                  <a:pt x="597" y="123"/>
                </a:lnTo>
                <a:cubicBezTo>
                  <a:pt x="599" y="122"/>
                  <a:pt x="601" y="122"/>
                  <a:pt x="602" y="123"/>
                </a:cubicBezTo>
                <a:lnTo>
                  <a:pt x="624" y="145"/>
                </a:lnTo>
                <a:cubicBezTo>
                  <a:pt x="625" y="146"/>
                  <a:pt x="625" y="148"/>
                  <a:pt x="624" y="149"/>
                </a:cubicBezTo>
                <a:lnTo>
                  <a:pt x="591" y="182"/>
                </a:lnTo>
                <a:lnTo>
                  <a:pt x="624" y="215"/>
                </a:lnTo>
                <a:cubicBezTo>
                  <a:pt x="625" y="217"/>
                  <a:pt x="625" y="219"/>
                  <a:pt x="624" y="220"/>
                </a:cubicBezTo>
                <a:lnTo>
                  <a:pt x="602" y="242"/>
                </a:lnTo>
                <a:cubicBezTo>
                  <a:pt x="601" y="243"/>
                  <a:pt x="599" y="243"/>
                  <a:pt x="597" y="242"/>
                </a:cubicBezTo>
                <a:lnTo>
                  <a:pt x="564" y="209"/>
                </a:lnTo>
                <a:lnTo>
                  <a:pt x="531" y="242"/>
                </a:lnTo>
                <a:cubicBezTo>
                  <a:pt x="530" y="243"/>
                  <a:pt x="528" y="243"/>
                  <a:pt x="527" y="242"/>
                </a:cubicBezTo>
                <a:lnTo>
                  <a:pt x="505" y="220"/>
                </a:lnTo>
                <a:cubicBezTo>
                  <a:pt x="504" y="219"/>
                  <a:pt x="504" y="217"/>
                  <a:pt x="505" y="215"/>
                </a:cubicBezTo>
                <a:close/>
                <a:moveTo>
                  <a:pt x="780" y="332"/>
                </a:moveTo>
                <a:lnTo>
                  <a:pt x="944" y="496"/>
                </a:lnTo>
                <a:cubicBezTo>
                  <a:pt x="957" y="509"/>
                  <a:pt x="957" y="530"/>
                  <a:pt x="944" y="543"/>
                </a:cubicBezTo>
                <a:lnTo>
                  <a:pt x="925" y="562"/>
                </a:lnTo>
                <a:cubicBezTo>
                  <a:pt x="912" y="575"/>
                  <a:pt x="891" y="575"/>
                  <a:pt x="878" y="562"/>
                </a:cubicBezTo>
                <a:lnTo>
                  <a:pt x="714" y="398"/>
                </a:lnTo>
                <a:lnTo>
                  <a:pt x="780" y="332"/>
                </a:lnTo>
                <a:close/>
                <a:moveTo>
                  <a:pt x="447" y="65"/>
                </a:moveTo>
                <a:cubicBezTo>
                  <a:pt x="512" y="0"/>
                  <a:pt x="617" y="0"/>
                  <a:pt x="682" y="65"/>
                </a:cubicBezTo>
                <a:cubicBezTo>
                  <a:pt x="740" y="123"/>
                  <a:pt x="747" y="213"/>
                  <a:pt x="701" y="278"/>
                </a:cubicBezTo>
                <a:lnTo>
                  <a:pt x="754" y="331"/>
                </a:lnTo>
                <a:cubicBezTo>
                  <a:pt x="756" y="333"/>
                  <a:pt x="756" y="337"/>
                  <a:pt x="754" y="339"/>
                </a:cubicBezTo>
                <a:lnTo>
                  <a:pt x="721" y="372"/>
                </a:lnTo>
                <a:cubicBezTo>
                  <a:pt x="719" y="374"/>
                  <a:pt x="715" y="374"/>
                  <a:pt x="713" y="372"/>
                </a:cubicBezTo>
                <a:lnTo>
                  <a:pt x="660" y="319"/>
                </a:lnTo>
                <a:cubicBezTo>
                  <a:pt x="595" y="364"/>
                  <a:pt x="505" y="358"/>
                  <a:pt x="447" y="300"/>
                </a:cubicBezTo>
                <a:cubicBezTo>
                  <a:pt x="382" y="235"/>
                  <a:pt x="382" y="130"/>
                  <a:pt x="447" y="65"/>
                </a:cubicBezTo>
                <a:close/>
                <a:moveTo>
                  <a:pt x="486" y="104"/>
                </a:moveTo>
                <a:cubicBezTo>
                  <a:pt x="529" y="60"/>
                  <a:pt x="600" y="60"/>
                  <a:pt x="643" y="104"/>
                </a:cubicBezTo>
                <a:cubicBezTo>
                  <a:pt x="687" y="147"/>
                  <a:pt x="687" y="218"/>
                  <a:pt x="643" y="261"/>
                </a:cubicBezTo>
                <a:cubicBezTo>
                  <a:pt x="600" y="305"/>
                  <a:pt x="529" y="305"/>
                  <a:pt x="486" y="261"/>
                </a:cubicBezTo>
                <a:cubicBezTo>
                  <a:pt x="442" y="218"/>
                  <a:pt x="442" y="147"/>
                  <a:pt x="486" y="104"/>
                </a:cubicBezTo>
                <a:close/>
                <a:moveTo>
                  <a:pt x="306" y="770"/>
                </a:moveTo>
                <a:cubicBezTo>
                  <a:pt x="304" y="706"/>
                  <a:pt x="303" y="643"/>
                  <a:pt x="302" y="579"/>
                </a:cubicBezTo>
                <a:cubicBezTo>
                  <a:pt x="241" y="579"/>
                  <a:pt x="179" y="579"/>
                  <a:pt x="118" y="579"/>
                </a:cubicBezTo>
                <a:cubicBezTo>
                  <a:pt x="117" y="580"/>
                  <a:pt x="116" y="581"/>
                  <a:pt x="115" y="581"/>
                </a:cubicBezTo>
                <a:cubicBezTo>
                  <a:pt x="179" y="644"/>
                  <a:pt x="242" y="707"/>
                  <a:pt x="306" y="770"/>
                </a:cubicBezTo>
                <a:close/>
                <a:moveTo>
                  <a:pt x="110" y="225"/>
                </a:moveTo>
                <a:cubicBezTo>
                  <a:pt x="110" y="233"/>
                  <a:pt x="110" y="242"/>
                  <a:pt x="110" y="250"/>
                </a:cubicBezTo>
                <a:cubicBezTo>
                  <a:pt x="110" y="259"/>
                  <a:pt x="116" y="265"/>
                  <a:pt x="125" y="265"/>
                </a:cubicBezTo>
                <a:cubicBezTo>
                  <a:pt x="209" y="265"/>
                  <a:pt x="292" y="265"/>
                  <a:pt x="376" y="265"/>
                </a:cubicBezTo>
                <a:cubicBezTo>
                  <a:pt x="399" y="265"/>
                  <a:pt x="394" y="228"/>
                  <a:pt x="387" y="214"/>
                </a:cubicBezTo>
                <a:cubicBezTo>
                  <a:pt x="338" y="214"/>
                  <a:pt x="288" y="214"/>
                  <a:pt x="239" y="214"/>
                </a:cubicBezTo>
                <a:cubicBezTo>
                  <a:pt x="209" y="214"/>
                  <a:pt x="110" y="206"/>
                  <a:pt x="110" y="225"/>
                </a:cubicBezTo>
                <a:close/>
                <a:moveTo>
                  <a:pt x="110" y="405"/>
                </a:moveTo>
                <a:cubicBezTo>
                  <a:pt x="110" y="416"/>
                  <a:pt x="110" y="427"/>
                  <a:pt x="110" y="439"/>
                </a:cubicBezTo>
                <a:cubicBezTo>
                  <a:pt x="110" y="447"/>
                  <a:pt x="113" y="450"/>
                  <a:pt x="121" y="450"/>
                </a:cubicBezTo>
                <a:cubicBezTo>
                  <a:pt x="211" y="450"/>
                  <a:pt x="301" y="450"/>
                  <a:pt x="390" y="450"/>
                </a:cubicBezTo>
                <a:cubicBezTo>
                  <a:pt x="392" y="440"/>
                  <a:pt x="400" y="402"/>
                  <a:pt x="379" y="402"/>
                </a:cubicBezTo>
                <a:cubicBezTo>
                  <a:pt x="296" y="402"/>
                  <a:pt x="212" y="402"/>
                  <a:pt x="129" y="402"/>
                </a:cubicBezTo>
                <a:cubicBezTo>
                  <a:pt x="123" y="402"/>
                  <a:pt x="115" y="404"/>
                  <a:pt x="110" y="405"/>
                </a:cubicBezTo>
                <a:close/>
                <a:moveTo>
                  <a:pt x="110" y="328"/>
                </a:moveTo>
                <a:cubicBezTo>
                  <a:pt x="110" y="333"/>
                  <a:pt x="110" y="338"/>
                  <a:pt x="110" y="343"/>
                </a:cubicBezTo>
                <a:cubicBezTo>
                  <a:pt x="110" y="351"/>
                  <a:pt x="113" y="351"/>
                  <a:pt x="118" y="357"/>
                </a:cubicBezTo>
                <a:cubicBezTo>
                  <a:pt x="205" y="357"/>
                  <a:pt x="292" y="357"/>
                  <a:pt x="379" y="357"/>
                </a:cubicBezTo>
                <a:cubicBezTo>
                  <a:pt x="384" y="355"/>
                  <a:pt x="389" y="353"/>
                  <a:pt x="394" y="350"/>
                </a:cubicBezTo>
                <a:cubicBezTo>
                  <a:pt x="394" y="344"/>
                  <a:pt x="394" y="338"/>
                  <a:pt x="394" y="332"/>
                </a:cubicBezTo>
                <a:cubicBezTo>
                  <a:pt x="394" y="320"/>
                  <a:pt x="390" y="317"/>
                  <a:pt x="387" y="309"/>
                </a:cubicBezTo>
                <a:cubicBezTo>
                  <a:pt x="336" y="309"/>
                  <a:pt x="286" y="309"/>
                  <a:pt x="236" y="309"/>
                </a:cubicBezTo>
                <a:cubicBezTo>
                  <a:pt x="211" y="309"/>
                  <a:pt x="187" y="309"/>
                  <a:pt x="162" y="309"/>
                </a:cubicBezTo>
                <a:cubicBezTo>
                  <a:pt x="131" y="310"/>
                  <a:pt x="110" y="299"/>
                  <a:pt x="110" y="328"/>
                </a:cubicBezTo>
                <a:close/>
              </a:path>
            </a:pathLst>
          </a:custGeom>
          <a:solidFill>
            <a:srgbClr val="95944F"/>
          </a:solidFill>
          <a:ln>
            <a:noFill/>
          </a:ln>
        </p:spPr>
        <p:txBody>
          <a:bodyPr/>
          <a:lstStyle/>
          <a:p>
            <a:endParaRPr lang="zh-CN" altLang="en-US" sz="1800">
              <a:solidFill>
                <a:srgbClr val="95944F"/>
              </a:solidFill>
            </a:endParaRPr>
          </a:p>
        </p:txBody>
      </p:sp>
      <p:sp>
        <p:nvSpPr>
          <p:cNvPr id="9" name="Rectangle 14" title=""/>
          <p:cNvSpPr>
            <a:spLocks noChangeArrowheads="1"/>
          </p:cNvSpPr>
          <p:nvPr/>
        </p:nvSpPr>
        <p:spPr bwMode="auto">
          <a:xfrm>
            <a:off x="961650" y="3354307"/>
            <a:ext cx="26797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95944F"/>
                </a:solidFill>
                <a:latin typeface="微软雅黑" panose="020b0503020204020204" pitchFamily="34" charset="-122"/>
              </a:rPr>
              <a:t>01</a:t>
            </a:r>
            <a:endParaRPr lang="en-US" altLang="zh-CN" sz="180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0" name="Rectangle 17" title=""/>
          <p:cNvSpPr>
            <a:spLocks noChangeArrowheads="1"/>
          </p:cNvSpPr>
          <p:nvPr/>
        </p:nvSpPr>
        <p:spPr bwMode="auto">
          <a:xfrm>
            <a:off x="3280082" y="3354307"/>
            <a:ext cx="26797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95944F"/>
                </a:solidFill>
                <a:latin typeface="微软雅黑" panose="020b0503020204020204" pitchFamily="34" charset="-122"/>
              </a:rPr>
              <a:t>02</a:t>
            </a:r>
            <a:endParaRPr lang="en-US" altLang="zh-CN" sz="180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" name="Rectangle 20" title=""/>
          <p:cNvSpPr>
            <a:spLocks noChangeArrowheads="1"/>
          </p:cNvSpPr>
          <p:nvPr/>
        </p:nvSpPr>
        <p:spPr bwMode="auto">
          <a:xfrm>
            <a:off x="5818465" y="3354307"/>
            <a:ext cx="26797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95944F"/>
                </a:solidFill>
                <a:latin typeface="微软雅黑" panose="020b0503020204020204" pitchFamily="34" charset="-122"/>
              </a:rPr>
              <a:t>03</a:t>
            </a:r>
            <a:endParaRPr lang="en-US" altLang="zh-CN" sz="180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2" name="Rectangle 23" title=""/>
          <p:cNvSpPr>
            <a:spLocks noChangeArrowheads="1"/>
          </p:cNvSpPr>
          <p:nvPr/>
        </p:nvSpPr>
        <p:spPr bwMode="auto">
          <a:xfrm>
            <a:off x="8286689" y="3354307"/>
            <a:ext cx="26797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95944F"/>
                </a:solidFill>
                <a:latin typeface="微软雅黑" panose="020b0503020204020204" pitchFamily="34" charset="-122"/>
              </a:rPr>
              <a:t>04</a:t>
            </a:r>
            <a:endParaRPr lang="en-US" altLang="zh-CN" sz="180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3" name="Rectangle 26" title=""/>
          <p:cNvSpPr>
            <a:spLocks noChangeArrowheads="1"/>
          </p:cNvSpPr>
          <p:nvPr/>
        </p:nvSpPr>
        <p:spPr bwMode="auto">
          <a:xfrm>
            <a:off x="10359033" y="3354307"/>
            <a:ext cx="26797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800">
                <a:solidFill>
                  <a:srgbClr val="95944F"/>
                </a:solidFill>
                <a:latin typeface="微软雅黑" panose="020b0503020204020204" pitchFamily="34" charset="-122"/>
              </a:rPr>
              <a:t>05</a:t>
            </a:r>
            <a:endParaRPr lang="en-US" altLang="zh-CN" sz="180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4" name="Freeform 27" title=""/>
          <p:cNvSpPr>
            <a:spLocks noEditPoints="1"/>
          </p:cNvSpPr>
          <p:nvPr/>
        </p:nvSpPr>
        <p:spPr bwMode="auto">
          <a:xfrm>
            <a:off x="998149" y="2460893"/>
            <a:ext cx="676011" cy="725205"/>
          </a:xfrm>
          <a:custGeom>
            <a:gdLst>
              <a:gd name="T0" fmla="*/ 422255 w 812"/>
              <a:gd name="T1" fmla="*/ 0 h 858"/>
              <a:gd name="T2" fmla="*/ 516368 w 812"/>
              <a:gd name="T3" fmla="*/ 223227 h 858"/>
              <a:gd name="T4" fmla="*/ 445575 w 812"/>
              <a:gd name="T5" fmla="*/ 95548 h 858"/>
              <a:gd name="T6" fmla="*/ 205714 w 812"/>
              <a:gd name="T7" fmla="*/ 71872 h 858"/>
              <a:gd name="T8" fmla="*/ 187391 w 812"/>
              <a:gd name="T9" fmla="*/ 191096 h 858"/>
              <a:gd name="T10" fmla="*/ 71625 w 812"/>
              <a:gd name="T11" fmla="*/ 543693 h 858"/>
              <a:gd name="T12" fmla="*/ 312319 w 812"/>
              <a:gd name="T13" fmla="*/ 566523 h 858"/>
              <a:gd name="T14" fmla="*/ 94112 w 812"/>
              <a:gd name="T15" fmla="*/ 639241 h 858"/>
              <a:gd name="T16" fmla="*/ 0 w 812"/>
              <a:gd name="T17" fmla="*/ 150509 h 858"/>
              <a:gd name="T18" fmla="*/ 600486 w 812"/>
              <a:gd name="T19" fmla="*/ 234219 h 858"/>
              <a:gd name="T20" fmla="*/ 667946 w 812"/>
              <a:gd name="T21" fmla="*/ 302709 h 858"/>
              <a:gd name="T22" fmla="*/ 588826 w 812"/>
              <a:gd name="T23" fmla="*/ 497188 h 858"/>
              <a:gd name="T24" fmla="*/ 634632 w 812"/>
              <a:gd name="T25" fmla="*/ 349215 h 858"/>
              <a:gd name="T26" fmla="*/ 617143 w 812"/>
              <a:gd name="T27" fmla="*/ 306937 h 858"/>
              <a:gd name="T28" fmla="*/ 529693 w 812"/>
              <a:gd name="T29" fmla="*/ 255358 h 858"/>
              <a:gd name="T30" fmla="*/ 611313 w 812"/>
              <a:gd name="T31" fmla="*/ 333995 h 858"/>
              <a:gd name="T32" fmla="*/ 483054 w 812"/>
              <a:gd name="T33" fmla="*/ 575824 h 858"/>
              <a:gd name="T34" fmla="*/ 368120 w 812"/>
              <a:gd name="T35" fmla="*/ 508180 h 858"/>
              <a:gd name="T36" fmla="*/ 509705 w 812"/>
              <a:gd name="T37" fmla="*/ 274806 h 858"/>
              <a:gd name="T38" fmla="*/ 611313 w 812"/>
              <a:gd name="T39" fmla="*/ 333995 h 858"/>
              <a:gd name="T40" fmla="*/ 326478 w 812"/>
              <a:gd name="T41" fmla="*/ 717032 h 858"/>
              <a:gd name="T42" fmla="*/ 411428 w 812"/>
              <a:gd name="T43" fmla="*/ 568214 h 858"/>
              <a:gd name="T44" fmla="*/ 244858 w 812"/>
              <a:gd name="T45" fmla="*/ 125988 h 858"/>
              <a:gd name="T46" fmla="*/ 401434 w 812"/>
              <a:gd name="T47" fmla="*/ 163193 h 858"/>
              <a:gd name="T48" fmla="*/ 244858 w 812"/>
              <a:gd name="T49" fmla="*/ 125988 h 858"/>
              <a:gd name="T50" fmla="*/ 214876 w 812"/>
              <a:gd name="T51" fmla="*/ 369508 h 858"/>
              <a:gd name="T52" fmla="*/ 123262 w 812"/>
              <a:gd name="T53" fmla="*/ 405867 h 858"/>
              <a:gd name="T54" fmla="*/ 123262 w 812"/>
              <a:gd name="T55" fmla="*/ 284953 h 858"/>
              <a:gd name="T56" fmla="*/ 401434 w 812"/>
              <a:gd name="T57" fmla="*/ 322157 h 858"/>
              <a:gd name="T58" fmla="*/ 123262 w 812"/>
              <a:gd name="T59" fmla="*/ 284953 h 858"/>
              <a:gd name="T60" fmla="*/ 401434 w 812"/>
              <a:gd name="T61" fmla="*/ 207161 h 858"/>
              <a:gd name="T62" fmla="*/ 123262 w 812"/>
              <a:gd name="T63" fmla="*/ 243520 h 858"/>
              <a:gd name="T64" fmla="*/ 92446 w 812"/>
              <a:gd name="T65" fmla="*/ 158119 h 858"/>
              <a:gd name="T66" fmla="*/ 173233 w 812"/>
              <a:gd name="T67" fmla="*/ 146281 h 858"/>
              <a:gd name="T68" fmla="*/ 92446 w 812"/>
              <a:gd name="T69" fmla="*/ 158119 h 858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</a:gdLst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0" t="0" r="r" b="b"/>
            <a:pathLst>
              <a:path w="812" h="858">
                <a:moveTo>
                  <a:pt x="179" y="0"/>
                </a:moveTo>
                <a:lnTo>
                  <a:pt x="507" y="0"/>
                </a:lnTo>
                <a:cubicBezTo>
                  <a:pt x="569" y="0"/>
                  <a:pt x="620" y="51"/>
                  <a:pt x="620" y="113"/>
                </a:cubicBezTo>
                <a:lnTo>
                  <a:pt x="620" y="264"/>
                </a:lnTo>
                <a:cubicBezTo>
                  <a:pt x="584" y="292"/>
                  <a:pt x="563" y="318"/>
                  <a:pt x="535" y="356"/>
                </a:cubicBezTo>
                <a:lnTo>
                  <a:pt x="535" y="113"/>
                </a:lnTo>
                <a:cubicBezTo>
                  <a:pt x="535" y="98"/>
                  <a:pt x="522" y="85"/>
                  <a:pt x="507" y="85"/>
                </a:cubicBezTo>
                <a:lnTo>
                  <a:pt x="247" y="85"/>
                </a:lnTo>
                <a:lnTo>
                  <a:pt x="247" y="204"/>
                </a:lnTo>
                <a:cubicBezTo>
                  <a:pt x="247" y="216"/>
                  <a:pt x="237" y="226"/>
                  <a:pt x="225" y="226"/>
                </a:cubicBezTo>
                <a:lnTo>
                  <a:pt x="86" y="226"/>
                </a:lnTo>
                <a:lnTo>
                  <a:pt x="86" y="643"/>
                </a:lnTo>
                <a:cubicBezTo>
                  <a:pt x="86" y="658"/>
                  <a:pt x="98" y="670"/>
                  <a:pt x="113" y="670"/>
                </a:cubicBezTo>
                <a:lnTo>
                  <a:pt x="375" y="670"/>
                </a:lnTo>
                <a:cubicBezTo>
                  <a:pt x="366" y="699"/>
                  <a:pt x="358" y="727"/>
                  <a:pt x="353" y="756"/>
                </a:cubicBezTo>
                <a:lnTo>
                  <a:pt x="113" y="756"/>
                </a:lnTo>
                <a:cubicBezTo>
                  <a:pt x="51" y="756"/>
                  <a:pt x="0" y="705"/>
                  <a:pt x="0" y="643"/>
                </a:cubicBezTo>
                <a:lnTo>
                  <a:pt x="0" y="178"/>
                </a:lnTo>
                <a:lnTo>
                  <a:pt x="179" y="0"/>
                </a:lnTo>
                <a:close/>
                <a:moveTo>
                  <a:pt x="721" y="277"/>
                </a:moveTo>
                <a:cubicBezTo>
                  <a:pt x="733" y="283"/>
                  <a:pt x="740" y="295"/>
                  <a:pt x="743" y="310"/>
                </a:cubicBezTo>
                <a:cubicBezTo>
                  <a:pt x="765" y="316"/>
                  <a:pt x="786" y="330"/>
                  <a:pt x="802" y="358"/>
                </a:cubicBezTo>
                <a:cubicBezTo>
                  <a:pt x="812" y="382"/>
                  <a:pt x="808" y="417"/>
                  <a:pt x="794" y="442"/>
                </a:cubicBezTo>
                <a:cubicBezTo>
                  <a:pt x="770" y="487"/>
                  <a:pt x="736" y="543"/>
                  <a:pt x="707" y="588"/>
                </a:cubicBezTo>
                <a:cubicBezTo>
                  <a:pt x="688" y="595"/>
                  <a:pt x="692" y="556"/>
                  <a:pt x="699" y="546"/>
                </a:cubicBezTo>
                <a:cubicBezTo>
                  <a:pt x="723" y="510"/>
                  <a:pt x="743" y="477"/>
                  <a:pt x="762" y="413"/>
                </a:cubicBezTo>
                <a:cubicBezTo>
                  <a:pt x="766" y="382"/>
                  <a:pt x="752" y="368"/>
                  <a:pt x="743" y="355"/>
                </a:cubicBezTo>
                <a:cubicBezTo>
                  <a:pt x="742" y="358"/>
                  <a:pt x="742" y="360"/>
                  <a:pt x="741" y="363"/>
                </a:cubicBezTo>
                <a:cubicBezTo>
                  <a:pt x="723" y="355"/>
                  <a:pt x="706" y="346"/>
                  <a:pt x="688" y="337"/>
                </a:cubicBezTo>
                <a:cubicBezTo>
                  <a:pt x="670" y="327"/>
                  <a:pt x="653" y="314"/>
                  <a:pt x="636" y="302"/>
                </a:cubicBezTo>
                <a:cubicBezTo>
                  <a:pt x="669" y="274"/>
                  <a:pt x="698" y="264"/>
                  <a:pt x="721" y="277"/>
                </a:cubicBezTo>
                <a:close/>
                <a:moveTo>
                  <a:pt x="734" y="395"/>
                </a:moveTo>
                <a:cubicBezTo>
                  <a:pt x="719" y="445"/>
                  <a:pt x="690" y="508"/>
                  <a:pt x="649" y="579"/>
                </a:cubicBezTo>
                <a:cubicBezTo>
                  <a:pt x="628" y="615"/>
                  <a:pt x="604" y="650"/>
                  <a:pt x="580" y="681"/>
                </a:cubicBezTo>
                <a:cubicBezTo>
                  <a:pt x="557" y="670"/>
                  <a:pt x="535" y="658"/>
                  <a:pt x="512" y="646"/>
                </a:cubicBezTo>
                <a:cubicBezTo>
                  <a:pt x="488" y="633"/>
                  <a:pt x="465" y="617"/>
                  <a:pt x="442" y="601"/>
                </a:cubicBezTo>
                <a:cubicBezTo>
                  <a:pt x="457" y="565"/>
                  <a:pt x="475" y="527"/>
                  <a:pt x="496" y="491"/>
                </a:cubicBezTo>
                <a:cubicBezTo>
                  <a:pt x="536" y="420"/>
                  <a:pt x="576" y="363"/>
                  <a:pt x="612" y="325"/>
                </a:cubicBezTo>
                <a:cubicBezTo>
                  <a:pt x="631" y="338"/>
                  <a:pt x="650" y="351"/>
                  <a:pt x="671" y="363"/>
                </a:cubicBezTo>
                <a:cubicBezTo>
                  <a:pt x="691" y="375"/>
                  <a:pt x="712" y="384"/>
                  <a:pt x="734" y="395"/>
                </a:cubicBezTo>
                <a:close/>
                <a:moveTo>
                  <a:pt x="560" y="707"/>
                </a:moveTo>
                <a:cubicBezTo>
                  <a:pt x="486" y="797"/>
                  <a:pt x="410" y="858"/>
                  <a:pt x="392" y="848"/>
                </a:cubicBezTo>
                <a:cubicBezTo>
                  <a:pt x="375" y="838"/>
                  <a:pt x="389" y="742"/>
                  <a:pt x="430" y="632"/>
                </a:cubicBezTo>
                <a:cubicBezTo>
                  <a:pt x="451" y="645"/>
                  <a:pt x="472" y="659"/>
                  <a:pt x="494" y="672"/>
                </a:cubicBezTo>
                <a:cubicBezTo>
                  <a:pt x="516" y="685"/>
                  <a:pt x="538" y="695"/>
                  <a:pt x="560" y="707"/>
                </a:cubicBezTo>
                <a:close/>
                <a:moveTo>
                  <a:pt x="294" y="149"/>
                </a:moveTo>
                <a:lnTo>
                  <a:pt x="482" y="149"/>
                </a:lnTo>
                <a:lnTo>
                  <a:pt x="482" y="193"/>
                </a:lnTo>
                <a:lnTo>
                  <a:pt x="294" y="193"/>
                </a:lnTo>
                <a:lnTo>
                  <a:pt x="294" y="149"/>
                </a:lnTo>
                <a:close/>
                <a:moveTo>
                  <a:pt x="148" y="437"/>
                </a:moveTo>
                <a:lnTo>
                  <a:pt x="258" y="437"/>
                </a:lnTo>
                <a:lnTo>
                  <a:pt x="258" y="480"/>
                </a:lnTo>
                <a:lnTo>
                  <a:pt x="148" y="480"/>
                </a:lnTo>
                <a:lnTo>
                  <a:pt x="148" y="437"/>
                </a:lnTo>
                <a:close/>
                <a:moveTo>
                  <a:pt x="148" y="337"/>
                </a:moveTo>
                <a:lnTo>
                  <a:pt x="482" y="337"/>
                </a:lnTo>
                <a:lnTo>
                  <a:pt x="482" y="381"/>
                </a:lnTo>
                <a:lnTo>
                  <a:pt x="148" y="381"/>
                </a:lnTo>
                <a:lnTo>
                  <a:pt x="148" y="337"/>
                </a:lnTo>
                <a:close/>
                <a:moveTo>
                  <a:pt x="148" y="245"/>
                </a:moveTo>
                <a:lnTo>
                  <a:pt x="482" y="245"/>
                </a:lnTo>
                <a:lnTo>
                  <a:pt x="482" y="288"/>
                </a:lnTo>
                <a:lnTo>
                  <a:pt x="148" y="288"/>
                </a:lnTo>
                <a:lnTo>
                  <a:pt x="148" y="245"/>
                </a:lnTo>
                <a:close/>
                <a:moveTo>
                  <a:pt x="111" y="187"/>
                </a:moveTo>
                <a:lnTo>
                  <a:pt x="193" y="187"/>
                </a:lnTo>
                <a:cubicBezTo>
                  <a:pt x="201" y="187"/>
                  <a:pt x="208" y="181"/>
                  <a:pt x="208" y="173"/>
                </a:cubicBezTo>
                <a:lnTo>
                  <a:pt x="208" y="91"/>
                </a:lnTo>
                <a:lnTo>
                  <a:pt x="111" y="187"/>
                </a:lnTo>
                <a:close/>
              </a:path>
            </a:pathLst>
          </a:custGeom>
          <a:solidFill>
            <a:srgbClr val="95944F"/>
          </a:solidFill>
          <a:ln>
            <a:noFill/>
          </a:ln>
        </p:spPr>
        <p:txBody>
          <a:bodyPr/>
          <a:lstStyle/>
          <a:p>
            <a:endParaRPr lang="zh-CN" altLang="en-US" sz="1800">
              <a:solidFill>
                <a:srgbClr val="95944F"/>
              </a:solidFill>
            </a:endParaRPr>
          </a:p>
        </p:txBody>
      </p:sp>
      <p:sp>
        <p:nvSpPr>
          <p:cNvPr id="15" name="Freeform 28" title=""/>
          <p:cNvSpPr>
            <a:spLocks noEditPoints="1"/>
          </p:cNvSpPr>
          <p:nvPr/>
        </p:nvSpPr>
        <p:spPr bwMode="auto">
          <a:xfrm>
            <a:off x="10272658" y="2514847"/>
            <a:ext cx="769637" cy="650621"/>
          </a:xfrm>
          <a:custGeom>
            <a:gdLst>
              <a:gd name="T0" fmla="*/ 683184 w 923"/>
              <a:gd name="T1" fmla="*/ 0 h 771"/>
              <a:gd name="T2" fmla="*/ 769938 w 923"/>
              <a:gd name="T3" fmla="*/ 87796 h 771"/>
              <a:gd name="T4" fmla="*/ 744079 w 923"/>
              <a:gd name="T5" fmla="*/ 325860 h 771"/>
              <a:gd name="T6" fmla="*/ 614783 w 923"/>
              <a:gd name="T7" fmla="*/ 351185 h 771"/>
              <a:gd name="T8" fmla="*/ 487155 w 923"/>
              <a:gd name="T9" fmla="*/ 510738 h 771"/>
              <a:gd name="T10" fmla="*/ 487155 w 923"/>
              <a:gd name="T11" fmla="*/ 351185 h 771"/>
              <a:gd name="T12" fmla="*/ 418753 w 923"/>
              <a:gd name="T13" fmla="*/ 310664 h 771"/>
              <a:gd name="T14" fmla="*/ 527195 w 923"/>
              <a:gd name="T15" fmla="*/ 310664 h 771"/>
              <a:gd name="T16" fmla="*/ 527195 w 923"/>
              <a:gd name="T17" fmla="*/ 396772 h 771"/>
              <a:gd name="T18" fmla="*/ 595597 w 923"/>
              <a:gd name="T19" fmla="*/ 310664 h 771"/>
              <a:gd name="T20" fmla="*/ 683184 w 923"/>
              <a:gd name="T21" fmla="*/ 310664 h 771"/>
              <a:gd name="T22" fmla="*/ 729898 w 923"/>
              <a:gd name="T23" fmla="*/ 264233 h 771"/>
              <a:gd name="T24" fmla="*/ 715717 w 923"/>
              <a:gd name="T25" fmla="*/ 54873 h 771"/>
              <a:gd name="T26" fmla="*/ 252753 w 923"/>
              <a:gd name="T27" fmla="*/ 40521 h 771"/>
              <a:gd name="T28" fmla="*/ 206040 w 923"/>
              <a:gd name="T29" fmla="*/ 87796 h 771"/>
              <a:gd name="T30" fmla="*/ 188522 w 923"/>
              <a:gd name="T31" fmla="*/ 300534 h 771"/>
              <a:gd name="T32" fmla="*/ 166000 w 923"/>
              <a:gd name="T33" fmla="*/ 264233 h 771"/>
              <a:gd name="T34" fmla="*/ 191859 w 923"/>
              <a:gd name="T35" fmla="*/ 26170 h 771"/>
              <a:gd name="T36" fmla="*/ 108442 w 923"/>
              <a:gd name="T37" fmla="*/ 290403 h 771"/>
              <a:gd name="T38" fmla="*/ 37538 w 923"/>
              <a:gd name="T39" fmla="*/ 362160 h 771"/>
              <a:gd name="T40" fmla="*/ 179346 w 923"/>
              <a:gd name="T41" fmla="*/ 362160 h 771"/>
              <a:gd name="T42" fmla="*/ 303638 w 923"/>
              <a:gd name="T43" fmla="*/ 223712 h 771"/>
              <a:gd name="T44" fmla="*/ 217718 w 923"/>
              <a:gd name="T45" fmla="*/ 310664 h 771"/>
              <a:gd name="T46" fmla="*/ 388723 w 923"/>
              <a:gd name="T47" fmla="*/ 310664 h 771"/>
              <a:gd name="T48" fmla="*/ 228562 w 923"/>
              <a:gd name="T49" fmla="*/ 631458 h 771"/>
              <a:gd name="T50" fmla="*/ 228562 w 923"/>
              <a:gd name="T51" fmla="*/ 507362 h 771"/>
              <a:gd name="T52" fmla="*/ 237738 w 923"/>
              <a:gd name="T53" fmla="*/ 631458 h 771"/>
              <a:gd name="T54" fmla="*/ 372039 w 923"/>
              <a:gd name="T55" fmla="*/ 650875 h 771"/>
              <a:gd name="T56" fmla="*/ 372039 w 923"/>
              <a:gd name="T57" fmla="*/ 507362 h 771"/>
              <a:gd name="T58" fmla="*/ 381215 w 923"/>
              <a:gd name="T59" fmla="*/ 631458 h 771"/>
              <a:gd name="T60" fmla="*/ 435436 w 923"/>
              <a:gd name="T61" fmla="*/ 462619 h 771"/>
              <a:gd name="T62" fmla="*/ 226060 w 923"/>
              <a:gd name="T63" fmla="*/ 407747 h 771"/>
              <a:gd name="T64" fmla="*/ 172673 w 923"/>
              <a:gd name="T65" fmla="*/ 631458 h 771"/>
              <a:gd name="T66" fmla="*/ 45879 w 923"/>
              <a:gd name="T67" fmla="*/ 627238 h 771"/>
              <a:gd name="T68" fmla="*/ 45879 w 923"/>
              <a:gd name="T69" fmla="*/ 525090 h 771"/>
              <a:gd name="T70" fmla="*/ 54221 w 923"/>
              <a:gd name="T71" fmla="*/ 627238 h 771"/>
              <a:gd name="T72" fmla="*/ 145145 w 923"/>
              <a:gd name="T73" fmla="*/ 639056 h 771"/>
              <a:gd name="T74" fmla="*/ 147648 w 923"/>
              <a:gd name="T75" fmla="*/ 442359 h 771"/>
              <a:gd name="T76" fmla="*/ 0 w 923"/>
              <a:gd name="T77" fmla="*/ 487101 h 771"/>
              <a:gd name="T78" fmla="*/ 45879 w 923"/>
              <a:gd name="T79" fmla="*/ 627238 h 771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923" h="771">
                <a:moveTo>
                  <a:pt x="303" y="0"/>
                </a:moveTo>
                <a:lnTo>
                  <a:pt x="819" y="0"/>
                </a:lnTo>
                <a:cubicBezTo>
                  <a:pt x="848" y="0"/>
                  <a:pt x="873" y="12"/>
                  <a:pt x="892" y="31"/>
                </a:cubicBezTo>
                <a:cubicBezTo>
                  <a:pt x="911" y="50"/>
                  <a:pt x="923" y="76"/>
                  <a:pt x="923" y="104"/>
                </a:cubicBezTo>
                <a:lnTo>
                  <a:pt x="923" y="313"/>
                </a:lnTo>
                <a:cubicBezTo>
                  <a:pt x="923" y="341"/>
                  <a:pt x="911" y="367"/>
                  <a:pt x="892" y="386"/>
                </a:cubicBezTo>
                <a:cubicBezTo>
                  <a:pt x="873" y="405"/>
                  <a:pt x="848" y="416"/>
                  <a:pt x="819" y="416"/>
                </a:cubicBezTo>
                <a:lnTo>
                  <a:pt x="737" y="416"/>
                </a:lnTo>
                <a:lnTo>
                  <a:pt x="626" y="553"/>
                </a:lnTo>
                <a:lnTo>
                  <a:pt x="584" y="605"/>
                </a:lnTo>
                <a:lnTo>
                  <a:pt x="584" y="537"/>
                </a:lnTo>
                <a:lnTo>
                  <a:pt x="584" y="416"/>
                </a:lnTo>
                <a:lnTo>
                  <a:pt x="494" y="416"/>
                </a:lnTo>
                <a:cubicBezTo>
                  <a:pt x="499" y="401"/>
                  <a:pt x="502" y="385"/>
                  <a:pt x="502" y="368"/>
                </a:cubicBezTo>
                <a:lnTo>
                  <a:pt x="608" y="368"/>
                </a:lnTo>
                <a:lnTo>
                  <a:pt x="632" y="368"/>
                </a:lnTo>
                <a:lnTo>
                  <a:pt x="632" y="392"/>
                </a:lnTo>
                <a:lnTo>
                  <a:pt x="632" y="470"/>
                </a:lnTo>
                <a:lnTo>
                  <a:pt x="707" y="377"/>
                </a:lnTo>
                <a:lnTo>
                  <a:pt x="714" y="368"/>
                </a:lnTo>
                <a:lnTo>
                  <a:pt x="726" y="368"/>
                </a:lnTo>
                <a:lnTo>
                  <a:pt x="819" y="368"/>
                </a:lnTo>
                <a:cubicBezTo>
                  <a:pt x="834" y="368"/>
                  <a:pt x="848" y="362"/>
                  <a:pt x="858" y="352"/>
                </a:cubicBezTo>
                <a:cubicBezTo>
                  <a:pt x="868" y="342"/>
                  <a:pt x="875" y="328"/>
                  <a:pt x="875" y="313"/>
                </a:cubicBezTo>
                <a:lnTo>
                  <a:pt x="875" y="104"/>
                </a:lnTo>
                <a:cubicBezTo>
                  <a:pt x="875" y="89"/>
                  <a:pt x="868" y="75"/>
                  <a:pt x="858" y="65"/>
                </a:cubicBezTo>
                <a:cubicBezTo>
                  <a:pt x="848" y="55"/>
                  <a:pt x="834" y="48"/>
                  <a:pt x="819" y="48"/>
                </a:cubicBezTo>
                <a:lnTo>
                  <a:pt x="303" y="48"/>
                </a:lnTo>
                <a:cubicBezTo>
                  <a:pt x="288" y="48"/>
                  <a:pt x="274" y="55"/>
                  <a:pt x="264" y="65"/>
                </a:cubicBezTo>
                <a:cubicBezTo>
                  <a:pt x="253" y="75"/>
                  <a:pt x="247" y="89"/>
                  <a:pt x="247" y="104"/>
                </a:cubicBezTo>
                <a:lnTo>
                  <a:pt x="247" y="293"/>
                </a:lnTo>
                <a:cubicBezTo>
                  <a:pt x="235" y="311"/>
                  <a:pt x="228" y="333"/>
                  <a:pt x="226" y="356"/>
                </a:cubicBezTo>
                <a:cubicBezTo>
                  <a:pt x="219" y="347"/>
                  <a:pt x="210" y="338"/>
                  <a:pt x="201" y="332"/>
                </a:cubicBezTo>
                <a:cubicBezTo>
                  <a:pt x="200" y="325"/>
                  <a:pt x="199" y="319"/>
                  <a:pt x="199" y="313"/>
                </a:cubicBezTo>
                <a:lnTo>
                  <a:pt x="199" y="104"/>
                </a:lnTo>
                <a:cubicBezTo>
                  <a:pt x="199" y="76"/>
                  <a:pt x="211" y="50"/>
                  <a:pt x="230" y="31"/>
                </a:cubicBezTo>
                <a:cubicBezTo>
                  <a:pt x="248" y="12"/>
                  <a:pt x="274" y="0"/>
                  <a:pt x="303" y="0"/>
                </a:cubicBezTo>
                <a:close/>
                <a:moveTo>
                  <a:pt x="130" y="344"/>
                </a:moveTo>
                <a:lnTo>
                  <a:pt x="130" y="344"/>
                </a:lnTo>
                <a:cubicBezTo>
                  <a:pt x="83" y="344"/>
                  <a:pt x="45" y="382"/>
                  <a:pt x="45" y="429"/>
                </a:cubicBezTo>
                <a:cubicBezTo>
                  <a:pt x="45" y="476"/>
                  <a:pt x="83" y="514"/>
                  <a:pt x="130" y="514"/>
                </a:cubicBezTo>
                <a:cubicBezTo>
                  <a:pt x="177" y="514"/>
                  <a:pt x="215" y="476"/>
                  <a:pt x="215" y="429"/>
                </a:cubicBezTo>
                <a:cubicBezTo>
                  <a:pt x="215" y="382"/>
                  <a:pt x="177" y="344"/>
                  <a:pt x="130" y="344"/>
                </a:cubicBezTo>
                <a:close/>
                <a:moveTo>
                  <a:pt x="364" y="265"/>
                </a:moveTo>
                <a:lnTo>
                  <a:pt x="364" y="265"/>
                </a:lnTo>
                <a:cubicBezTo>
                  <a:pt x="307" y="265"/>
                  <a:pt x="261" y="311"/>
                  <a:pt x="261" y="368"/>
                </a:cubicBezTo>
                <a:cubicBezTo>
                  <a:pt x="261" y="425"/>
                  <a:pt x="307" y="471"/>
                  <a:pt x="364" y="471"/>
                </a:cubicBezTo>
                <a:cubicBezTo>
                  <a:pt x="420" y="471"/>
                  <a:pt x="466" y="425"/>
                  <a:pt x="466" y="368"/>
                </a:cubicBezTo>
                <a:cubicBezTo>
                  <a:pt x="466" y="311"/>
                  <a:pt x="420" y="265"/>
                  <a:pt x="364" y="265"/>
                </a:cubicBezTo>
                <a:close/>
                <a:moveTo>
                  <a:pt x="274" y="748"/>
                </a:moveTo>
                <a:lnTo>
                  <a:pt x="274" y="748"/>
                </a:lnTo>
                <a:lnTo>
                  <a:pt x="274" y="601"/>
                </a:lnTo>
                <a:lnTo>
                  <a:pt x="285" y="601"/>
                </a:lnTo>
                <a:lnTo>
                  <a:pt x="285" y="748"/>
                </a:lnTo>
                <a:lnTo>
                  <a:pt x="285" y="771"/>
                </a:lnTo>
                <a:lnTo>
                  <a:pt x="446" y="771"/>
                </a:lnTo>
                <a:lnTo>
                  <a:pt x="446" y="748"/>
                </a:lnTo>
                <a:lnTo>
                  <a:pt x="446" y="601"/>
                </a:lnTo>
                <a:lnTo>
                  <a:pt x="457" y="601"/>
                </a:lnTo>
                <a:lnTo>
                  <a:pt x="457" y="748"/>
                </a:lnTo>
                <a:lnTo>
                  <a:pt x="522" y="748"/>
                </a:lnTo>
                <a:lnTo>
                  <a:pt x="522" y="548"/>
                </a:lnTo>
                <a:cubicBezTo>
                  <a:pt x="522" y="512"/>
                  <a:pt x="493" y="483"/>
                  <a:pt x="458" y="483"/>
                </a:cubicBezTo>
                <a:cubicBezTo>
                  <a:pt x="262" y="483"/>
                  <a:pt x="468" y="483"/>
                  <a:pt x="271" y="483"/>
                </a:cubicBezTo>
                <a:cubicBezTo>
                  <a:pt x="236" y="483"/>
                  <a:pt x="207" y="512"/>
                  <a:pt x="207" y="548"/>
                </a:cubicBezTo>
                <a:lnTo>
                  <a:pt x="207" y="748"/>
                </a:lnTo>
                <a:cubicBezTo>
                  <a:pt x="218" y="748"/>
                  <a:pt x="245" y="748"/>
                  <a:pt x="274" y="748"/>
                </a:cubicBezTo>
                <a:close/>
                <a:moveTo>
                  <a:pt x="55" y="743"/>
                </a:moveTo>
                <a:lnTo>
                  <a:pt x="55" y="743"/>
                </a:lnTo>
                <a:lnTo>
                  <a:pt x="55" y="622"/>
                </a:lnTo>
                <a:lnTo>
                  <a:pt x="65" y="622"/>
                </a:lnTo>
                <a:lnTo>
                  <a:pt x="65" y="743"/>
                </a:lnTo>
                <a:lnTo>
                  <a:pt x="65" y="757"/>
                </a:lnTo>
                <a:lnTo>
                  <a:pt x="174" y="757"/>
                </a:lnTo>
                <a:lnTo>
                  <a:pt x="174" y="548"/>
                </a:lnTo>
                <a:cubicBezTo>
                  <a:pt x="174" y="540"/>
                  <a:pt x="175" y="532"/>
                  <a:pt x="177" y="524"/>
                </a:cubicBezTo>
                <a:lnTo>
                  <a:pt x="53" y="524"/>
                </a:lnTo>
                <a:cubicBezTo>
                  <a:pt x="24" y="524"/>
                  <a:pt x="0" y="548"/>
                  <a:pt x="0" y="577"/>
                </a:cubicBezTo>
                <a:lnTo>
                  <a:pt x="0" y="743"/>
                </a:lnTo>
                <a:cubicBezTo>
                  <a:pt x="10" y="743"/>
                  <a:pt x="32" y="743"/>
                  <a:pt x="55" y="743"/>
                </a:cubicBezTo>
                <a:close/>
              </a:path>
            </a:pathLst>
          </a:custGeom>
          <a:solidFill>
            <a:srgbClr val="95944F"/>
          </a:solidFill>
          <a:ln>
            <a:noFill/>
          </a:ln>
        </p:spPr>
        <p:txBody>
          <a:bodyPr/>
          <a:lstStyle/>
          <a:p>
            <a:endParaRPr lang="zh-CN" altLang="en-US" sz="1800">
              <a:solidFill>
                <a:srgbClr val="95944F"/>
              </a:solidFill>
            </a:endParaRPr>
          </a:p>
        </p:txBody>
      </p:sp>
      <p:sp>
        <p:nvSpPr>
          <p:cNvPr id="16" name="TextBox 58" title=""/>
          <p:cNvSpPr txBox="1">
            <a:spLocks noChangeArrowheads="1"/>
          </p:cNvSpPr>
          <p:nvPr/>
        </p:nvSpPr>
        <p:spPr bwMode="auto">
          <a:xfrm>
            <a:off x="2594550" y="3847935"/>
            <a:ext cx="1947101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smtClean="0">
                <a:solidFill>
                  <a:srgbClr val="95944F"/>
                </a:solidFill>
                <a:latin typeface="微软雅黑" panose="020b0503020204020204" pitchFamily="34" charset="-122"/>
              </a:rPr>
              <a:t>“走”和“跑”</a:t>
            </a:r>
            <a:endParaRPr lang="zh-CN" altLang="en-US" b="1" smtClean="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7" name="TextBox 59" title=""/>
          <p:cNvSpPr txBox="1">
            <a:spLocks noChangeArrowheads="1"/>
          </p:cNvSpPr>
          <p:nvPr/>
        </p:nvSpPr>
        <p:spPr bwMode="auto">
          <a:xfrm>
            <a:off x="341180" y="3848112"/>
            <a:ext cx="1947101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smtClean="0">
                <a:solidFill>
                  <a:srgbClr val="95944F"/>
                </a:solidFill>
                <a:latin typeface="微软雅黑" panose="020b0503020204020204" pitchFamily="34" charset="-122"/>
              </a:rPr>
              <a:t>“哭”和“笑”</a:t>
            </a:r>
            <a:endParaRPr lang="zh-CN" altLang="en-US" b="1" smtClean="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8" name="TextBox 68" title=""/>
          <p:cNvSpPr txBox="1">
            <a:spLocks noChangeArrowheads="1"/>
          </p:cNvSpPr>
          <p:nvPr/>
        </p:nvSpPr>
        <p:spPr bwMode="auto">
          <a:xfrm>
            <a:off x="5084365" y="3847935"/>
            <a:ext cx="2091508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smtClean="0">
                <a:solidFill>
                  <a:srgbClr val="95944F"/>
                </a:solidFill>
                <a:latin typeface="微软雅黑" panose="020b0503020204020204" pitchFamily="34" charset="-122"/>
              </a:rPr>
              <a:t>“看”和“听”</a:t>
            </a:r>
            <a:endParaRPr lang="zh-CN" altLang="en-US" b="1" smtClean="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19" name="TextBox 69" title=""/>
          <p:cNvSpPr txBox="1">
            <a:spLocks noChangeArrowheads="1"/>
          </p:cNvSpPr>
          <p:nvPr/>
        </p:nvSpPr>
        <p:spPr bwMode="auto">
          <a:xfrm>
            <a:off x="7574179" y="3847935"/>
            <a:ext cx="1948689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smtClean="0">
                <a:solidFill>
                  <a:srgbClr val="95944F"/>
                </a:solidFill>
                <a:latin typeface="微软雅黑" panose="020b0503020204020204" pitchFamily="34" charset="-122"/>
              </a:rPr>
              <a:t>“说”和“叫”</a:t>
            </a:r>
            <a:endParaRPr lang="zh-CN" altLang="en-US" b="1" smtClean="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0" name="TextBox 70" title=""/>
          <p:cNvSpPr txBox="1">
            <a:spLocks noChangeArrowheads="1"/>
          </p:cNvSpPr>
          <p:nvPr/>
        </p:nvSpPr>
        <p:spPr bwMode="auto">
          <a:xfrm>
            <a:off x="9673500" y="3847935"/>
            <a:ext cx="1948689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smtClean="0">
                <a:solidFill>
                  <a:srgbClr val="95944F"/>
                </a:solidFill>
                <a:latin typeface="微软雅黑" panose="020b0503020204020204" pitchFamily="34" charset="-122"/>
              </a:rPr>
              <a:t>身体动作</a:t>
            </a:r>
            <a:endParaRPr lang="zh-CN" altLang="en-US" b="1" smtClean="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Rectangle 3" title=""/>
          <p:cNvSpPr txBox="1">
            <a:spLocks noChangeArrowheads="1"/>
          </p:cNvSpPr>
          <p:nvPr/>
        </p:nvSpPr>
        <p:spPr bwMode="auto">
          <a:xfrm>
            <a:off x="5300268" y="312622"/>
            <a:ext cx="1536100" cy="601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dist"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rgbClr val="95944F"/>
                </a:solidFill>
              </a:rPr>
              <a:t>目录</a:t>
            </a:r>
            <a:endParaRPr lang="zh-CN" altLang="en-US" sz="3600" b="1">
              <a:solidFill>
                <a:srgbClr val="95944F"/>
              </a:solidFill>
            </a:endParaRPr>
          </a:p>
        </p:txBody>
      </p:sp>
      <p:sp>
        <p:nvSpPr>
          <p:cNvPr id="22" name="Text Box 5" title=""/>
          <p:cNvSpPr txBox="1">
            <a:spLocks noChangeArrowheads="1"/>
          </p:cNvSpPr>
          <p:nvPr/>
        </p:nvSpPr>
        <p:spPr bwMode="auto">
          <a:xfrm>
            <a:off x="5222511" y="871204"/>
            <a:ext cx="1691614" cy="461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accent1"/>
                </a:solidFill>
                <a:latin typeface="Arial" panose="020b0604020202020204" pitchFamily="34" charset="0"/>
                <a:ea typeface="仿宋_GB2312" panose="02010609030101010101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olidFill>
                  <a:srgbClr val="95944F"/>
                </a:solidFill>
              </a:rPr>
              <a:t>C</a:t>
            </a:r>
            <a:r>
              <a:rPr lang="zh-CN" altLang="en-US" sz="2400">
                <a:solidFill>
                  <a:srgbClr val="95944F"/>
                </a:solidFill>
              </a:rPr>
              <a:t>ontents</a:t>
            </a:r>
            <a:endParaRPr lang="zh-CN" altLang="en-US" sz="2400">
              <a:solidFill>
                <a:srgbClr val="95944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26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19" grpId="0"/>
      <p:bldP spid="20" grpId="0"/>
      <p:bldP spid="2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矩形 5" title=""/>
          <p:cNvSpPr/>
          <p:nvPr/>
        </p:nvSpPr>
        <p:spPr>
          <a:xfrm>
            <a:off x="5333649" y="2388991"/>
            <a:ext cx="7013097" cy="9232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6000" b="1" smtClean="0">
                <a:solidFill>
                  <a:srgbClr val="95944F"/>
                </a:solidFill>
                <a:latin typeface="微软雅黑" panose="020b0503020204020204" pitchFamily="34" charset="-122"/>
              </a:rPr>
              <a:t>“哭”和“笑”</a:t>
            </a:r>
            <a:endParaRPr lang="zh-CN" altLang="en-US" sz="6000" b="1" smtClean="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Freeform 5" title=""/>
          <p:cNvSpPr/>
          <p:nvPr/>
        </p:nvSpPr>
        <p:spPr bwMode="auto">
          <a:xfrm>
            <a:off x="3077399" y="2336632"/>
            <a:ext cx="1926222" cy="1927808"/>
          </a:xfrm>
          <a:custGeom>
            <a:gdLst>
              <a:gd name="T0" fmla="*/ 0 w 2342"/>
              <a:gd name="T1" fmla="*/ 0 h 2342"/>
              <a:gd name="T2" fmla="*/ 1585388609 w 2342"/>
              <a:gd name="T3" fmla="*/ 0 h 2342"/>
              <a:gd name="T4" fmla="*/ 1585388609 w 2342"/>
              <a:gd name="T5" fmla="*/ 379775835 h 2342"/>
              <a:gd name="T6" fmla="*/ 1553572115 w 2342"/>
              <a:gd name="T7" fmla="*/ 379775835 h 2342"/>
              <a:gd name="T8" fmla="*/ 1553572115 w 2342"/>
              <a:gd name="T9" fmla="*/ 31873989 h 2342"/>
              <a:gd name="T10" fmla="*/ 31816493 w 2342"/>
              <a:gd name="T11" fmla="*/ 31873989 h 2342"/>
              <a:gd name="T12" fmla="*/ 31816493 w 2342"/>
              <a:gd name="T13" fmla="*/ 1556403041 h 2342"/>
              <a:gd name="T14" fmla="*/ 1553572115 w 2342"/>
              <a:gd name="T15" fmla="*/ 1556403041 h 2342"/>
              <a:gd name="T16" fmla="*/ 1553572115 w 2342"/>
              <a:gd name="T17" fmla="*/ 1106097090 h 2342"/>
              <a:gd name="T18" fmla="*/ 1585388609 w 2342"/>
              <a:gd name="T19" fmla="*/ 1106097090 h 2342"/>
              <a:gd name="T20" fmla="*/ 1585388609 w 2342"/>
              <a:gd name="T21" fmla="*/ 1588277029 h 2342"/>
              <a:gd name="T22" fmla="*/ 0 w 2342"/>
              <a:gd name="T23" fmla="*/ 1588277029 h 2342"/>
              <a:gd name="T24" fmla="*/ 0 w 2342"/>
              <a:gd name="T25" fmla="*/ 0 h 234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342" h="2342">
                <a:moveTo>
                  <a:pt x="0" y="0"/>
                </a:moveTo>
                <a:lnTo>
                  <a:pt x="2342" y="0"/>
                </a:lnTo>
                <a:lnTo>
                  <a:pt x="2342" y="560"/>
                </a:lnTo>
                <a:lnTo>
                  <a:pt x="2295" y="560"/>
                </a:lnTo>
                <a:lnTo>
                  <a:pt x="2295" y="47"/>
                </a:lnTo>
                <a:lnTo>
                  <a:pt x="47" y="47"/>
                </a:lnTo>
                <a:lnTo>
                  <a:pt x="47" y="2295"/>
                </a:lnTo>
                <a:lnTo>
                  <a:pt x="2295" y="2295"/>
                </a:lnTo>
                <a:lnTo>
                  <a:pt x="2295" y="1631"/>
                </a:lnTo>
                <a:lnTo>
                  <a:pt x="2342" y="1631"/>
                </a:lnTo>
                <a:lnTo>
                  <a:pt x="2342" y="2342"/>
                </a:lnTo>
                <a:lnTo>
                  <a:pt x="0" y="2342"/>
                </a:lnTo>
                <a:lnTo>
                  <a:pt x="0" y="0"/>
                </a:lnTo>
                <a:close/>
              </a:path>
            </a:pathLst>
          </a:custGeom>
          <a:solidFill>
            <a:srgbClr val="95944F"/>
          </a:solidFill>
          <a:ln>
            <a:noFill/>
          </a:ln>
        </p:spPr>
        <p:txBody>
          <a:bodyPr/>
          <a:lstStyle/>
          <a:p>
            <a:endParaRPr lang="zh-CN" altLang="en-US" sz="1800">
              <a:solidFill>
                <a:srgbClr val="95944F"/>
              </a:solidFill>
            </a:endParaRPr>
          </a:p>
        </p:txBody>
      </p:sp>
      <p:sp>
        <p:nvSpPr>
          <p:cNvPr id="14" name="PA_文本框 1" title=""/>
          <p:cNvSpPr txBox="1"/>
          <p:nvPr>
            <p:custDataLst>
              <p:tags r:id="rId2"/>
            </p:custDataLst>
          </p:nvPr>
        </p:nvSpPr>
        <p:spPr>
          <a:xfrm>
            <a:off x="3316012" y="2594982"/>
            <a:ext cx="1448994" cy="13535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eaLnBrk="1" hangingPunct="1">
              <a:buFont typeface="Arial" panose="020b0604020202020204" pitchFamily="34" charset="0"/>
              <a:buNone/>
              <a:defRPr sz="6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8795">
                <a:solidFill>
                  <a:srgbClr val="95944F"/>
                </a:solidFill>
              </a:rPr>
              <a:t>01</a:t>
            </a:r>
            <a:endParaRPr lang="zh-CN" altLang="en-US" sz="8795">
              <a:solidFill>
                <a:srgbClr val="95944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" dur="3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" dur="3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1.轻声的哭泣：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2945765" y="989330"/>
            <a:ext cx="8831580" cy="5262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weep</a:t>
            </a:r>
            <a:r>
              <a:rPr lang="en-US" sz="4800" b="0">
                <a:solidFill>
                  <a:srgbClr val="444444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zh-CN" sz="4800" b="0">
                <a:solidFill>
                  <a:srgbClr val="444444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无声地流泪；</a:t>
            </a:r>
            <a:endParaRPr lang="en-US" sz="4800" b="0">
              <a:solidFill>
                <a:srgbClr val="444444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sob </a:t>
            </a:r>
            <a:r>
              <a:rPr lang="zh-CN" sz="4800" b="0">
                <a:solidFill>
                  <a:srgbClr val="444444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呜咽、抽泣；</a:t>
            </a:r>
            <a:endParaRPr lang="en-US" sz="4800" b="0">
              <a:solidFill>
                <a:srgbClr val="444444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whimper </a:t>
            </a:r>
            <a:r>
              <a:rPr lang="zh-CN" sz="4800" b="0">
                <a:solidFill>
                  <a:srgbClr val="444444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啜泣、呜咽；</a:t>
            </a:r>
            <a:endParaRPr lang="en-US" sz="4800" b="0">
              <a:solidFill>
                <a:srgbClr val="444444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lament </a:t>
            </a:r>
            <a:r>
              <a:rPr lang="zh-CN" sz="4800" b="0">
                <a:solidFill>
                  <a:srgbClr val="444444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恸哭哀悼；</a:t>
            </a:r>
            <a:endParaRPr lang="en-US" sz="4800" b="0">
              <a:solidFill>
                <a:srgbClr val="444444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mewl </a:t>
            </a:r>
            <a:r>
              <a:rPr lang="zh-CN" sz="4800" b="0">
                <a:solidFill>
                  <a:srgbClr val="444444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低声啜泣；</a:t>
            </a:r>
            <a:endParaRPr lang="en-US" sz="4800" b="0">
              <a:solidFill>
                <a:srgbClr val="444444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snivel </a:t>
            </a:r>
            <a:r>
              <a:rPr lang="zh-CN" sz="4800" b="0">
                <a:solidFill>
                  <a:srgbClr val="444444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哭诉、抽鼻子哭；</a:t>
            </a:r>
            <a:endParaRPr lang="en-US" sz="4800" b="0">
              <a:solidFill>
                <a:srgbClr val="444444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whine </a:t>
            </a:r>
            <a:r>
              <a:rPr lang="zh-CN" sz="4800" b="0">
                <a:solidFill>
                  <a:srgbClr val="444444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哀鸣、发出呜呜声；</a:t>
            </a:r>
            <a:endParaRPr lang="zh-CN" altLang="en-US" sz="4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2.大声的哭泣：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1971675" y="1590675"/>
            <a:ext cx="8831580" cy="30460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squall </a:t>
            </a:r>
            <a:r>
              <a:rPr sz="4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嚎啕大哭；</a:t>
            </a:r>
            <a:endParaRPr sz="4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wail </a:t>
            </a:r>
            <a:r>
              <a:rPr sz="4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哀嚎、恸哭流涕；</a:t>
            </a:r>
            <a:endParaRPr sz="4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yowl </a:t>
            </a:r>
            <a:r>
              <a:rPr sz="4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大哭大叫；</a:t>
            </a:r>
            <a:endParaRPr sz="4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blubber </a:t>
            </a:r>
            <a:r>
              <a:rPr sz="4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放声大哭、又哭又闹</a:t>
            </a:r>
            <a:endParaRPr sz="4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3.笑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1097280" y="1281430"/>
            <a:ext cx="10352405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Grin </a:t>
            </a:r>
            <a:r>
              <a:rPr sz="4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咧嘴笑</a:t>
            </a:r>
            <a:endParaRPr sz="4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Beam</a:t>
            </a:r>
            <a:r>
              <a:rPr sz="4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眉开眼笑</a:t>
            </a:r>
            <a:endParaRPr sz="4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giggle</a:t>
            </a:r>
            <a:r>
              <a:rPr sz="4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咯咯地笑</a:t>
            </a:r>
            <a:endParaRPr sz="4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chuckle</a:t>
            </a:r>
            <a:r>
              <a:rPr sz="4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轻轻地笑（以免打扰别人）</a:t>
            </a:r>
            <a:endParaRPr sz="4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roar with laughter</a:t>
            </a:r>
            <a:r>
              <a:rPr sz="4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疯狂大笑</a:t>
            </a:r>
            <a:endParaRPr sz="4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8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howl with laughter</a:t>
            </a:r>
            <a:r>
              <a:rPr sz="4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狂笑（尤指一群人）</a:t>
            </a:r>
            <a:endParaRPr sz="4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常用短语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139065" y="979170"/>
            <a:ext cx="12268200" cy="39693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1. </a:t>
            </a:r>
            <a:r>
              <a:rPr lang="en-US"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put a smile on someone’s face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使某人高兴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2. </a:t>
            </a:r>
            <a:r>
              <a:rPr lang="en-US"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be all smiles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笑容满面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3. </a:t>
            </a:r>
            <a:r>
              <a:rPr lang="en-US"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grin from ear to ear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咧着嘴笑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4. </a:t>
            </a:r>
            <a:r>
              <a:rPr lang="en-US"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keep smiling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保持微笑，乐观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5. </a:t>
            </a:r>
            <a:r>
              <a:rPr lang="en-US"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something smiled on someone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好事降临某人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6. 强忍住笑 </a:t>
            </a:r>
            <a:r>
              <a:rPr lang="en-US"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trying not to laugh</a:t>
            </a:r>
            <a:endParaRPr lang="en-US" sz="3600" b="1">
              <a:solidFill>
                <a:srgbClr val="C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l">
              <a:buClrTx/>
              <a:buSzTx/>
              <a:buFontTx/>
            </a:pP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7. 开怀大笑 </a:t>
            </a:r>
            <a:r>
              <a:rPr lang="en-US"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bursting with laughter</a:t>
            </a:r>
            <a:endParaRPr lang="en-US" sz="3600" b="1">
              <a:solidFill>
                <a:srgbClr val="C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常用短语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601345" y="961390"/>
            <a:ext cx="11741150" cy="53848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 bright smile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灿烂的笑容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one’s face brightened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某人的脸上焕发出了光彩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one’s face grow serious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表情变得严肃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one’s face looked a little confused 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                           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某人看起来有点因惑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one’s face flushed/burned with embarrassment.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                          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某人的脸窘得满脸通红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one’s face paled with fright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某人的脸吓得都白了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had a slight frown on one’s face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某人愁眉不展的样子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常用短语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601345" y="650240"/>
            <a:ext cx="11741150" cy="56311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one’s cheeks burning with shame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      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某人因为羞愧而感到脸颊发烧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one’s cheeks are wet with tears  </a:t>
            </a:r>
            <a:r>
              <a:rPr lang="en-US"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lang="en-US"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lang="en-US"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               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某人泪流满面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color rushed/flooded to one’s cheeks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                  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某人涨红了脸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 tear slid down one’s cheek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          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一滴泪顺着某人的脸颊滑落下来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kissed sb. on both cheeks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               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亲了某人的脸颊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句子赏析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1392555" y="890270"/>
            <a:ext cx="11741150" cy="56311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1．Susan smiled at him and waved.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2．He was smiling broadly now.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3．Oh, I’m fine,’ Anna replied with a smile.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4．A broad smile spread over Lucy’s face.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5．He managed a faint smile.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6．He looked across at Jos with a wry smile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7．a smile on your face/lips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8．Now he had a great big smile on his face.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9．She gave them a little smile.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10．Of course,’ she replied smilingly.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句子赏析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307975" y="925830"/>
            <a:ext cx="11741150" cy="55079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11．Tony was laughing so hard he had to steady himself on the table.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12．Nora laughed so much that she nearly cried.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13．laugh heartily/uproariously/hysterically etc (=laugh a lot)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14．The kids tumbled around on the floor, laughing hysterically.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15．He couldn’t help it; he burst out laughing (=suddenly started laughing). laugh your head off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16．He’s one of the few writers who can make me laugh out loud.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17．“What a mess!” she said, with a laugh.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18．At first she was silent, then she gave a nervous laugh.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19．He looked shocked, then burst into laughter (=started laughing).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20．roar/scream/shriek with laughter (=laugh very loudly)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2115800" y="12280900"/>
            <a:ext cx="0" cy="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句子赏析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352425" y="925830"/>
            <a:ext cx="11741150" cy="56311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21．Audiences roared with laughter.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22．He shook with laughter.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23．Catch me if you can,’ she said with a giggle.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24．Vicky suppressed a nervous giggle.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25．If you can’t stop giggling you’ll have to leave the room.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26．What are you chuckling about?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27．Rosie gave a little chuckle.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28．The boys tried not to smirk.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29．What are you smirking at? 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30．He had a self-satisfied smirk on his face.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矩形 5" title=""/>
          <p:cNvSpPr/>
          <p:nvPr/>
        </p:nvSpPr>
        <p:spPr>
          <a:xfrm>
            <a:off x="5333649" y="2388991"/>
            <a:ext cx="7013097" cy="9232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6000" b="1" smtClean="0">
                <a:solidFill>
                  <a:srgbClr val="95944F"/>
                </a:solidFill>
                <a:latin typeface="微软雅黑" panose="020b0503020204020204" pitchFamily="34" charset="-122"/>
              </a:rPr>
              <a:t>“走”和“跑”</a:t>
            </a:r>
            <a:endParaRPr lang="zh-CN" altLang="en-US" sz="6000" b="1" smtClean="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Freeform 5" title=""/>
          <p:cNvSpPr/>
          <p:nvPr/>
        </p:nvSpPr>
        <p:spPr bwMode="auto">
          <a:xfrm>
            <a:off x="3077399" y="2336632"/>
            <a:ext cx="1926222" cy="1927808"/>
          </a:xfrm>
          <a:custGeom>
            <a:gdLst>
              <a:gd name="T0" fmla="*/ 0 w 2342"/>
              <a:gd name="T1" fmla="*/ 0 h 2342"/>
              <a:gd name="T2" fmla="*/ 1585388609 w 2342"/>
              <a:gd name="T3" fmla="*/ 0 h 2342"/>
              <a:gd name="T4" fmla="*/ 1585388609 w 2342"/>
              <a:gd name="T5" fmla="*/ 379775835 h 2342"/>
              <a:gd name="T6" fmla="*/ 1553572115 w 2342"/>
              <a:gd name="T7" fmla="*/ 379775835 h 2342"/>
              <a:gd name="T8" fmla="*/ 1553572115 w 2342"/>
              <a:gd name="T9" fmla="*/ 31873989 h 2342"/>
              <a:gd name="T10" fmla="*/ 31816493 w 2342"/>
              <a:gd name="T11" fmla="*/ 31873989 h 2342"/>
              <a:gd name="T12" fmla="*/ 31816493 w 2342"/>
              <a:gd name="T13" fmla="*/ 1556403041 h 2342"/>
              <a:gd name="T14" fmla="*/ 1553572115 w 2342"/>
              <a:gd name="T15" fmla="*/ 1556403041 h 2342"/>
              <a:gd name="T16" fmla="*/ 1553572115 w 2342"/>
              <a:gd name="T17" fmla="*/ 1106097090 h 2342"/>
              <a:gd name="T18" fmla="*/ 1585388609 w 2342"/>
              <a:gd name="T19" fmla="*/ 1106097090 h 2342"/>
              <a:gd name="T20" fmla="*/ 1585388609 w 2342"/>
              <a:gd name="T21" fmla="*/ 1588277029 h 2342"/>
              <a:gd name="T22" fmla="*/ 0 w 2342"/>
              <a:gd name="T23" fmla="*/ 1588277029 h 2342"/>
              <a:gd name="T24" fmla="*/ 0 w 2342"/>
              <a:gd name="T25" fmla="*/ 0 h 234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342" h="2342">
                <a:moveTo>
                  <a:pt x="0" y="0"/>
                </a:moveTo>
                <a:lnTo>
                  <a:pt x="2342" y="0"/>
                </a:lnTo>
                <a:lnTo>
                  <a:pt x="2342" y="560"/>
                </a:lnTo>
                <a:lnTo>
                  <a:pt x="2295" y="560"/>
                </a:lnTo>
                <a:lnTo>
                  <a:pt x="2295" y="47"/>
                </a:lnTo>
                <a:lnTo>
                  <a:pt x="47" y="47"/>
                </a:lnTo>
                <a:lnTo>
                  <a:pt x="47" y="2295"/>
                </a:lnTo>
                <a:lnTo>
                  <a:pt x="2295" y="2295"/>
                </a:lnTo>
                <a:lnTo>
                  <a:pt x="2295" y="1631"/>
                </a:lnTo>
                <a:lnTo>
                  <a:pt x="2342" y="1631"/>
                </a:lnTo>
                <a:lnTo>
                  <a:pt x="2342" y="2342"/>
                </a:lnTo>
                <a:lnTo>
                  <a:pt x="0" y="2342"/>
                </a:lnTo>
                <a:lnTo>
                  <a:pt x="0" y="0"/>
                </a:lnTo>
                <a:close/>
              </a:path>
            </a:pathLst>
          </a:custGeom>
          <a:solidFill>
            <a:srgbClr val="95944F"/>
          </a:solidFill>
          <a:ln>
            <a:noFill/>
          </a:ln>
        </p:spPr>
        <p:txBody>
          <a:bodyPr/>
          <a:lstStyle/>
          <a:p>
            <a:endParaRPr lang="zh-CN" altLang="en-US" sz="1800">
              <a:solidFill>
                <a:srgbClr val="95944F"/>
              </a:solidFill>
            </a:endParaRPr>
          </a:p>
        </p:txBody>
      </p:sp>
      <p:sp>
        <p:nvSpPr>
          <p:cNvPr id="14" name="PA_文本框 1" title=""/>
          <p:cNvSpPr txBox="1"/>
          <p:nvPr>
            <p:custDataLst>
              <p:tags r:id="rId2"/>
            </p:custDataLst>
          </p:nvPr>
        </p:nvSpPr>
        <p:spPr>
          <a:xfrm>
            <a:off x="3316012" y="2594982"/>
            <a:ext cx="1448994" cy="1353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eaLnBrk="1" hangingPunct="1">
              <a:buFont typeface="Arial" panose="020b0604020202020204" pitchFamily="34" charset="0"/>
              <a:buNone/>
              <a:defRPr sz="6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8795">
                <a:solidFill>
                  <a:srgbClr val="95944F"/>
                </a:solidFill>
              </a:rPr>
              <a:t>02</a:t>
            </a:r>
            <a:endParaRPr lang="zh-CN" altLang="en-US" sz="8795">
              <a:solidFill>
                <a:srgbClr val="95944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" dur="3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" dur="3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1.各种“走”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5711190" y="327025"/>
            <a:ext cx="8831580" cy="68008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limp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瘸着走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stumble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跌跌撞撞地走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stagger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蹒跚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trudge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吃力地走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plod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沉重缓慢地走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wade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涉水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wander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漫步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saunter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闲逛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sneak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鬼鬼祟祟地走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sidle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侧身走 </a:t>
            </a:r>
            <a:endParaRPr lang="zh-CN" altLang="en-US" sz="3600"/>
          </a:p>
          <a:p>
            <a:pPr indent="0"/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688340" y="927100"/>
            <a:ext cx="5353685" cy="590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stroll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闲逛                    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mince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碎步走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toddle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婴儿学步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tiptoe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蹑手蹑脚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shuffle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拖着脚走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march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列队走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stride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大步走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strut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趾高气扬地走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stalk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昂首阔步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algn="l">
              <a:buClrTx/>
              <a:buSzTx/>
              <a:buNone/>
            </a:pPr>
            <a:endParaRPr lang="zh-CN" altLang="en-US"/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.各种“路”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4392295" y="182880"/>
            <a:ext cx="8831580" cy="6492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6)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pavement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人行道,便道；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7)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pedestrian crossing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人行过街横道；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8)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public thoroughfare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街道；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9)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high street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大街,主要街道（英）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10.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main street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主街道（美）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11.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along/up/down the street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沿着街道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12. 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across the street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街对面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13. 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 the other/opposite side of the street </a:t>
            </a:r>
            <a:endParaRPr sz="3200" b="1">
              <a:solidFill>
                <a:srgbClr val="C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在街道的另一边/对面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14.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side/back street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小路/偏僻街道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15.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crowded street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拥挤的街道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16.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one-way street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单行道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17.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street corner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街角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219075" y="1885950"/>
            <a:ext cx="5596890" cy="3291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avenue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大街；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boulevard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林荫大道；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3)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walk, promenade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en-US"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            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散步的路；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4)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ring road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环行路；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5)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alley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胡同；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endParaRPr sz="1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常用短语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601345" y="1245870"/>
            <a:ext cx="12268200" cy="48310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1)</a:t>
            </a: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sneak out of the house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偷偷溜出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2)</a:t>
            </a: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give a jump in the air 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跳到空中（表示开心）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3)</a:t>
            </a: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Jump to one’s feet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跳起来（表示震惊）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4)</a:t>
            </a: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make a running step back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跑着后退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5)</a:t>
            </a: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dash back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冲回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6)</a:t>
            </a: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Pace restlessly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不安地走动 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7)</a:t>
            </a: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aimlessly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无目的地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常用短语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601345" y="952500"/>
            <a:ext cx="12268200" cy="55079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1)</a:t>
            </a: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pop down a hole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跳入一个洞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2)</a:t>
            </a: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dig into one’s pocket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插入口袋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3)</a:t>
            </a: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Press one’s hand upon one’s heart 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用手压住胸口（表示惊吓）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4)</a:t>
            </a: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stand a few moments without saying a word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无话可说地站在那里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5)</a:t>
            </a: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...flashed across her mind 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闪过脑海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6)</a:t>
            </a: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start to one’s feet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站起来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句子赏析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219075" y="732790"/>
            <a:ext cx="11741150" cy="60007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1．Then Lisa stood up and made her way through the crowd toward me.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2．Lisa planted her feet firmly in front of me.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3．She managed to climb onto it and waited patiently.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4．Reuben ran/rushed down Water Street, trembling with great panic.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5．The shadows were lengthening when Reuben arrived at（动作） the factory.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6．Then, clutching the tin can, he headed for the shop.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7．Racing home, Reuben burst through the front door.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8．Disappointed and frustrated, the poor man made his way back to his family.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9．Suddenly, the woman stood up and entered the house in tears.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10．And yet, they all just stood there staring at me, motionless.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11．Belle Ringer nodded thoughtfully, and Frannie hurried off to wait on the rest of her tables.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12．I led them toward a large corner booth. I could feel the rest of the staff following behind as we marched through the dining room.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13．I dragged myself through daily chores, feeling exhausted.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14．The elderly man fled away with great panic.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15．The man stepped back/stepped onto the platform to take a good look at the paintings. 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句子赏析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447675" y="784860"/>
            <a:ext cx="11741150" cy="60007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16．He leapt to his feet and rushed out of the living room.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17．He sprung from his chair and rushed to pick up the telephone.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18．He jumped up and rushed out of the living room.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19．She just sat there staring into space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20．The kids sat around a campfire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21．Please remain seated until your name is called.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22．He seated himself comfortably at the foot of the bed.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23．He took his usual seat at the front of the classroom.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24．That man is hurt, he's limping.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25．He was so drunk that he staggered all the way home.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26．She stumbled upstairs and into bed.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27．She tiptoed to the bed so as not to wake the baby.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句子赏析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581025" y="725805"/>
            <a:ext cx="11322685" cy="61239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28．They strolled around the park.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29．They enjoy wandering through the countryside.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30．He paced up and down the platform, waiting for the train.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31．Demonstrators marched through the streets of the city.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32．A baby crawls before he can walk.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33．Paul decided to edge away from the crowd.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34．The cat crept silently towards the bird.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35．The boy sneaked in without paying.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36．I must dash or I'll miss the train.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37．She goes jogging every day.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38．He tripped over the step and fell.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39．The group hiked up to the top of the hill.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40．As I was sitting in the park, I watched as couples seemed to meander around happily.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矩形 5" title=""/>
          <p:cNvSpPr/>
          <p:nvPr/>
        </p:nvSpPr>
        <p:spPr>
          <a:xfrm>
            <a:off x="5333649" y="2388991"/>
            <a:ext cx="7013097" cy="9232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6000" b="1" smtClean="0">
                <a:solidFill>
                  <a:srgbClr val="95944F"/>
                </a:solidFill>
                <a:latin typeface="微软雅黑" panose="020b0503020204020204" pitchFamily="34" charset="-122"/>
              </a:rPr>
              <a:t>“看”和“听”</a:t>
            </a:r>
            <a:endParaRPr lang="zh-CN" altLang="en-US" sz="6000" b="1" smtClean="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Freeform 5" title=""/>
          <p:cNvSpPr/>
          <p:nvPr/>
        </p:nvSpPr>
        <p:spPr bwMode="auto">
          <a:xfrm>
            <a:off x="3077399" y="2336632"/>
            <a:ext cx="1926222" cy="1927808"/>
          </a:xfrm>
          <a:custGeom>
            <a:gdLst>
              <a:gd name="T0" fmla="*/ 0 w 2342"/>
              <a:gd name="T1" fmla="*/ 0 h 2342"/>
              <a:gd name="T2" fmla="*/ 1585388609 w 2342"/>
              <a:gd name="T3" fmla="*/ 0 h 2342"/>
              <a:gd name="T4" fmla="*/ 1585388609 w 2342"/>
              <a:gd name="T5" fmla="*/ 379775835 h 2342"/>
              <a:gd name="T6" fmla="*/ 1553572115 w 2342"/>
              <a:gd name="T7" fmla="*/ 379775835 h 2342"/>
              <a:gd name="T8" fmla="*/ 1553572115 w 2342"/>
              <a:gd name="T9" fmla="*/ 31873989 h 2342"/>
              <a:gd name="T10" fmla="*/ 31816493 w 2342"/>
              <a:gd name="T11" fmla="*/ 31873989 h 2342"/>
              <a:gd name="T12" fmla="*/ 31816493 w 2342"/>
              <a:gd name="T13" fmla="*/ 1556403041 h 2342"/>
              <a:gd name="T14" fmla="*/ 1553572115 w 2342"/>
              <a:gd name="T15" fmla="*/ 1556403041 h 2342"/>
              <a:gd name="T16" fmla="*/ 1553572115 w 2342"/>
              <a:gd name="T17" fmla="*/ 1106097090 h 2342"/>
              <a:gd name="T18" fmla="*/ 1585388609 w 2342"/>
              <a:gd name="T19" fmla="*/ 1106097090 h 2342"/>
              <a:gd name="T20" fmla="*/ 1585388609 w 2342"/>
              <a:gd name="T21" fmla="*/ 1588277029 h 2342"/>
              <a:gd name="T22" fmla="*/ 0 w 2342"/>
              <a:gd name="T23" fmla="*/ 1588277029 h 2342"/>
              <a:gd name="T24" fmla="*/ 0 w 2342"/>
              <a:gd name="T25" fmla="*/ 0 h 234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342" h="2342">
                <a:moveTo>
                  <a:pt x="0" y="0"/>
                </a:moveTo>
                <a:lnTo>
                  <a:pt x="2342" y="0"/>
                </a:lnTo>
                <a:lnTo>
                  <a:pt x="2342" y="560"/>
                </a:lnTo>
                <a:lnTo>
                  <a:pt x="2295" y="560"/>
                </a:lnTo>
                <a:lnTo>
                  <a:pt x="2295" y="47"/>
                </a:lnTo>
                <a:lnTo>
                  <a:pt x="47" y="47"/>
                </a:lnTo>
                <a:lnTo>
                  <a:pt x="47" y="2295"/>
                </a:lnTo>
                <a:lnTo>
                  <a:pt x="2295" y="2295"/>
                </a:lnTo>
                <a:lnTo>
                  <a:pt x="2295" y="1631"/>
                </a:lnTo>
                <a:lnTo>
                  <a:pt x="2342" y="1631"/>
                </a:lnTo>
                <a:lnTo>
                  <a:pt x="2342" y="2342"/>
                </a:lnTo>
                <a:lnTo>
                  <a:pt x="0" y="2342"/>
                </a:lnTo>
                <a:lnTo>
                  <a:pt x="0" y="0"/>
                </a:lnTo>
                <a:close/>
              </a:path>
            </a:pathLst>
          </a:custGeom>
          <a:solidFill>
            <a:srgbClr val="95944F"/>
          </a:solidFill>
          <a:ln>
            <a:noFill/>
          </a:ln>
        </p:spPr>
        <p:txBody>
          <a:bodyPr/>
          <a:lstStyle/>
          <a:p>
            <a:endParaRPr lang="zh-CN" altLang="en-US" sz="1800">
              <a:solidFill>
                <a:srgbClr val="95944F"/>
              </a:solidFill>
            </a:endParaRPr>
          </a:p>
        </p:txBody>
      </p:sp>
      <p:sp>
        <p:nvSpPr>
          <p:cNvPr id="14" name="PA_文本框 1" title=""/>
          <p:cNvSpPr txBox="1"/>
          <p:nvPr>
            <p:custDataLst>
              <p:tags r:id="rId2"/>
            </p:custDataLst>
          </p:nvPr>
        </p:nvSpPr>
        <p:spPr>
          <a:xfrm>
            <a:off x="3316012" y="2594982"/>
            <a:ext cx="1448994" cy="1353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eaLnBrk="1" hangingPunct="1">
              <a:buFont typeface="Arial" panose="020b0604020202020204" pitchFamily="34" charset="0"/>
              <a:buNone/>
              <a:defRPr sz="6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8795">
                <a:solidFill>
                  <a:srgbClr val="95944F"/>
                </a:solidFill>
              </a:rPr>
              <a:t>03</a:t>
            </a:r>
            <a:endParaRPr lang="zh-CN" altLang="en-US" sz="8795">
              <a:solidFill>
                <a:srgbClr val="95944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" dur="3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" dur="3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1.各种感官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1248410" y="927100"/>
            <a:ext cx="916051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1. </a:t>
            </a: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look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看(指注意或有意识地看)；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2. </a:t>
            </a: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see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看(强调看的结果)；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3. </a:t>
            </a: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watch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观察；聚精会神的看；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4. </a:t>
            </a: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gaze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凝视；注视； 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5. </a:t>
            </a: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stare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凝视；盯着看； 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6. </a:t>
            </a: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glare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怒目而视； 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7. </a:t>
            </a: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peek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偷看；“通过孔隙窥视”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8. </a:t>
            </a: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glance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一瞥，看一眼；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9. </a:t>
            </a: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peep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窥视，偷看；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10. </a:t>
            </a: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gape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目瞪口呆地凝视。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.其它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478790" y="927100"/>
            <a:ext cx="11535410" cy="5507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1)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I could smell the honeyed ripeness of peaches. </a:t>
            </a:r>
            <a:endParaRPr sz="3200" b="1">
              <a:solidFill>
                <a:srgbClr val="C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我可以闻到桃子成熟的香气。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2)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…has an unpleasant odor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(气味) 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and acrid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(辛辣的) 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taste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3)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fragrant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香的; 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musty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霉味; 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stinky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臭的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4)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sour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酸的; 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tender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嫩的; 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crispy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脆的; 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lang="en-US"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mushy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糊状的; 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creamy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奶油味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5)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observe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观察; 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Font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6)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Upon hearing the bad news, she felt extremely sad. </a:t>
            </a:r>
            <a:endParaRPr sz="3200" b="1">
              <a:solidFill>
                <a:srgbClr val="C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一听到那个坏消息，她悲伤不已。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7)</a:t>
            </a:r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widen/broaden/expand one’s horizons/ broadened his outlook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拓宽视野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常用短语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424180" y="1203325"/>
            <a:ext cx="5683885" cy="452310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gaze at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凝视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stare at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盯住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glare at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怒目而视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peep at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偷窥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gape at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吃惊地看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blink at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朝…眨眼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look into 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调查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look up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 查阅 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4673600" y="570865"/>
            <a:ext cx="8219440" cy="6185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peeping Tom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偷窥狂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look down upon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 看不起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look out of the window 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 望向窗外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look for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  寻找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watch a movie / TV/a game</a:t>
            </a:r>
            <a:endParaRPr sz="3600" b="1">
              <a:solidFill>
                <a:srgbClr val="C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read the newspaper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读报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browse the web page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浏览网页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skimming and scanning 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略读和扫读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catch a glimpse of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偷瞄一眼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indent="0"/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glimpse/glance at </a:t>
            </a:r>
            <a:r>
              <a:rPr lang="en-US"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瞥一眼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常用短语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412115" y="1018540"/>
            <a:ext cx="11525885" cy="50158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take a quick look 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瞥见；不注意看到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one’s eyes are wide with horror  </a:t>
            </a:r>
            <a:r>
              <a:rPr lang="en-US"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某人惊恐地瞪大了眼睛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one’s eyes shine with excitement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某人眼里闪烁着兴奋的光芒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one’s eyes filled with tears 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某人的眼里充满泪水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one’s eyes fall on someplace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某人的目光落在..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look at sb straight in the eye 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直视某人的眼睛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one’s eyes fix on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某人的目光紧盯着......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one’s eyes scan ......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某人的眼睛扫视......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one’s eyes dropped to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某人垂下眼睛看着......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32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widen one’s field of vision</a:t>
            </a:r>
            <a:r>
              <a:rPr sz="32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拓宽视野</a:t>
            </a:r>
            <a:endParaRPr sz="32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句子赏析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434975" y="1196340"/>
            <a:ext cx="11322685" cy="48310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1．We all gather in front of the television, praying to catch a glance/glimpse of his face.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2．Seeing no other people notice us, I placed the Christmas present down and pounded his doorbell.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3．Her eyes fell on the photos of her and me at my fourth birthday party.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4．Singing happily, she gazed at her surroundings with large, innocent eyes.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5．The woman was staring eagerly at the girl, trying to make a conversation.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6．I watched helplessly, as the woman felt more and more frustrated and hopeless.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7．Then I crept downstairs and examined the tags attached to each of the packages.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句子赏析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434975" y="1242060"/>
            <a:ext cx="11322685" cy="439991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8．When he finished he raised/lifted his eyes and looked out the window.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9．She had spotted a man pacing down the hall.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10．When the students stepped off the bus, James’s eyes widened in surprise.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11．We recognized the famous comedian on his arrival.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12．Meghan nodded seriously, eyes glistening with held-back tears.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13．Swallowing hard, I stared into Meghan’s eyes for a long moment, wondering how I could cope with it.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14．Then he jumped up, eyes twinkling as he ran to fetch some of his prized Matchbox cars.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15．I was taking my time, strolling in the park and looking in shop windows.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矩形 5" title=""/>
          <p:cNvSpPr/>
          <p:nvPr/>
        </p:nvSpPr>
        <p:spPr>
          <a:xfrm>
            <a:off x="5333649" y="2388991"/>
            <a:ext cx="7013097" cy="92329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sz="6000" b="1" smtClean="0">
                <a:solidFill>
                  <a:srgbClr val="95944F"/>
                </a:solidFill>
                <a:latin typeface="微软雅黑" panose="020b0503020204020204" pitchFamily="34" charset="-122"/>
              </a:rPr>
              <a:t>“说”和“叫”</a:t>
            </a:r>
            <a:endParaRPr lang="zh-CN" altLang="en-US" sz="6000" b="1" smtClean="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Freeform 5" title=""/>
          <p:cNvSpPr/>
          <p:nvPr/>
        </p:nvSpPr>
        <p:spPr bwMode="auto">
          <a:xfrm>
            <a:off x="3077399" y="2336632"/>
            <a:ext cx="1926222" cy="1927808"/>
          </a:xfrm>
          <a:custGeom>
            <a:gdLst>
              <a:gd name="T0" fmla="*/ 0 w 2342"/>
              <a:gd name="T1" fmla="*/ 0 h 2342"/>
              <a:gd name="T2" fmla="*/ 1585388609 w 2342"/>
              <a:gd name="T3" fmla="*/ 0 h 2342"/>
              <a:gd name="T4" fmla="*/ 1585388609 w 2342"/>
              <a:gd name="T5" fmla="*/ 379775835 h 2342"/>
              <a:gd name="T6" fmla="*/ 1553572115 w 2342"/>
              <a:gd name="T7" fmla="*/ 379775835 h 2342"/>
              <a:gd name="T8" fmla="*/ 1553572115 w 2342"/>
              <a:gd name="T9" fmla="*/ 31873989 h 2342"/>
              <a:gd name="T10" fmla="*/ 31816493 w 2342"/>
              <a:gd name="T11" fmla="*/ 31873989 h 2342"/>
              <a:gd name="T12" fmla="*/ 31816493 w 2342"/>
              <a:gd name="T13" fmla="*/ 1556403041 h 2342"/>
              <a:gd name="T14" fmla="*/ 1553572115 w 2342"/>
              <a:gd name="T15" fmla="*/ 1556403041 h 2342"/>
              <a:gd name="T16" fmla="*/ 1553572115 w 2342"/>
              <a:gd name="T17" fmla="*/ 1106097090 h 2342"/>
              <a:gd name="T18" fmla="*/ 1585388609 w 2342"/>
              <a:gd name="T19" fmla="*/ 1106097090 h 2342"/>
              <a:gd name="T20" fmla="*/ 1585388609 w 2342"/>
              <a:gd name="T21" fmla="*/ 1588277029 h 2342"/>
              <a:gd name="T22" fmla="*/ 0 w 2342"/>
              <a:gd name="T23" fmla="*/ 1588277029 h 2342"/>
              <a:gd name="T24" fmla="*/ 0 w 2342"/>
              <a:gd name="T25" fmla="*/ 0 h 234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342" h="2342">
                <a:moveTo>
                  <a:pt x="0" y="0"/>
                </a:moveTo>
                <a:lnTo>
                  <a:pt x="2342" y="0"/>
                </a:lnTo>
                <a:lnTo>
                  <a:pt x="2342" y="560"/>
                </a:lnTo>
                <a:lnTo>
                  <a:pt x="2295" y="560"/>
                </a:lnTo>
                <a:lnTo>
                  <a:pt x="2295" y="47"/>
                </a:lnTo>
                <a:lnTo>
                  <a:pt x="47" y="47"/>
                </a:lnTo>
                <a:lnTo>
                  <a:pt x="47" y="2295"/>
                </a:lnTo>
                <a:lnTo>
                  <a:pt x="2295" y="2295"/>
                </a:lnTo>
                <a:lnTo>
                  <a:pt x="2295" y="1631"/>
                </a:lnTo>
                <a:lnTo>
                  <a:pt x="2342" y="1631"/>
                </a:lnTo>
                <a:lnTo>
                  <a:pt x="2342" y="2342"/>
                </a:lnTo>
                <a:lnTo>
                  <a:pt x="0" y="2342"/>
                </a:lnTo>
                <a:lnTo>
                  <a:pt x="0" y="0"/>
                </a:lnTo>
                <a:close/>
              </a:path>
            </a:pathLst>
          </a:custGeom>
          <a:solidFill>
            <a:srgbClr val="95944F"/>
          </a:solidFill>
          <a:ln>
            <a:noFill/>
          </a:ln>
        </p:spPr>
        <p:txBody>
          <a:bodyPr/>
          <a:lstStyle/>
          <a:p>
            <a:endParaRPr lang="zh-CN" altLang="en-US" sz="1800">
              <a:solidFill>
                <a:srgbClr val="95944F"/>
              </a:solidFill>
            </a:endParaRPr>
          </a:p>
        </p:txBody>
      </p:sp>
      <p:sp>
        <p:nvSpPr>
          <p:cNvPr id="14" name="PA_文本框 1" title=""/>
          <p:cNvSpPr txBox="1"/>
          <p:nvPr>
            <p:custDataLst>
              <p:tags r:id="rId2"/>
            </p:custDataLst>
          </p:nvPr>
        </p:nvSpPr>
        <p:spPr>
          <a:xfrm>
            <a:off x="3316012" y="2594982"/>
            <a:ext cx="1448994" cy="1353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eaLnBrk="1" hangingPunct="1">
              <a:buFont typeface="Arial" panose="020b0604020202020204" pitchFamily="34" charset="0"/>
              <a:buNone/>
              <a:defRPr sz="6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8795">
                <a:solidFill>
                  <a:srgbClr val="95944F"/>
                </a:solidFill>
              </a:rPr>
              <a:t>04</a:t>
            </a:r>
            <a:endParaRPr lang="zh-CN" altLang="en-US" sz="8795">
              <a:solidFill>
                <a:srgbClr val="95944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" dur="3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" dur="3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1.各种说叫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782320" y="778510"/>
            <a:ext cx="11388090" cy="59080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r>
              <a:rPr sz="5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murmur</a:t>
            </a:r>
            <a:r>
              <a:rPr sz="5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咕哝; </a:t>
            </a:r>
            <a:endParaRPr sz="5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5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utter </a:t>
            </a:r>
            <a:r>
              <a:rPr sz="5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发出（声音）; </a:t>
            </a:r>
            <a:endParaRPr sz="5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5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stammer/ stutter</a:t>
            </a:r>
            <a:r>
              <a:rPr sz="5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口吃; 结结巴巴地说; </a:t>
            </a:r>
            <a:endParaRPr sz="5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5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howl / roar </a:t>
            </a:r>
            <a:r>
              <a:rPr sz="5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怒吼; </a:t>
            </a:r>
            <a:endParaRPr sz="5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5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mock </a:t>
            </a:r>
            <a:r>
              <a:rPr sz="5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嘲笑; </a:t>
            </a:r>
            <a:endParaRPr sz="5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5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scold </a:t>
            </a:r>
            <a:r>
              <a:rPr sz="5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责骂； </a:t>
            </a:r>
            <a:endParaRPr sz="5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5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snap at sb </a:t>
            </a:r>
            <a:r>
              <a:rPr sz="5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厉声说</a:t>
            </a:r>
            <a:endParaRPr sz="5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.其它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562610" y="929640"/>
            <a:ext cx="1138809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swallow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吞下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whisper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低语，小声说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mumble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小声咕哝  He mumbled a few words of thanks.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mutter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轻声说（生气），低声抱怨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"This is ridiculous," he muttered under his breath. 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She muttered something about having to go home early. 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Stop muttering to yourself and speak clearly.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growl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低声说（生气地说）"As I was saying," Lewis growled, "it needs to be finished today."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exclaim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突然大声叫 "How beautiful!" she exclaimed.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常用短语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401320" y="620395"/>
            <a:ext cx="12083415" cy="68624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tongue-tied with anger </a:t>
            </a:r>
            <a:r>
              <a:rPr sz="4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气得张口结舌</a:t>
            </a:r>
            <a:endParaRPr sz="4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bite one’s tongue</a:t>
            </a:r>
            <a:r>
              <a:rPr sz="4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忍着没有说出来</a:t>
            </a:r>
            <a:endParaRPr sz="4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bite back one’s anger</a:t>
            </a:r>
            <a:r>
              <a:rPr sz="4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按捺住怒火</a:t>
            </a:r>
            <a:endParaRPr sz="4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take a bite of </a:t>
            </a:r>
            <a:r>
              <a:rPr sz="4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咬了一口</a:t>
            </a:r>
            <a:endParaRPr sz="4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bite one’s lip</a:t>
            </a:r>
            <a:r>
              <a:rPr sz="4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咬着嘴唇</a:t>
            </a:r>
            <a:endParaRPr sz="4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run one’s tongue around one’s lips</a:t>
            </a:r>
            <a:endParaRPr sz="4000" b="1">
              <a:solidFill>
                <a:srgbClr val="C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                  </a:t>
            </a:r>
            <a:r>
              <a:rPr sz="4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用舌头舔了舔嘴唇</a:t>
            </a:r>
            <a:endParaRPr sz="4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curl up one’s lips with disapproval</a:t>
            </a:r>
            <a:endParaRPr sz="4000" b="1">
              <a:solidFill>
                <a:srgbClr val="C00000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</a:t>
            </a:r>
            <a:r>
              <a:rPr lang="en-US"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                                     </a:t>
            </a:r>
            <a:r>
              <a:rPr sz="4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不以为然地翘起了嘴唇</a:t>
            </a:r>
            <a:endParaRPr sz="4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4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lick one’s lips</a:t>
            </a:r>
            <a:r>
              <a:rPr sz="4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 舔嘴唇</a:t>
            </a:r>
            <a:endParaRPr sz="4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endParaRPr sz="4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句子赏析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134620" y="977265"/>
            <a:ext cx="11922760" cy="5262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1．Reuben murmured a thank you and ran home all the way.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2．“Here, Mum! Here!”Reuben exclaimed as he ran to her side.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3．A young man came to the police station, surrounded by a group of journalists, declaring that he had spotted the murderer.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4．I was getting ready to blow out all the candles and she’s getting ready to help me in case I ran out of air.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5．“Time to go.” I whispered to the girl, wishing she could follow me right away.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6．My teammates were all screaming as I dashed toward the finish line.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7．I picked up the ball one last time and grumbled, “Please just come to get the damn ball.”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8．Frannie quickly told Belle Ringer and the other two drivers about Stevie’s surgery, and then sighed.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9．The house got really noisy at that time, with everybody hollering and shouting at the top of his voice.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10．“How can I let you throw away the thing that means the most to you?” I pleaded with him.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句子赏析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134620" y="771525"/>
            <a:ext cx="11922760" cy="60007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11．They let out a surprisingly loud voice.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12．The smile froze on his face; his mouth fell wide open.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13．He interrupted the silence with an announcement: “The deadline to enter for the Competition is tomorrow.”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14．“I haven’t finished; I need more time,” he begged. “That’s what Michelangelo said.” Mr. Edgarjoked.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15．She greeted James and inquired. “Are you ready for our field trip?” James didn’t respond.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16．“What do you think matters for a bird?” Mrs. Damon questioned.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17．He added softly, “I miss you.”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18．Rose scolded the child gently for being naughty.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19．She suggested a walk in the open air and he readily agreed.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20．Students are clearly informed that drugs will not be tolerated.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21．Let me explain what I mean.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22．How can you explain that sort of behavior?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23．“Look, I can’t tell you. Oh, come on, give me a hint.’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24．“Tell me.” “You must be joking-he’d never believe me.”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句子赏析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134620" y="771525"/>
            <a:ext cx="11922760" cy="60007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25．“Well, there is nothing we can do about it now,” she sighed.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26．As I recall, it was you who suggested this idea in the first place.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27．“I wouldn’t be afraid, “she boasted.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28．Instead of being delighted, she threw the invitation on the table crossly, muttering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29．By a violent effort she conquered her grief and replied in a calm voice,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Ben stammered out an apology.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30．Finally she replied hesitating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31．She uttered a cry of joy: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32．Then she asked, hesitating, filled with anxious doubt: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33．At the end of a week they had lost all hope. Loisel, who had aged five years, declared: We must consider how to replace that ornament.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34．Then he began to recount the adventures again.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35．He tried to protest. The entire table began to laugh.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36．Mauchecome stammered: “But since the pocketbook was found.”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37．When he was seated at the table in Jordanian’s tavern, he commenced to explain “the affair”.</a:t>
            </a:r>
            <a:endParaRPr sz="2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6" name="矩形 5" title=""/>
          <p:cNvSpPr/>
          <p:nvPr/>
        </p:nvSpPr>
        <p:spPr>
          <a:xfrm>
            <a:off x="5483225" y="2388870"/>
            <a:ext cx="4173220" cy="9232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dist">
              <a:spcBef>
                <a:spcPct val="0"/>
              </a:spcBef>
            </a:pPr>
            <a:r>
              <a:rPr lang="zh-CN" altLang="en-US" sz="6000" b="1" smtClean="0">
                <a:solidFill>
                  <a:srgbClr val="95944F"/>
                </a:solidFill>
                <a:latin typeface="微软雅黑" panose="020b0503020204020204" pitchFamily="34" charset="-122"/>
              </a:rPr>
              <a:t>身体动作</a:t>
            </a:r>
            <a:endParaRPr lang="zh-CN" altLang="en-US" sz="6000" b="1" smtClean="0">
              <a:solidFill>
                <a:srgbClr val="95944F"/>
              </a:solidFill>
              <a:latin typeface="微软雅黑" panose="020b0503020204020204" pitchFamily="34" charset="-122"/>
            </a:endParaRPr>
          </a:p>
        </p:txBody>
      </p:sp>
      <p:sp>
        <p:nvSpPr>
          <p:cNvPr id="7" name="Freeform 5" title=""/>
          <p:cNvSpPr/>
          <p:nvPr/>
        </p:nvSpPr>
        <p:spPr bwMode="auto">
          <a:xfrm>
            <a:off x="3077399" y="2336632"/>
            <a:ext cx="1926222" cy="1927808"/>
          </a:xfrm>
          <a:custGeom>
            <a:gdLst>
              <a:gd name="T0" fmla="*/ 0 w 2342"/>
              <a:gd name="T1" fmla="*/ 0 h 2342"/>
              <a:gd name="T2" fmla="*/ 1585388609 w 2342"/>
              <a:gd name="T3" fmla="*/ 0 h 2342"/>
              <a:gd name="T4" fmla="*/ 1585388609 w 2342"/>
              <a:gd name="T5" fmla="*/ 379775835 h 2342"/>
              <a:gd name="T6" fmla="*/ 1553572115 w 2342"/>
              <a:gd name="T7" fmla="*/ 379775835 h 2342"/>
              <a:gd name="T8" fmla="*/ 1553572115 w 2342"/>
              <a:gd name="T9" fmla="*/ 31873989 h 2342"/>
              <a:gd name="T10" fmla="*/ 31816493 w 2342"/>
              <a:gd name="T11" fmla="*/ 31873989 h 2342"/>
              <a:gd name="T12" fmla="*/ 31816493 w 2342"/>
              <a:gd name="T13" fmla="*/ 1556403041 h 2342"/>
              <a:gd name="T14" fmla="*/ 1553572115 w 2342"/>
              <a:gd name="T15" fmla="*/ 1556403041 h 2342"/>
              <a:gd name="T16" fmla="*/ 1553572115 w 2342"/>
              <a:gd name="T17" fmla="*/ 1106097090 h 2342"/>
              <a:gd name="T18" fmla="*/ 1585388609 w 2342"/>
              <a:gd name="T19" fmla="*/ 1106097090 h 2342"/>
              <a:gd name="T20" fmla="*/ 1585388609 w 2342"/>
              <a:gd name="T21" fmla="*/ 1588277029 h 2342"/>
              <a:gd name="T22" fmla="*/ 0 w 2342"/>
              <a:gd name="T23" fmla="*/ 1588277029 h 2342"/>
              <a:gd name="T24" fmla="*/ 0 w 2342"/>
              <a:gd name="T25" fmla="*/ 0 h 234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2342" h="2342">
                <a:moveTo>
                  <a:pt x="0" y="0"/>
                </a:moveTo>
                <a:lnTo>
                  <a:pt x="2342" y="0"/>
                </a:lnTo>
                <a:lnTo>
                  <a:pt x="2342" y="560"/>
                </a:lnTo>
                <a:lnTo>
                  <a:pt x="2295" y="560"/>
                </a:lnTo>
                <a:lnTo>
                  <a:pt x="2295" y="47"/>
                </a:lnTo>
                <a:lnTo>
                  <a:pt x="47" y="47"/>
                </a:lnTo>
                <a:lnTo>
                  <a:pt x="47" y="2295"/>
                </a:lnTo>
                <a:lnTo>
                  <a:pt x="2295" y="2295"/>
                </a:lnTo>
                <a:lnTo>
                  <a:pt x="2295" y="1631"/>
                </a:lnTo>
                <a:lnTo>
                  <a:pt x="2342" y="1631"/>
                </a:lnTo>
                <a:lnTo>
                  <a:pt x="2342" y="2342"/>
                </a:lnTo>
                <a:lnTo>
                  <a:pt x="0" y="2342"/>
                </a:lnTo>
                <a:lnTo>
                  <a:pt x="0" y="0"/>
                </a:lnTo>
                <a:close/>
              </a:path>
            </a:pathLst>
          </a:custGeom>
          <a:solidFill>
            <a:srgbClr val="95944F"/>
          </a:solidFill>
          <a:ln>
            <a:noFill/>
          </a:ln>
        </p:spPr>
        <p:txBody>
          <a:bodyPr/>
          <a:lstStyle/>
          <a:p>
            <a:endParaRPr lang="zh-CN" altLang="en-US" sz="1800">
              <a:solidFill>
                <a:srgbClr val="95944F"/>
              </a:solidFill>
            </a:endParaRPr>
          </a:p>
        </p:txBody>
      </p:sp>
      <p:sp>
        <p:nvSpPr>
          <p:cNvPr id="14" name="PA_文本框 1" title=""/>
          <p:cNvSpPr txBox="1"/>
          <p:nvPr>
            <p:custDataLst>
              <p:tags r:id="rId2"/>
            </p:custDataLst>
          </p:nvPr>
        </p:nvSpPr>
        <p:spPr>
          <a:xfrm>
            <a:off x="3316012" y="2594982"/>
            <a:ext cx="1448994" cy="13538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eaLnBrk="1" hangingPunct="1">
              <a:buFont typeface="Arial" panose="020b0604020202020204" pitchFamily="34" charset="0"/>
              <a:buNone/>
              <a:defRPr sz="60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en-US" altLang="zh-CN" sz="8795">
                <a:solidFill>
                  <a:srgbClr val="95944F"/>
                </a:solidFill>
              </a:rPr>
              <a:t>05</a:t>
            </a:r>
            <a:endParaRPr lang="zh-CN" altLang="en-US" sz="8795">
              <a:solidFill>
                <a:srgbClr val="95944F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8" dur="3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9" dur="3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20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2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关键词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1548130" y="824230"/>
            <a:ext cx="1138809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r>
              <a:rPr sz="6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shrug</a:t>
            </a:r>
            <a:r>
              <a:rPr sz="6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 [ʃrʌɡ]  vt. 耸肩</a:t>
            </a:r>
            <a:endParaRPr sz="6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6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spin </a:t>
            </a:r>
            <a:r>
              <a:rPr sz="6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[spin] 旋转;眩晕</a:t>
            </a:r>
            <a:endParaRPr sz="6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6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lean </a:t>
            </a:r>
            <a:r>
              <a:rPr sz="6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[liːn]  v. 倾斜身体</a:t>
            </a:r>
            <a:endParaRPr sz="6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6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scratch </a:t>
            </a:r>
            <a:r>
              <a:rPr sz="6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[skræt] 抓；挠</a:t>
            </a:r>
            <a:endParaRPr sz="6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6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crouch</a:t>
            </a:r>
            <a:r>
              <a:rPr sz="6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蹲</a:t>
            </a:r>
            <a:endParaRPr sz="6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60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bend</a:t>
            </a:r>
            <a:r>
              <a:rPr sz="60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弯下（腰）</a:t>
            </a:r>
            <a:endParaRPr sz="60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>
          <a:xfrm>
            <a:off x="345510" y="144850"/>
            <a:ext cx="10969200" cy="705600"/>
          </a:xfrm>
        </p:spPr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常用短语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982980" y="652780"/>
            <a:ext cx="11953240" cy="61855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lie on one's back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仰面躺着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lie on one's face/ belly/ stomach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趴着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lie on one's side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侧卧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get down on one’s knees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跪下双膝  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get down on one’s left knee 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单膝下跪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get down on the ground 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趴在地上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shrug one’s shoulders 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耸耸肩  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sit on one's shoulders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 坐在某人的肩膀上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look (back) over one's shoulder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回头看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常用短语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982980" y="904240"/>
            <a:ext cx="11953240" cy="5507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bend one’s back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弯腰/驼背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stretch one’s back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伸懒腰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lean one’s back against...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...把背靠在......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on the back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后背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on one’s back 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某人的背上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jump to one’s feet 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跳起来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tap/stamp one’s feet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敲打/跺脚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44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drag one’s feet</a:t>
            </a:r>
            <a:r>
              <a:rPr sz="4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拖着脚</a:t>
            </a:r>
            <a:endParaRPr sz="44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常用短语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 title=""/>
          <p:cNvSpPr txBox="1"/>
          <p:nvPr/>
        </p:nvSpPr>
        <p:spPr>
          <a:xfrm>
            <a:off x="2931160" y="75565"/>
            <a:ext cx="11953240" cy="6739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put one’s feet up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把脚抬起来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hug one’s knees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抱着膝盖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on one’s knees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跪下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drop/lower/bend/bow one’s head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低下头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nod one’s head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低头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shake one’s head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摇头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scratch one’s head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挠头  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rest one’s head on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把头靠在...上面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bury one’s head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把头埋起来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clear one’s head 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清醒一下头脑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feel one’s head spinning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觉得天旋地转 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  <a:p>
            <a:pPr algn="l">
              <a:buClrTx/>
              <a:buSzTx/>
              <a:buNone/>
            </a:pPr>
            <a:r>
              <a:rPr sz="3600" b="1">
                <a:solidFill>
                  <a:srgbClr val="C00000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head for/towards </a:t>
            </a:r>
            <a:r>
              <a:rPr sz="36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朝……走去 </a:t>
            </a:r>
            <a:endParaRPr sz="36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/>
  <p:timing/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句子赏析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412115" y="771525"/>
            <a:ext cx="11334115" cy="56927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1．She felt asleep and dreamed of seeing Tom.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2．Suddenly a tall figure dressed in a dark cloak appeared before him.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3．Death spoke with a threatening voice, and disappeared.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4．Dr. Urssenbeck suddenly found himself in a large room where thousands of candles were burning.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5．The little girl slowly pushes herself on the swing.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6．They are sitting outside in the cool night on a wooden porch, talking quietly.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7．One of them approached and asked politely if I would throw the ball back to him.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8．Wanting to appear agreeable, I bent down, picked up the ball and, eyes half-shut, threw it back as hard as I could.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9．Once I was on the bus, I crouched in a seat and shut my eyes.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标题 1" title=""/>
          <p:cNvSpPr>
            <a:spLocks noGrp="1"/>
          </p:cNvSpPr>
          <p:nvPr>
            <p:ph type="title"/>
          </p:nvPr>
        </p:nvSpPr>
        <p:spPr>
          <a:xfrm>
            <a:off x="315030" y="191205"/>
            <a:ext cx="10969200" cy="705600"/>
          </a:xfrm>
        </p:spPr>
        <p:txBody>
          <a:bodyPr>
            <a:noAutofit/>
          </a:bodyPr>
          <a:lstStyle/>
          <a:p>
            <a:r>
              <a:rPr lang="zh-CN" altLang="en-US" sz="440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句子赏析</a:t>
            </a:r>
            <a:endParaRPr lang="zh-CN" altLang="en-US" sz="440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0" name="文本框 99" title=""/>
          <p:cNvSpPr txBox="1"/>
          <p:nvPr/>
        </p:nvSpPr>
        <p:spPr>
          <a:xfrm>
            <a:off x="412115" y="771525"/>
            <a:ext cx="11472545" cy="61239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10．In a flash my friend was in the car and gone, disappearing in a cloud of dust.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11．For a moment I just stood there, paralyzed(呆若木鸡).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12.  The little girl slowly pushes herself on the swing.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13.  They are sitting outside in the cool night on a wooden porch, talking quietly.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14.  One of them approached and asked politely if I would throw the ball back to him.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15.  Wanting to appear agreeable, I bent down, picked up the ball and, eyes half-shut, threw it back as hard as I could.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16.  Once I was on the bus, I crouched in a seat and shut my eyes.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17.  In a flash my friend was in the car and gone, disappearing in a cloud of dust.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pPr indent="0"/>
            <a:r>
              <a:rPr sz="28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18.  For a moment I just stood there, paralyzed(呆若木鸡).</a:t>
            </a:r>
            <a:endParaRPr sz="2800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8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3.xml><?xml version="1.0" encoding="utf-8"?>
<p:tagLst xmlns:p="http://schemas.openxmlformats.org/presentationml/2006/main">
  <p:tag name="KSO_WM_SPECIAL_SOURCE" val="bdnull"/>
</p:tagLst>
</file>

<file path=ppt/tags/tag64.xml><?xml version="1.0" encoding="utf-8"?>
<p:tagLst xmlns:p="http://schemas.openxmlformats.org/presentationml/2006/main">
  <p:tag name="PA" val="v3.0.1"/>
</p:tagLst>
</file>

<file path=ppt/tags/tag65.xml><?xml version="1.0" encoding="utf-8"?>
<p:tagLst xmlns:p="http://schemas.openxmlformats.org/presentationml/2006/main">
  <p:tag name="PA" val="v3.0.1"/>
</p:tagLst>
</file>

<file path=ppt/tags/tag66.xml><?xml version="1.0" encoding="utf-8"?>
<p:tagLst xmlns:p="http://schemas.openxmlformats.org/presentationml/2006/main">
  <p:tag name="PA" val="v3.0.1"/>
</p:tagLst>
</file>

<file path=ppt/tags/tag67.xml><?xml version="1.0" encoding="utf-8"?>
<p:tagLst xmlns:p="http://schemas.openxmlformats.org/presentationml/2006/main">
  <p:tag name="PA" val="v3.0.1"/>
</p:tagLst>
</file>

<file path=ppt/tags/tag68.xml><?xml version="1.0" encoding="utf-8"?>
<p:tagLst xmlns:p="http://schemas.openxmlformats.org/presentationml/2006/main">
  <p:tag name="PA" val="v3.0.1"/>
</p:tagLst>
</file>

<file path=ppt/tags/tag69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ZjgyZmZhYjFlODliMjVlMjhmZmU1Y2ZlZmViZTBiYWYifQ=="/>
  <p:tag name="KSO_WPP_MARK_KEY" val="f4b11c2e-642c-4fb5-99a5-e5b329bbddb8"/>
</p:tagLst>
</file>

<file path=ppt/theme/theme1.xml><?xml version="1.0" encoding="utf-8"?>
<a:theme xmlns:r="http://schemas.openxmlformats.org/officeDocument/2006/relationships"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r="http://schemas.openxmlformats.org/officeDocument/2006/relationships" xmlns:a="http://schemas.openxmlformats.org/drawingml/2006/main">
  <a:clrScheme name="PPTSHOP-BLUE">
    <a:dk1>
      <a:srgbClr val="4C4C4C"/>
    </a:dk1>
    <a:lt1>
      <a:srgbClr val="FFFFFF"/>
    </a:lt1>
    <a:dk2>
      <a:srgbClr val="777777"/>
    </a:dk2>
    <a:lt2>
      <a:srgbClr val="B2B2B2"/>
    </a:lt2>
    <a:accent1>
      <a:srgbClr val="078BD7"/>
    </a:accent1>
    <a:accent2>
      <a:srgbClr val="31AFF8"/>
    </a:accent2>
    <a:accent3>
      <a:srgbClr val="19C3FF"/>
    </a:accent3>
    <a:accent4>
      <a:srgbClr val="83CFFA"/>
    </a:accent4>
    <a:accent5>
      <a:srgbClr val="B2B2B2"/>
    </a:accent5>
    <a:accent6>
      <a:srgbClr val="FF6600"/>
    </a:accent6>
    <a:hlink>
      <a:srgbClr val="373737"/>
    </a:hlink>
    <a:folHlink>
      <a:srgbClr val="878787"/>
    </a:folHlink>
  </a:clrScheme>
</a:themeOverride>
</file>

<file path=docProps/app.xml><?xml version="1.0" encoding="utf-8"?>
<Properties xmlns:vt="http://schemas.openxmlformats.org/officeDocument/2006/docPropsVTypes" xmlns="http://schemas.openxmlformats.org/officeDocument/2006/extended-properties">
  <Company>学科网</Company>
  <Paragraphs>403</Paragraphs>
  <Slides>41</Slides>
  <Notes>35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baseType="lpstr" size="52">
      <vt:lpstr>Arial</vt:lpstr>
      <vt:lpstr>微软雅黑</vt:lpstr>
      <vt:lpstr>Wingdings</vt:lpstr>
      <vt:lpstr>Calibri Light</vt:lpstr>
      <vt:lpstr>Calibri</vt:lpstr>
      <vt:lpstr>Times New Roman</vt:lpstr>
      <vt:lpstr>仿宋</vt:lpstr>
      <vt:lpstr>仿宋_GB2312</vt:lpstr>
      <vt:lpstr>宋体</vt:lpstr>
      <vt:lpstr>楷体</vt:lpstr>
      <vt:lpstr>WPS</vt:lpstr>
      <vt:lpstr>PowerPoint Presentation</vt:lpstr>
      <vt:lpstr>PowerPoint Presentation</vt:lpstr>
      <vt:lpstr>PowerPoint Presentation</vt:lpstr>
      <vt:lpstr>1.轻声的哭泣：</vt:lpstr>
      <vt:lpstr>2.大声的哭泣：</vt:lpstr>
      <vt:lpstr>3.笑</vt:lpstr>
      <vt:lpstr>常用短语</vt:lpstr>
      <vt:lpstr>常用短语</vt:lpstr>
      <vt:lpstr>常用短语</vt:lpstr>
      <vt:lpstr>句子赏析</vt:lpstr>
      <vt:lpstr>句子赏析</vt:lpstr>
      <vt:lpstr>句子赏析</vt:lpstr>
      <vt:lpstr>PowerPoint Presentation</vt:lpstr>
      <vt:lpstr>1.各种“走”</vt:lpstr>
      <vt:lpstr>2.各种“路”</vt:lpstr>
      <vt:lpstr>常用短语</vt:lpstr>
      <vt:lpstr>常用短语</vt:lpstr>
      <vt:lpstr>句子赏析</vt:lpstr>
      <vt:lpstr>句子赏析</vt:lpstr>
      <vt:lpstr>句子赏析</vt:lpstr>
      <vt:lpstr>PowerPoint Presentation</vt:lpstr>
      <vt:lpstr>1.各种感官</vt:lpstr>
      <vt:lpstr>2.其它</vt:lpstr>
      <vt:lpstr>常用短语</vt:lpstr>
      <vt:lpstr>常用短语</vt:lpstr>
      <vt:lpstr>句子赏析</vt:lpstr>
      <vt:lpstr>句子赏析</vt:lpstr>
      <vt:lpstr>PowerPoint Presentation</vt:lpstr>
      <vt:lpstr>1.各种说叫</vt:lpstr>
      <vt:lpstr>2.其它</vt:lpstr>
      <vt:lpstr>常用短语</vt:lpstr>
      <vt:lpstr>句子赏析</vt:lpstr>
      <vt:lpstr>句子赏析</vt:lpstr>
      <vt:lpstr>句子赏析</vt:lpstr>
      <vt:lpstr>PowerPoint Presentation</vt:lpstr>
      <vt:lpstr>关键词</vt:lpstr>
      <vt:lpstr>常用短语</vt:lpstr>
      <vt:lpstr>常用短语</vt:lpstr>
      <vt:lpstr>常用短语</vt:lpstr>
      <vt:lpstr>句子赏析</vt:lpstr>
      <vt:lpstr>句子赏析</vt:lpstr>
    </vt:vector>
  </TitlesOfParts>
  <LinksUpToDate>0</LinksUpToDate>
  <SharedDoc>0</SharedDoc>
  <HyperlinksChanged>0</HyperlinksChanged>
  <Application>Aspose.Slides for Java</Application>
  <AppVersion>23.0300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creator>rbm.xkw.com</dc:creator>
  <cp:revision>1</cp:revision>
  <cp:lastPrinted>2024-06-04T10:37:29.501</cp:lastPrinted>
  <dcterms:created xsi:type="dcterms:W3CDTF">2024-06-04T10:37:29Z</dcterms:created>
  <dcterms:modified xsi:type="dcterms:W3CDTF">2024-06-04T02:37:29Z</dcterms:modified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</Properties>
</file>