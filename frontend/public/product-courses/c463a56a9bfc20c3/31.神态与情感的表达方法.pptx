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2"/>
  </p:sldMasterIdLst>
  <p:notesMasterIdLst>
    <p:notesMasterId r:id="rId3"/>
  </p:notesMasterIdLst>
  <p:sldIdLst>
    <p:sldId id="491" r:id="rId4"/>
    <p:sldId id="479" r:id="rId5"/>
    <p:sldId id="470" r:id="rId6"/>
    <p:sldId id="471" r:id="rId7"/>
    <p:sldId id="473" r:id="rId8"/>
    <p:sldId id="474" r:id="rId9"/>
    <p:sldId id="476" r:id="rId10"/>
    <p:sldId id="475" r:id="rId11"/>
    <p:sldId id="422" r:id="rId12"/>
    <p:sldId id="441" r:id="rId13"/>
    <p:sldId id="442" r:id="rId14"/>
    <p:sldId id="443" r:id="rId15"/>
    <p:sldId id="444" r:id="rId16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1" name="梁 小姐" initials="梁" lastIdx="0" clrIdx="0"/>
  <p:cmAuthor id="2" name="作者" initials="A" lastIdx="0" clrIdx="1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tags" Target="tags/tag130.xml" /><Relationship Id="rId18" Type="http://schemas.openxmlformats.org/officeDocument/2006/relationships/presProps" Target="presProps.xml" /><Relationship Id="rId19" Type="http://schemas.openxmlformats.org/officeDocument/2006/relationships/viewProps" Target="viewProps.xml" /><Relationship Id="rId2" Type="http://schemas.openxmlformats.org/officeDocument/2006/relationships/slideMaster" Target="slideMasters/slideMaster1.xml" /><Relationship Id="rId20" Type="http://schemas.openxmlformats.org/officeDocument/2006/relationships/theme" Target="theme/theme1.xml" /><Relationship Id="rId21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7F3AE-CDFB-4000-AB65-2309A1C1E8C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9C19-3DEB-42A3-9170-2ECCE1FCAE7B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04813" y="971550"/>
            <a:ext cx="7670801" cy="43164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tags" Target="../tags/tag57.xml" /><Relationship Id="rId27" Type="http://schemas.openxmlformats.org/officeDocument/2006/relationships/tags" Target="../tags/tag58.xml" /><Relationship Id="rId28" Type="http://schemas.openxmlformats.org/officeDocument/2006/relationships/tags" Target="../tags/tag59.xml" /><Relationship Id="rId29" Type="http://schemas.openxmlformats.org/officeDocument/2006/relationships/tags" Target="../tags/tag60.xml" /><Relationship Id="rId3" Type="http://schemas.openxmlformats.org/officeDocument/2006/relationships/slideLayout" Target="../slideLayouts/slideLayout3.xml" /><Relationship Id="rId30" Type="http://schemas.openxmlformats.org/officeDocument/2006/relationships/tags" Target="../tags/tag61.xml" /><Relationship Id="rId31" Type="http://schemas.openxmlformats.org/officeDocument/2006/relationships/image" Target="file:///D:\qq&#25991;&#20214;\712321467\Image\C2C\Image2\%7b75232B38-A165-1FB7-499C-2E1C792CACB5%7d.png" TargetMode="External" /><Relationship Id="rId32" Type="http://schemas.openxmlformats.org/officeDocument/2006/relationships/image" Target="../media/image1.png" /><Relationship Id="rId33" Type="http://schemas.openxmlformats.org/officeDocument/2006/relationships/image" Target="../media/image2.jpeg" /><Relationship Id="rId34" Type="http://schemas.openxmlformats.org/officeDocument/2006/relationships/tags" Target="../tags/tag62.xml" /><Relationship Id="rId35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3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32" r:link="rId31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3.jpeg" /><Relationship Id="rId5" Type="http://schemas.openxmlformats.org/officeDocument/2006/relationships/tags" Target="../tags/tag6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4.xml" /><Relationship Id="rId3" Type="http://schemas.openxmlformats.org/officeDocument/2006/relationships/image" Target="../media/image4.png" /><Relationship Id="rId4" Type="http://schemas.openxmlformats.org/officeDocument/2006/relationships/tags" Target="../tags/tag65.xml" /><Relationship Id="rId5" Type="http://schemas.openxmlformats.org/officeDocument/2006/relationships/tags" Target="../tags/tag66.xml" /><Relationship Id="rId6" Type="http://schemas.openxmlformats.org/officeDocument/2006/relationships/tags" Target="../tags/tag67.xml" /><Relationship Id="rId7" Type="http://schemas.openxmlformats.org/officeDocument/2006/relationships/tags" Target="../tags/tag68.xml" /><Relationship Id="rId8" Type="http://schemas.openxmlformats.org/officeDocument/2006/relationships/tags" Target="../tags/tag69.xml" /><Relationship Id="rId9" Type="http://schemas.openxmlformats.org/officeDocument/2006/relationships/tags" Target="../tags/tag70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tags" Target="../tags/tag76.xml" /><Relationship Id="rId11" Type="http://schemas.openxmlformats.org/officeDocument/2006/relationships/image" Target="../media/image8.gif" /><Relationship Id="rId12" Type="http://schemas.openxmlformats.org/officeDocument/2006/relationships/tags" Target="../tags/tag77.xml" /><Relationship Id="rId13" Type="http://schemas.openxmlformats.org/officeDocument/2006/relationships/image" Target="../media/image9.jpeg" /><Relationship Id="rId14" Type="http://schemas.openxmlformats.org/officeDocument/2006/relationships/tags" Target="../tags/tag78.xml" /><Relationship Id="rId15" Type="http://schemas.openxmlformats.org/officeDocument/2006/relationships/image" Target="../media/image10.jpeg" /><Relationship Id="rId16" Type="http://schemas.openxmlformats.org/officeDocument/2006/relationships/tags" Target="../tags/tag79.xml" /><Relationship Id="rId17" Type="http://schemas.openxmlformats.org/officeDocument/2006/relationships/tags" Target="../tags/tag80.xml" /><Relationship Id="rId18" Type="http://schemas.openxmlformats.org/officeDocument/2006/relationships/tags" Target="../tags/tag81.xml" /><Relationship Id="rId19" Type="http://schemas.openxmlformats.org/officeDocument/2006/relationships/tags" Target="../tags/tag82.xml" /><Relationship Id="rId2" Type="http://schemas.openxmlformats.org/officeDocument/2006/relationships/image" Target="../media/image5.png" /><Relationship Id="rId20" Type="http://schemas.openxmlformats.org/officeDocument/2006/relationships/tags" Target="../tags/tag83.xml" /><Relationship Id="rId21" Type="http://schemas.openxmlformats.org/officeDocument/2006/relationships/tags" Target="../tags/tag84.xml" /><Relationship Id="rId22" Type="http://schemas.openxmlformats.org/officeDocument/2006/relationships/tags" Target="../tags/tag85.xml" /><Relationship Id="rId23" Type="http://schemas.openxmlformats.org/officeDocument/2006/relationships/tags" Target="../tags/tag86.xml" /><Relationship Id="rId24" Type="http://schemas.openxmlformats.org/officeDocument/2006/relationships/tags" Target="../tags/tag87.xml" /><Relationship Id="rId25" Type="http://schemas.openxmlformats.org/officeDocument/2006/relationships/tags" Target="../tags/tag88.xml" /><Relationship Id="rId26" Type="http://schemas.openxmlformats.org/officeDocument/2006/relationships/image" Target="../media/image11.gif" /><Relationship Id="rId27" Type="http://schemas.openxmlformats.org/officeDocument/2006/relationships/tags" Target="../tags/tag89.xml" /><Relationship Id="rId28" Type="http://schemas.openxmlformats.org/officeDocument/2006/relationships/image" Target="../media/image12.jpeg" /><Relationship Id="rId29" Type="http://schemas.openxmlformats.org/officeDocument/2006/relationships/tags" Target="../tags/tag90.xml" /><Relationship Id="rId3" Type="http://schemas.openxmlformats.org/officeDocument/2006/relationships/tags" Target="../tags/tag71.xml" /><Relationship Id="rId30" Type="http://schemas.openxmlformats.org/officeDocument/2006/relationships/tags" Target="../tags/tag91.xml" /><Relationship Id="rId4" Type="http://schemas.openxmlformats.org/officeDocument/2006/relationships/tags" Target="../tags/tag72.xml" /><Relationship Id="rId5" Type="http://schemas.openxmlformats.org/officeDocument/2006/relationships/tags" Target="../tags/tag73.xml" /><Relationship Id="rId6" Type="http://schemas.openxmlformats.org/officeDocument/2006/relationships/tags" Target="../tags/tag74.xml" /><Relationship Id="rId7" Type="http://schemas.openxmlformats.org/officeDocument/2006/relationships/image" Target="../media/image6.gif" /><Relationship Id="rId8" Type="http://schemas.openxmlformats.org/officeDocument/2006/relationships/tags" Target="../tags/tag75.xml" /><Relationship Id="rId9" Type="http://schemas.openxmlformats.org/officeDocument/2006/relationships/image" Target="../media/image7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92.xml" /><Relationship Id="rId3" Type="http://schemas.openxmlformats.org/officeDocument/2006/relationships/image" Target="../media/image4.png" /><Relationship Id="rId4" Type="http://schemas.openxmlformats.org/officeDocument/2006/relationships/tags" Target="../tags/tag93.xml" /><Relationship Id="rId5" Type="http://schemas.openxmlformats.org/officeDocument/2006/relationships/tags" Target="../tags/tag94.xml" /><Relationship Id="rId6" Type="http://schemas.openxmlformats.org/officeDocument/2006/relationships/tags" Target="../tags/tag95.xml" /><Relationship Id="rId7" Type="http://schemas.openxmlformats.org/officeDocument/2006/relationships/tags" Target="../tags/tag96.xml" /><Relationship Id="rId8" Type="http://schemas.openxmlformats.org/officeDocument/2006/relationships/tags" Target="../tags/tag97.xml" /><Relationship Id="rId9" Type="http://schemas.openxmlformats.org/officeDocument/2006/relationships/tags" Target="../tags/tag98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tags" Target="../tags/tag106.xml" /><Relationship Id="rId2" Type="http://schemas.openxmlformats.org/officeDocument/2006/relationships/image" Target="../media/image5.png" /><Relationship Id="rId3" Type="http://schemas.openxmlformats.org/officeDocument/2006/relationships/tags" Target="../tags/tag99.xml" /><Relationship Id="rId4" Type="http://schemas.openxmlformats.org/officeDocument/2006/relationships/tags" Target="../tags/tag100.xml" /><Relationship Id="rId5" Type="http://schemas.openxmlformats.org/officeDocument/2006/relationships/tags" Target="../tags/tag101.xml" /><Relationship Id="rId6" Type="http://schemas.openxmlformats.org/officeDocument/2006/relationships/tags" Target="../tags/tag102.xml" /><Relationship Id="rId7" Type="http://schemas.openxmlformats.org/officeDocument/2006/relationships/tags" Target="../tags/tag103.xml" /><Relationship Id="rId8" Type="http://schemas.openxmlformats.org/officeDocument/2006/relationships/tags" Target="../tags/tag104.xml" /><Relationship Id="rId9" Type="http://schemas.openxmlformats.org/officeDocument/2006/relationships/tags" Target="../tags/tag10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107.xml" /><Relationship Id="rId3" Type="http://schemas.openxmlformats.org/officeDocument/2006/relationships/tags" Target="../tags/tag108.xml" /><Relationship Id="rId4" Type="http://schemas.openxmlformats.org/officeDocument/2006/relationships/tags" Target="../tags/tag109.xml" /><Relationship Id="rId5" Type="http://schemas.openxmlformats.org/officeDocument/2006/relationships/tags" Target="../tags/tag110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111.xml" /><Relationship Id="rId3" Type="http://schemas.openxmlformats.org/officeDocument/2006/relationships/tags" Target="../tags/tag112.xml" /><Relationship Id="rId4" Type="http://schemas.openxmlformats.org/officeDocument/2006/relationships/tags" Target="../tags/tag113.xml" /><Relationship Id="rId5" Type="http://schemas.openxmlformats.org/officeDocument/2006/relationships/tags" Target="../tags/tag114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tags" Target="../tags/tag123.xml" /><Relationship Id="rId11" Type="http://schemas.openxmlformats.org/officeDocument/2006/relationships/tags" Target="../tags/tag124.xml" /><Relationship Id="rId2" Type="http://schemas.openxmlformats.org/officeDocument/2006/relationships/tags" Target="../tags/tag115.xml" /><Relationship Id="rId3" Type="http://schemas.openxmlformats.org/officeDocument/2006/relationships/tags" Target="../tags/tag116.xml" /><Relationship Id="rId4" Type="http://schemas.openxmlformats.org/officeDocument/2006/relationships/tags" Target="../tags/tag117.xml" /><Relationship Id="rId5" Type="http://schemas.openxmlformats.org/officeDocument/2006/relationships/tags" Target="../tags/tag118.xml" /><Relationship Id="rId6" Type="http://schemas.openxmlformats.org/officeDocument/2006/relationships/tags" Target="../tags/tag119.xml" /><Relationship Id="rId7" Type="http://schemas.openxmlformats.org/officeDocument/2006/relationships/tags" Target="../tags/tag120.xml" /><Relationship Id="rId8" Type="http://schemas.openxmlformats.org/officeDocument/2006/relationships/tags" Target="../tags/tag121.xml" /><Relationship Id="rId9" Type="http://schemas.openxmlformats.org/officeDocument/2006/relationships/tags" Target="../tags/tag122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25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Relationship Id="rId3" Type="http://schemas.openxmlformats.org/officeDocument/2006/relationships/tags" Target="../tags/tag126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27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28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129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副标题 4" title=""/>
          <p:cNvSpPr>
            <a:spLocks noGrp="1"/>
          </p:cNvSpPr>
          <p:nvPr>
            <p:ph type="subTitle" idx="1"/>
          </p:nvPr>
        </p:nvSpPr>
        <p:spPr>
          <a:xfrm>
            <a:off x="2018030" y="2953385"/>
            <a:ext cx="9830435" cy="475615"/>
          </a:xfrm>
        </p:spPr>
        <p:txBody>
          <a:bodyPr>
            <a:noAutofit/>
          </a:bodyPr>
          <a:lstStyle/>
          <a:p>
            <a:pPr algn="ctr"/>
            <a:r>
              <a:rPr sz="43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神态与情感的表达方法</a:t>
            </a:r>
            <a:endParaRPr sz="43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5"/>
    </p:custDataLst>
  </p:cSld>
  <p:clrMapOvr>
    <a:masterClrMapping/>
  </p:clrMapOvr>
  <p:transition spd="slow"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6" name="矩形 25" title=""/>
          <p:cNvSpPr/>
          <p:nvPr>
            <p:custDataLst>
              <p:tags r:id="rId2"/>
            </p:custDataLst>
          </p:nvPr>
        </p:nvSpPr>
        <p:spPr>
          <a:xfrm>
            <a:off x="0" y="0"/>
            <a:ext cx="438848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cxnSp>
        <p:nvCxnSpPr>
          <p:cNvPr id="18" name="直接连接符 17" title=""/>
          <p:cNvCxnSpPr/>
          <p:nvPr>
            <p:custDataLst>
              <p:tags r:id="rId5"/>
            </p:custDataLst>
          </p:nvPr>
        </p:nvCxnSpPr>
        <p:spPr>
          <a:xfrm>
            <a:off x="609605" y="6324651"/>
            <a:ext cx="76200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 title=""/>
          <p:cNvSpPr txBox="1"/>
          <p:nvPr>
            <p:custDataLst>
              <p:tags r:id="rId6"/>
            </p:custDataLst>
          </p:nvPr>
        </p:nvSpPr>
        <p:spPr>
          <a:xfrm>
            <a:off x="609600" y="609600"/>
            <a:ext cx="2894978" cy="1221099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3800" b="1" spc="22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  <a:r>
              <a:rPr lang="en-US" sz="3800" b="1" spc="22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sz="3800" b="1" spc="22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Title 6" title=""/>
          <p:cNvSpPr txBox="1"/>
          <p:nvPr>
            <p:custDataLst>
              <p:tags r:id="rId7"/>
            </p:custDataLst>
          </p:nvPr>
        </p:nvSpPr>
        <p:spPr>
          <a:xfrm>
            <a:off x="0" y="3346450"/>
            <a:ext cx="4557395" cy="28892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None/>
            </a:pPr>
            <a:r>
              <a:rPr lang="en-US" sz="1800" spc="200">
                <a:ln w="3175">
                  <a:noFill/>
                  <a:prstDash val="dash"/>
                </a:ln>
                <a:solidFill>
                  <a:schemeClr val="l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Can you write down the expressions of emotions for the mind-map? </a:t>
            </a:r>
            <a:r>
              <a:rPr lang="en-US" sz="1800" spc="20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sz="1800" spc="20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" name="Title 6" title=""/>
          <p:cNvSpPr txBox="1"/>
          <p:nvPr>
            <p:custDataLst>
              <p:tags r:id="rId8"/>
            </p:custDataLst>
          </p:nvPr>
        </p:nvSpPr>
        <p:spPr>
          <a:xfrm>
            <a:off x="4728210" y="238760"/>
            <a:ext cx="6842125" cy="589153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happy  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sad    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afraid      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nervous  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angry  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surprised 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thankful     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moved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tired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spc="1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satisfied</a:t>
            </a:r>
            <a:endParaRPr lang="en-US" altLang="zh-CN" sz="2800" spc="1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3" name="图片 22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grpSp>
        <p:nvGrpSpPr>
          <p:cNvPr id="12" name="组合 11" title=""/>
          <p:cNvGrpSpPr/>
          <p:nvPr>
            <p:custDataLst>
              <p:tags r:id="rId4"/>
            </p:custDataLst>
          </p:nvPr>
        </p:nvGrpSpPr>
        <p:grpSpPr>
          <a:xfrm>
            <a:off x="11556374" y="6033155"/>
            <a:ext cx="643463" cy="824845"/>
            <a:chOff x="10793008" y="5064655"/>
            <a:chExt cx="1398992" cy="1793345"/>
          </a:xfrm>
        </p:grpSpPr>
        <p:sp>
          <p:nvSpPr>
            <p:cNvPr id="21" name="任意多边形: 形状 20"/>
            <p:cNvSpPr/>
            <p:nvPr>
              <p:custDataLst>
                <p:tags r:id="rId5"/>
              </p:custDataLst>
            </p:nvPr>
          </p:nvSpPr>
          <p:spPr>
            <a:xfrm flipH="1">
              <a:off x="10936586" y="5064655"/>
              <a:ext cx="1225750" cy="1335512"/>
            </a:xfrm>
            <a:custGeom>
              <a:gdLst>
                <a:gd name="connsiteX0" fmla="*/ 0 w 1225750"/>
                <a:gd name="connsiteY0" fmla="*/ 0 h 1335512"/>
                <a:gd name="connsiteX1" fmla="*/ 0 w 1225750"/>
                <a:gd name="connsiteY1" fmla="*/ 1335512 h 1335512"/>
                <a:gd name="connsiteX2" fmla="*/ 1225750 w 1225750"/>
                <a:gd name="connsiteY2" fmla="*/ 1335512 h 133551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750" h="1335512">
                  <a:moveTo>
                    <a:pt x="0" y="0"/>
                  </a:moveTo>
                  <a:lnTo>
                    <a:pt x="0" y="1335512"/>
                  </a:lnTo>
                  <a:lnTo>
                    <a:pt x="1225750" y="1335512"/>
                  </a:lnTo>
                  <a:close/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6"/>
              </p:custDataLst>
            </p:nvPr>
          </p:nvSpPr>
          <p:spPr>
            <a:xfrm flipH="1">
              <a:off x="10793008" y="5333735"/>
              <a:ext cx="1398992" cy="1524265"/>
            </a:xfrm>
            <a:custGeom>
              <a:gdLst>
                <a:gd name="connsiteX0" fmla="*/ 2 w 1398992"/>
                <a:gd name="connsiteY0" fmla="*/ 0 h 1524265"/>
                <a:gd name="connsiteX1" fmla="*/ 0 w 1398992"/>
                <a:gd name="connsiteY1" fmla="*/ 2 h 1524265"/>
                <a:gd name="connsiteX2" fmla="*/ 0 w 1398992"/>
                <a:gd name="connsiteY2" fmla="*/ 1524265 h 1524265"/>
                <a:gd name="connsiteX3" fmla="*/ 1398992 w 1398992"/>
                <a:gd name="connsiteY3" fmla="*/ 1524265 h 152426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992" h="1524265">
                  <a:moveTo>
                    <a:pt x="2" y="0"/>
                  </a:moveTo>
                  <a:lnTo>
                    <a:pt x="0" y="2"/>
                  </a:lnTo>
                  <a:lnTo>
                    <a:pt x="0" y="1524265"/>
                  </a:lnTo>
                  <a:lnTo>
                    <a:pt x="1398992" y="152426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508" name="Picture 4" title="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 bwMode="auto">
          <a:xfrm>
            <a:off x="2204403" y="1306195"/>
            <a:ext cx="3100705" cy="310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 title="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 bwMode="auto">
          <a:xfrm>
            <a:off x="6272530" y="1306195"/>
            <a:ext cx="4375150" cy="310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6" title="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1"/>
          <a:stretch>
            <a:fillRect/>
          </a:stretch>
        </p:blipFill>
        <p:spPr bwMode="auto">
          <a:xfrm>
            <a:off x="1804035" y="4495800"/>
            <a:ext cx="2308225" cy="2045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7" title="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3"/>
          <a:stretch>
            <a:fillRect/>
          </a:stretch>
        </p:blipFill>
        <p:spPr bwMode="auto">
          <a:xfrm>
            <a:off x="5021580" y="4495800"/>
            <a:ext cx="2143125" cy="2045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12" name="Picture 8" title="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5"/>
          <a:stretch>
            <a:fillRect/>
          </a:stretch>
        </p:blipFill>
        <p:spPr bwMode="auto">
          <a:xfrm>
            <a:off x="7758748" y="4484370"/>
            <a:ext cx="29464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文本框 12" title=""/>
          <p:cNvSpPr txBox="1"/>
          <p:nvPr>
            <p:custDataLst>
              <p:tags r:id="rId17"/>
            </p:custDataLst>
          </p:nvPr>
        </p:nvSpPr>
        <p:spPr>
          <a:xfrm>
            <a:off x="1327349" y="353866"/>
            <a:ext cx="9537302" cy="8640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4000" b="1" i="1" u="none" strike="noStrike" spc="240" baseline="0">
                <a:solidFill>
                  <a:schemeClr val="dk1"/>
                </a:solidFill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How do you feel?</a:t>
            </a:r>
            <a:endParaRPr lang="en-US" altLang="zh-CN" sz="4000" b="1" i="1" u="none" strike="noStrike" spc="240" baseline="0">
              <a:solidFill>
                <a:schemeClr val="dk1"/>
              </a:solidFill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4" name="组合 13" title=""/>
          <p:cNvGrpSpPr/>
          <p:nvPr>
            <p:custDataLst>
              <p:tags r:id="rId18"/>
            </p:custDataLst>
          </p:nvPr>
        </p:nvGrpSpPr>
        <p:grpSpPr>
          <a:xfrm rot="5400000">
            <a:off x="3092855" y="511585"/>
            <a:ext cx="424221" cy="548562"/>
            <a:chOff x="1098958" y="587229"/>
            <a:chExt cx="603337" cy="780177"/>
          </a:xfrm>
        </p:grpSpPr>
        <p:sp>
          <p:nvSpPr>
            <p:cNvPr id="15" name="等腰三角形 14"/>
            <p:cNvSpPr/>
            <p:nvPr>
              <p:custDataLst>
                <p:tags r:id="rId19"/>
              </p:custDataLst>
            </p:nvPr>
          </p:nvSpPr>
          <p:spPr>
            <a:xfrm>
              <a:off x="1098958" y="587229"/>
              <a:ext cx="603337" cy="520118"/>
            </a:xfrm>
            <a:prstGeom prst="triangl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等腰三角形 15"/>
            <p:cNvSpPr/>
            <p:nvPr>
              <p:custDataLst>
                <p:tags r:id="rId20"/>
              </p:custDataLst>
            </p:nvPr>
          </p:nvSpPr>
          <p:spPr>
            <a:xfrm>
              <a:off x="1098958" y="847288"/>
              <a:ext cx="603337" cy="52011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 title=""/>
          <p:cNvGrpSpPr/>
          <p:nvPr>
            <p:custDataLst>
              <p:tags r:id="rId21"/>
            </p:custDataLst>
          </p:nvPr>
        </p:nvGrpSpPr>
        <p:grpSpPr>
          <a:xfrm rot="16200000" flipH="1">
            <a:off x="8674923" y="511585"/>
            <a:ext cx="424221" cy="548562"/>
            <a:chOff x="1098958" y="587229"/>
            <a:chExt cx="603337" cy="780177"/>
          </a:xfrm>
        </p:grpSpPr>
        <p:sp>
          <p:nvSpPr>
            <p:cNvPr id="18" name="等腰三角形 17"/>
            <p:cNvSpPr/>
            <p:nvPr>
              <p:custDataLst>
                <p:tags r:id="rId22"/>
              </p:custDataLst>
            </p:nvPr>
          </p:nvSpPr>
          <p:spPr>
            <a:xfrm>
              <a:off x="1098958" y="587229"/>
              <a:ext cx="603337" cy="520118"/>
            </a:xfrm>
            <a:prstGeom prst="triangle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23"/>
              </p:custDataLst>
            </p:nvPr>
          </p:nvSpPr>
          <p:spPr>
            <a:xfrm>
              <a:off x="1098958" y="847288"/>
              <a:ext cx="603337" cy="52011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任意多边形: 形状 26" title=""/>
          <p:cNvSpPr/>
          <p:nvPr>
            <p:custDataLst>
              <p:tags r:id="rId24"/>
            </p:custDataLst>
          </p:nvPr>
        </p:nvSpPr>
        <p:spPr>
          <a:xfrm rot="10800000" flipH="1">
            <a:off x="2540" y="220345"/>
            <a:ext cx="590550" cy="643255"/>
          </a:xfrm>
          <a:custGeom>
            <a:gdLst>
              <a:gd name="connsiteX0" fmla="*/ 0 w 1225750"/>
              <a:gd name="connsiteY0" fmla="*/ 0 h 1335512"/>
              <a:gd name="connsiteX1" fmla="*/ 0 w 1225750"/>
              <a:gd name="connsiteY1" fmla="*/ 1335512 h 1335512"/>
              <a:gd name="connsiteX2" fmla="*/ 1225750 w 1225750"/>
              <a:gd name="connsiteY2" fmla="*/ 1335512 h 133551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5750" h="1335512">
                <a:moveTo>
                  <a:pt x="0" y="0"/>
                </a:moveTo>
                <a:lnTo>
                  <a:pt x="0" y="1335512"/>
                </a:lnTo>
                <a:lnTo>
                  <a:pt x="1225750" y="1335512"/>
                </a:ln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: 形状 27" title=""/>
          <p:cNvSpPr/>
          <p:nvPr>
            <p:custDataLst>
              <p:tags r:id="rId25"/>
            </p:custDataLst>
          </p:nvPr>
        </p:nvSpPr>
        <p:spPr>
          <a:xfrm rot="10800000" flipH="1">
            <a:off x="-6350" y="-7620"/>
            <a:ext cx="673735" cy="734060"/>
          </a:xfrm>
          <a:custGeom>
            <a:gdLst>
              <a:gd name="connsiteX0" fmla="*/ 2 w 1398992"/>
              <a:gd name="connsiteY0" fmla="*/ 0 h 1524265"/>
              <a:gd name="connsiteX1" fmla="*/ 0 w 1398992"/>
              <a:gd name="connsiteY1" fmla="*/ 2 h 1524265"/>
              <a:gd name="connsiteX2" fmla="*/ 0 w 1398992"/>
              <a:gd name="connsiteY2" fmla="*/ 1524265 h 1524265"/>
              <a:gd name="connsiteX3" fmla="*/ 1398992 w 1398992"/>
              <a:gd name="connsiteY3" fmla="*/ 1524265 h 152426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8992" h="1524265">
                <a:moveTo>
                  <a:pt x="2" y="0"/>
                </a:moveTo>
                <a:lnTo>
                  <a:pt x="0" y="2"/>
                </a:lnTo>
                <a:lnTo>
                  <a:pt x="0" y="1524265"/>
                </a:lnTo>
                <a:lnTo>
                  <a:pt x="1398992" y="152426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title="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058275" y="220980"/>
            <a:ext cx="1993900" cy="1567180"/>
          </a:xfrm>
          <a:prstGeom prst="rect">
            <a:avLst/>
          </a:prstGeom>
        </p:spPr>
      </p:pic>
      <p:pic>
        <p:nvPicPr>
          <p:cNvPr id="6" name="图片 5" title="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689350" y="4319270"/>
            <a:ext cx="3211830" cy="2409190"/>
          </a:xfrm>
          <a:prstGeom prst="rect">
            <a:avLst/>
          </a:prstGeom>
        </p:spPr>
      </p:pic>
    </p:spTree>
    <p:custDataLst>
      <p:tags r:id="rId3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1" name="矩形 20" title=""/>
          <p:cNvSpPr/>
          <p:nvPr>
            <p:custDataLst>
              <p:tags r:id="rId2"/>
            </p:custDataLst>
          </p:nvPr>
        </p:nvSpPr>
        <p:spPr>
          <a:xfrm>
            <a:off x="0" y="0"/>
            <a:ext cx="552196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15" name="衬底" title=""/>
          <p:cNvSpPr/>
          <p:nvPr>
            <p:custDataLst>
              <p:tags r:id="rId5"/>
            </p:custDataLst>
          </p:nvPr>
        </p:nvSpPr>
        <p:spPr>
          <a:xfrm>
            <a:off x="0" y="0"/>
            <a:ext cx="4267234" cy="685805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 title=""/>
          <p:cNvSpPr txBox="1"/>
          <p:nvPr>
            <p:custDataLst>
              <p:tags r:id="rId6"/>
            </p:custDataLst>
          </p:nvPr>
        </p:nvSpPr>
        <p:spPr>
          <a:xfrm>
            <a:off x="0" y="914400"/>
            <a:ext cx="5818505" cy="210502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4000" b="1" spc="24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Mind-map：Emotions</a:t>
            </a:r>
            <a:r>
              <a:rPr lang="en-US" altLang="zh-CN" sz="4000" b="1" spc="24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4000" b="1" spc="24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Title 6" title=""/>
          <p:cNvSpPr txBox="1"/>
          <p:nvPr>
            <p:custDataLst>
              <p:tags r:id="rId7"/>
            </p:custDataLst>
          </p:nvPr>
        </p:nvSpPr>
        <p:spPr>
          <a:xfrm>
            <a:off x="457204" y="3322315"/>
            <a:ext cx="4120896" cy="207264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30200" lvl="0" indent="-3302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zh-CN" sz="2800" spc="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▲情感形容词的后缀常有：</a:t>
            </a:r>
            <a:endParaRPr lang="zh-CN" sz="2800" spc="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30200" lvl="0" indent="-3302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800" spc="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-ed(人，感到...的),</a:t>
            </a:r>
            <a:endParaRPr lang="en-US" altLang="zh-CN" sz="2800" spc="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30200" lvl="0" indent="-3302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800" spc="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-ing(物，令人..的),</a:t>
            </a:r>
            <a:endParaRPr lang="en-US" altLang="zh-CN" sz="2800" spc="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30200" lvl="0" indent="-3302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800" spc="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-ful/-less(人/物,...的)</a:t>
            </a:r>
            <a:endParaRPr lang="en-US" altLang="zh-CN" sz="2800" spc="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Title 6" title=""/>
          <p:cNvSpPr txBox="1"/>
          <p:nvPr>
            <p:custDataLst>
              <p:tags r:id="rId8"/>
            </p:custDataLst>
          </p:nvPr>
        </p:nvSpPr>
        <p:spPr>
          <a:xfrm>
            <a:off x="5645150" y="914400"/>
            <a:ext cx="6546850" cy="50292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04800" lvl="0" indent="-3048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4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1.happy: happy,delighted,cheerful,excited/exciting, thrilled, shout with joy          </a:t>
            </a:r>
            <a:endParaRPr lang="en-US" altLang="zh-CN" sz="24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  <a:p>
            <a:pPr marL="304800" lvl="0" indent="-3048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4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2.sad:  sad, heart-broken,upset, disappointed, depressed/frustrated, </a:t>
            </a:r>
            <a:endParaRPr lang="en-US" altLang="zh-CN" sz="24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</a:pPr>
            <a:r>
              <a:rPr lang="en-US" altLang="zh-CN" sz="24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   sorrowful, desperate, tears streaming  </a:t>
            </a:r>
            <a:endParaRPr lang="en-US" altLang="zh-CN" sz="24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</a:pPr>
            <a:r>
              <a:rPr lang="en-US" altLang="zh-CN" sz="24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   down one’s cheek(泪流满面)…        </a:t>
            </a:r>
            <a:endParaRPr lang="en-US" altLang="zh-CN" sz="24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04800" lvl="0" indent="-304800" algn="l" fontAlgn="ctr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  <a:buFont typeface="Wingdings" panose="05000000000000000000" charset="0"/>
              <a:buChar char="l"/>
            </a:pPr>
            <a:r>
              <a:rPr lang="en-US" altLang="zh-CN" sz="24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3.afraid:  afraid, scared, frightened, fearful, palms are sweating(手心出汗)…</a:t>
            </a:r>
            <a:endParaRPr lang="en-US" altLang="zh-CN" sz="24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sp>
        <p:nvSpPr>
          <p:cNvPr id="11" name="矩形 10" title=""/>
          <p:cNvSpPr/>
          <p:nvPr>
            <p:custDataLst>
              <p:tags r:id="rId4"/>
            </p:custDataLst>
          </p:nvPr>
        </p:nvSpPr>
        <p:spPr>
          <a:xfrm>
            <a:off x="582613" y="848995"/>
            <a:ext cx="11048365" cy="5523865"/>
          </a:xfrm>
          <a:prstGeom prst="rect">
            <a:avLst/>
          </a:prstGeom>
          <a:solidFill>
            <a:schemeClr val="lt1"/>
          </a:solidFill>
          <a:ln w="349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 title=""/>
          <p:cNvSpPr/>
          <p:nvPr>
            <p:custDataLst>
              <p:tags r:id="rId5"/>
            </p:custDataLst>
          </p:nvPr>
        </p:nvSpPr>
        <p:spPr>
          <a:xfrm>
            <a:off x="2146935" y="469265"/>
            <a:ext cx="7919720" cy="787400"/>
          </a:xfrm>
          <a:prstGeom prst="rect">
            <a:avLst/>
          </a:prstGeom>
          <a:solidFill>
            <a:schemeClr val="accent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标题 1" title="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46618" y="468630"/>
            <a:ext cx="7920355" cy="7880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3200" spc="24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Mind-map：Emotion</a:t>
            </a:r>
            <a:r>
              <a:rPr lang="en-US" altLang="zh-CN" sz="3200" spc="24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endParaRPr lang="zh-CN" altLang="en-US" sz="3200" spc="300">
              <a:solidFill>
                <a:schemeClr val="dk1">
                  <a:lumMod val="85000"/>
                  <a:lumOff val="15000"/>
                </a:schemeClr>
              </a:solidFill>
              <a:uFillTx/>
              <a:sym typeface="Arial" panose="020b0604020202020204" pitchFamily="34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720725" y="1774190"/>
            <a:ext cx="10910570" cy="3685540"/>
          </a:xfrm>
          <a:prstGeom prst="rect">
            <a:avLst/>
          </a:prstGeom>
          <a:noFill/>
        </p:spPr>
        <p:txBody>
          <a:bodyPr vert="horz" lIns="90000" tIns="46800" rIns="90000" bIns="46800" rtlCol="0" anchor="ctr">
            <a:noAutofit/>
          </a:bodyPr>
          <a:lstStyle>
            <a:lvl1pPr marL="285750" indent="-285750" fontAlgn="auto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+mj-ea"/>
              <a:buAutoNum type="ea1JpnChsDbPeriod"/>
              <a:defRPr sz="1100" u="none" strike="noStrike" cap="none" spc="150" normalizeH="0" baseline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85800" indent="-228600" fontAlgn="auto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u="none" strike="noStrike" cap="none" spc="150" normalizeH="0" baseline="0"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4.nervous: 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nervous, anxious,worried, stressed,stressful(令人有压力的)  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5.angry: 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   angry,mad,bad-temered,lose one's temper(发火),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55600" lvl="1" indent="0" algn="l" fontAlgn="ctr">
              <a:lnSpc>
                <a:spcPct val="120000"/>
              </a:lnSpc>
              <a:spcAft>
                <a:spcPts val="800"/>
              </a:spcAft>
              <a:buSzTx/>
              <a:buFont typeface="Arial" panose="020b0604020202020204" pitchFamily="34" charset="0"/>
              <a:buNone/>
            </a:pPr>
            <a:r>
              <a:rPr lang="en-US" altLang="zh-CN" sz="2400" spc="20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burn with anger(怒火中烧)           </a:t>
            </a:r>
            <a:endParaRPr lang="en-US" altLang="zh-CN" sz="2400" spc="20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6.surprised: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buClr>
                <a:schemeClr val="tx1">
                  <a:lumMod val="95000"/>
                  <a:lumOff val="5000"/>
                </a:schemeClr>
              </a:buClr>
              <a:buSzTx/>
              <a:buFont typeface="+mj-ea"/>
              <a:buNone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surprised/surprising, amazed/amazing,astonished/shocked(震惊的)    </a:t>
            </a: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 </a:t>
            </a:r>
            <a:r>
              <a:rPr lang="en-US" altLang="zh-CN" sz="2800" b="1" spc="12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2800" b="1" spc="12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 title=""/>
          <p:cNvSpPr/>
          <p:nvPr>
            <p:custDataLst>
              <p:tags r:id="rId8"/>
            </p:custDataLst>
          </p:nvPr>
        </p:nvSpPr>
        <p:spPr>
          <a:xfrm>
            <a:off x="412115" y="2698750"/>
            <a:ext cx="330835" cy="1460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 title=""/>
          <p:cNvSpPr/>
          <p:nvPr>
            <p:custDataLst>
              <p:tags r:id="rId9"/>
            </p:custDataLst>
          </p:nvPr>
        </p:nvSpPr>
        <p:spPr>
          <a:xfrm>
            <a:off x="11453495" y="2698750"/>
            <a:ext cx="330835" cy="1460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矩形 1" title=""/>
          <p:cNvSpPr/>
          <p:nvPr>
            <p:custDataLst>
              <p:tags r:id="rId2"/>
            </p:custDataLst>
          </p:nvPr>
        </p:nvSpPr>
        <p:spPr>
          <a:xfrm>
            <a:off x="669882" y="6387797"/>
            <a:ext cx="10852237" cy="165403"/>
          </a:xfrm>
          <a:prstGeom prst="rect">
            <a:avLst/>
          </a:prstGeom>
          <a:solidFill>
            <a:schemeClr val="accent1">
              <a:lumMod val="60000"/>
              <a:lumOff val="4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 title=""/>
          <p:cNvSpPr/>
          <p:nvPr>
            <p:custDataLst>
              <p:tags r:id="rId3"/>
            </p:custDataLst>
          </p:nvPr>
        </p:nvSpPr>
        <p:spPr>
          <a:xfrm>
            <a:off x="513080" y="478155"/>
            <a:ext cx="11166475" cy="5909945"/>
          </a:xfrm>
          <a:prstGeom prst="rect">
            <a:avLst/>
          </a:prstGeom>
          <a:solidFill>
            <a:schemeClr val="lt1"/>
          </a:solidFill>
          <a:ln w="50800">
            <a:solidFill>
              <a:schemeClr val="accent1"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4"/>
            </p:custDataLst>
          </p:nvPr>
        </p:nvSpPr>
        <p:spPr>
          <a:xfrm>
            <a:off x="818515" y="887730"/>
            <a:ext cx="10703560" cy="512381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marL="355600" lvl="0" indent="-355600" algn="l">
              <a:lnSpc>
                <a:spcPct val="180000"/>
              </a:lnSpc>
              <a:spcBef>
                <a:spcPct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7.thankful: thankful,grateful, thank sb for 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l">
              <a:lnSpc>
                <a:spcPct val="180000"/>
              </a:lnSpc>
              <a:spcBef>
                <a:spcPct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8.moved: moved/moving, touched/touching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l">
              <a:lnSpc>
                <a:spcPct val="180000"/>
              </a:lnSpc>
              <a:spcBef>
                <a:spcPct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9.tired: tired, exhausted  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l">
              <a:lnSpc>
                <a:spcPct val="180000"/>
              </a:lnSpc>
              <a:spcBef>
                <a:spcPct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10.satisfied: satisfied, pleased,content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l">
              <a:lnSpc>
                <a:spcPct val="180000"/>
              </a:lnSpc>
              <a:spcBef>
                <a:spcPct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800" spc="12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11.relaxed: relaxed, take it easy, relieved</a:t>
            </a:r>
            <a:endParaRPr lang="en-US" altLang="zh-CN" sz="2800" spc="12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矩形 8" title=""/>
          <p:cNvSpPr/>
          <p:nvPr>
            <p:custDataLst>
              <p:tags r:id="rId2"/>
            </p:custDataLst>
          </p:nvPr>
        </p:nvSpPr>
        <p:spPr>
          <a:xfrm>
            <a:off x="578178" y="471341"/>
            <a:ext cx="11035646" cy="59153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2" name="直接连接符 11" title=""/>
          <p:cNvCxnSpPr/>
          <p:nvPr>
            <p:custDataLst>
              <p:tags r:id="rId3"/>
            </p:custDataLst>
          </p:nvPr>
        </p:nvCxnSpPr>
        <p:spPr>
          <a:xfrm>
            <a:off x="11148420" y="6151063"/>
            <a:ext cx="493776" cy="493776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 title=""/>
          <p:cNvCxnSpPr/>
          <p:nvPr>
            <p:custDataLst>
              <p:tags r:id="rId4"/>
            </p:custDataLst>
          </p:nvPr>
        </p:nvCxnSpPr>
        <p:spPr>
          <a:xfrm>
            <a:off x="10967644" y="6236210"/>
            <a:ext cx="493776" cy="493776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 title=""/>
          <p:cNvSpPr txBox="1"/>
          <p:nvPr/>
        </p:nvSpPr>
        <p:spPr>
          <a:xfrm>
            <a:off x="579120" y="720090"/>
            <a:ext cx="11380470" cy="4820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l">
              <a:lnSpc>
                <a:spcPct val="210000"/>
              </a:lnSpc>
              <a:spcBef>
                <a:spcPct val="0"/>
              </a:spcBef>
              <a:spcAft>
                <a:spcPts val="800"/>
              </a:spcAft>
              <a:buSzTx/>
            </a:pPr>
            <a:r>
              <a:rPr lang="en-US" altLang="zh-CN" sz="2400" spc="220">
                <a:solidFill>
                  <a:schemeClr val="dk1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12.hopeful：hopeful,with hope in one's eyes,hopeless(无希望的)</a:t>
            </a:r>
            <a:endParaRPr lang="en-US" altLang="zh-CN" sz="2400" spc="220">
              <a:solidFill>
                <a:schemeClr val="dk1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210000"/>
              </a:lnSpc>
              <a:spcBef>
                <a:spcPct val="0"/>
              </a:spcBef>
              <a:spcAft>
                <a:spcPts val="800"/>
              </a:spcAft>
              <a:buSzTx/>
            </a:pPr>
            <a:r>
              <a:rPr lang="en-US" altLang="zh-CN" sz="2400" spc="200">
                <a:solidFill>
                  <a:schemeClr val="dk1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13.determined: determined,firm, have a will/ have a strong mind(意志坚定)</a:t>
            </a:r>
            <a:endParaRPr lang="en-US" altLang="zh-CN" sz="2400" spc="200">
              <a:solidFill>
                <a:schemeClr val="dk1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210000"/>
              </a:lnSpc>
              <a:spcBef>
                <a:spcPct val="0"/>
              </a:spcBef>
              <a:spcAft>
                <a:spcPts val="800"/>
              </a:spcAft>
              <a:buSzTx/>
            </a:pPr>
            <a:r>
              <a:rPr lang="en-US" altLang="zh-CN" sz="2400" spc="200">
                <a:solidFill>
                  <a:schemeClr val="dk1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14.quiet：quiet, silent,calm   </a:t>
            </a:r>
            <a:endParaRPr lang="en-US" altLang="zh-CN" sz="2400" spc="200">
              <a:solidFill>
                <a:schemeClr val="dk1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210000"/>
              </a:lnSpc>
              <a:spcBef>
                <a:spcPct val="0"/>
              </a:spcBef>
              <a:spcAft>
                <a:spcPts val="800"/>
              </a:spcAft>
              <a:buSzTx/>
            </a:pPr>
            <a:r>
              <a:rPr lang="en-US" altLang="zh-CN" sz="2400" spc="200">
                <a:solidFill>
                  <a:schemeClr val="dk1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15.brave:brave,fearless,couragous</a:t>
            </a:r>
            <a:r>
              <a:rPr lang="en-US" altLang="zh-CN" sz="2400" spc="220">
                <a:solidFill>
                  <a:schemeClr val="dk1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hopeful型：hopeful,with hope in one's eyes,hopeless(无希望的)</a:t>
            </a:r>
            <a:endParaRPr lang="en-US" altLang="zh-CN" sz="2400" spc="220">
              <a:solidFill>
                <a:schemeClr val="dk1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>
              <a:lnSpc>
                <a:spcPct val="120000"/>
              </a:lnSpc>
              <a:spcBef>
                <a:spcPct val="0"/>
              </a:spcBef>
              <a:spcAft>
                <a:spcPts val="800"/>
              </a:spcAft>
              <a:buSzTx/>
            </a:pPr>
            <a:endParaRPr lang="zh-CN" altLang="en-US" sz="2400"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5"/>
    </p:custData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3" name="任意多边形: 形状 7" title=""/>
          <p:cNvSpPr/>
          <p:nvPr>
            <p:custDataLst>
              <p:tags r:id="rId2"/>
            </p:custDataLst>
          </p:nvPr>
        </p:nvSpPr>
        <p:spPr>
          <a:xfrm>
            <a:off x="11073282" y="5893070"/>
            <a:ext cx="1116566" cy="968113"/>
          </a:xfrm>
          <a:custGeom>
            <a:gdLst>
              <a:gd name="connsiteX0" fmla="*/ 0 w 1116566"/>
              <a:gd name="connsiteY0" fmla="*/ 968113 h 968113"/>
              <a:gd name="connsiteX1" fmla="*/ 1116566 w 1116566"/>
              <a:gd name="connsiteY1" fmla="*/ 968113 h 968113"/>
              <a:gd name="connsiteX2" fmla="*/ 1116566 w 1116566"/>
              <a:gd name="connsiteY2" fmla="*/ 0 h 96811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6566" h="968113">
                <a:moveTo>
                  <a:pt x="0" y="968113"/>
                </a:moveTo>
                <a:lnTo>
                  <a:pt x="1116566" y="968113"/>
                </a:lnTo>
                <a:lnTo>
                  <a:pt x="1116566" y="0"/>
                </a:lnTo>
                <a:close/>
              </a:path>
            </a:pathLst>
          </a:custGeom>
          <a:solidFill>
            <a:schemeClr val="accent3"/>
          </a:solidFill>
          <a:ln w="63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任意多边形: 形状 10" title=""/>
          <p:cNvSpPr/>
          <p:nvPr>
            <p:custDataLst>
              <p:tags r:id="rId3"/>
            </p:custDataLst>
          </p:nvPr>
        </p:nvSpPr>
        <p:spPr>
          <a:xfrm>
            <a:off x="143781" y="0"/>
            <a:ext cx="994611" cy="6858001"/>
          </a:xfrm>
          <a:custGeom>
            <a:gdLst>
              <a:gd name="connsiteX0" fmla="*/ 0 w 1634832"/>
              <a:gd name="connsiteY0" fmla="*/ 0 h 6858001"/>
              <a:gd name="connsiteX1" fmla="*/ 261030 w 1634832"/>
              <a:gd name="connsiteY1" fmla="*/ 0 h 6858001"/>
              <a:gd name="connsiteX2" fmla="*/ 1634832 w 1634832"/>
              <a:gd name="connsiteY2" fmla="*/ 6858001 h 6858001"/>
              <a:gd name="connsiteX3" fmla="*/ 0 w 1634832"/>
              <a:gd name="connsiteY3" fmla="*/ 6858001 h 685800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4832" h="6858001">
                <a:moveTo>
                  <a:pt x="0" y="0"/>
                </a:moveTo>
                <a:lnTo>
                  <a:pt x="261030" y="0"/>
                </a:lnTo>
                <a:lnTo>
                  <a:pt x="163483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直角三角形 15" title=""/>
          <p:cNvSpPr/>
          <p:nvPr>
            <p:custDataLst>
              <p:tags r:id="rId4"/>
            </p:custDataLst>
          </p:nvPr>
        </p:nvSpPr>
        <p:spPr>
          <a:xfrm flipH="1">
            <a:off x="-600" y="5516409"/>
            <a:ext cx="12193200" cy="1341592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7" name="组合 16" title="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 rot="10800000">
            <a:off x="10055860" y="1461770"/>
            <a:ext cx="572135" cy="499745"/>
            <a:chOff x="1168400" y="1347856"/>
            <a:chExt cx="723913" cy="63168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8" name="任意多边形: 形状 17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任意多边形: 形状 11" title=""/>
          <p:cNvSpPr/>
          <p:nvPr>
            <p:custDataLst>
              <p:tags r:id="rId8"/>
            </p:custDataLst>
          </p:nvPr>
        </p:nvSpPr>
        <p:spPr>
          <a:xfrm>
            <a:off x="-598" y="0"/>
            <a:ext cx="994611" cy="6858001"/>
          </a:xfrm>
          <a:custGeom>
            <a:gdLst>
              <a:gd name="connsiteX0" fmla="*/ 0 w 1634832"/>
              <a:gd name="connsiteY0" fmla="*/ 0 h 6858001"/>
              <a:gd name="connsiteX1" fmla="*/ 261030 w 1634832"/>
              <a:gd name="connsiteY1" fmla="*/ 0 h 6858001"/>
              <a:gd name="connsiteX2" fmla="*/ 1634832 w 1634832"/>
              <a:gd name="connsiteY2" fmla="*/ 6858001 h 6858001"/>
              <a:gd name="connsiteX3" fmla="*/ 0 w 1634832"/>
              <a:gd name="connsiteY3" fmla="*/ 6858001 h 685800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4832" h="6858001">
                <a:moveTo>
                  <a:pt x="0" y="0"/>
                </a:moveTo>
                <a:lnTo>
                  <a:pt x="261030" y="0"/>
                </a:lnTo>
                <a:lnTo>
                  <a:pt x="163483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文本框 20" title=""/>
          <p:cNvSpPr txBox="1"/>
          <p:nvPr>
            <p:custDataLst>
              <p:tags r:id="rId9"/>
            </p:custDataLst>
          </p:nvPr>
        </p:nvSpPr>
        <p:spPr>
          <a:xfrm>
            <a:off x="1941845" y="895868"/>
            <a:ext cx="7924864" cy="106539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3600" b="1" spc="200">
                <a:solidFill>
                  <a:schemeClr val="dk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情感描写技巧</a:t>
            </a:r>
            <a:endParaRPr lang="zh-CN" altLang="en-US" sz="3600" b="1" spc="200">
              <a:solidFill>
                <a:schemeClr val="dk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3" name="Title 6" title=""/>
          <p:cNvSpPr txBox="1"/>
          <p:nvPr>
            <p:custDataLst>
              <p:tags r:id="rId10"/>
            </p:custDataLst>
          </p:nvPr>
        </p:nvSpPr>
        <p:spPr>
          <a:xfrm>
            <a:off x="993775" y="1961515"/>
            <a:ext cx="10641965" cy="437134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1.be/feel/become +adj. (系表结构)</a:t>
            </a:r>
            <a:endParaRPr lang="en-US" altLang="zh-CN" sz="28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  <a:p>
            <a:pPr lvl="0" indent="0" algn="l" fontAlgn="ctr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2.Feeling+adj，主+谓+宾 (非谓语短语，作原因/伴随状语)</a:t>
            </a:r>
            <a:endParaRPr lang="en-US" altLang="zh-CN" sz="28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  <a:p>
            <a:pPr lvl="0" indent="0" algn="l" fontAlgn="ctr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3.adj+adj, 主+谓+宾（形容词短语，作原因/伴随状语）</a:t>
            </a:r>
            <a:endParaRPr lang="en-US" altLang="zh-CN" sz="28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lvl="0" indent="0" algn="l" fontAlgn="ctr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SzTx/>
              <a:buFont typeface="+mn-ea"/>
            </a:pPr>
            <a:r>
              <a:rPr lang="en-US" altLang="zh-CN" sz="2800" b="1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4.形容词+ly→副词（修饰动词/形容词/副词/介词短语/句子）5.with+n.（介词短语，作原因/伴随状语）</a:t>
            </a:r>
            <a:endParaRPr lang="en-US" altLang="zh-CN" sz="2800" b="1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/>
        </p:nvSpPr>
        <p:spPr>
          <a:xfrm>
            <a:off x="1768475" y="735965"/>
            <a:ext cx="696087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技巧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be/feel/become +adj. (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系表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结构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896110" y="3027045"/>
            <a:ext cx="8091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2. </a:t>
            </a:r>
            <a:r>
              <a:rPr lang="zh-CN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听到那个坏消息，她</a:t>
            </a:r>
            <a:r>
              <a:rPr lang="zh-CN" altLang="zh-CN" sz="28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很伤心</a:t>
            </a:r>
            <a:r>
              <a:rPr lang="zh-CN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。</a:t>
            </a:r>
            <a:endParaRPr lang="zh-CN" altLang="zh-CN" sz="2800" kern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984375" y="2352040"/>
            <a:ext cx="93605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_____________</a:t>
            </a:r>
            <a:r>
              <a:rPr lang="en-US" altLang="zh-CN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____</a:t>
            </a:r>
            <a:r>
              <a:rPr lang="zh-CN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and sweet.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2945765" y="2352040"/>
            <a:ext cx="341439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was very </a:t>
            </a:r>
            <a:r>
              <a:rPr 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happy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896110" y="1768792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 他又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高兴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又甜蜜。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文本框 6" title=""/>
          <p:cNvSpPr txBox="1"/>
          <p:nvPr/>
        </p:nvSpPr>
        <p:spPr>
          <a:xfrm>
            <a:off x="1896110" y="3549015"/>
            <a:ext cx="80156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1222375">
              <a:defRPr/>
            </a:pPr>
            <a:r>
              <a:rPr lang="en-US" altLang="zh-CN" sz="3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Hearing the bad news, she </a:t>
            </a:r>
            <a:r>
              <a:rPr lang="en-US" altLang="zh-CN" sz="3200" ker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lang="en-US" altLang="zh-CN" sz="32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____________</a:t>
            </a:r>
            <a:r>
              <a:rPr lang="en-US" altLang="zh-CN" sz="3200" ker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____</a:t>
            </a:r>
            <a:r>
              <a:rPr lang="en-US" altLang="zh-CN" sz="3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.</a:t>
            </a:r>
            <a:endParaRPr lang="zh-CN" altLang="en-US" sz="3200"/>
          </a:p>
        </p:txBody>
      </p:sp>
      <p:sp>
        <p:nvSpPr>
          <p:cNvPr id="11" name="文本框 10" title=""/>
          <p:cNvSpPr txBox="1"/>
          <p:nvPr/>
        </p:nvSpPr>
        <p:spPr>
          <a:xfrm>
            <a:off x="6819265" y="3549015"/>
            <a:ext cx="3015615" cy="5340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Helvetica"/>
                <a:sym typeface="Helvetica"/>
              </a:rPr>
              <a:t>felt very sad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/>
              <a:ea typeface="+mj-ea"/>
              <a:cs typeface="+mj-cs"/>
              <a:sym typeface="+mn-ea"/>
            </a:endParaRPr>
          </a:p>
        </p:txBody>
      </p:sp>
      <p:sp>
        <p:nvSpPr>
          <p:cNvPr id="8" name="文本框 7" title=""/>
          <p:cNvSpPr txBox="1"/>
          <p:nvPr/>
        </p:nvSpPr>
        <p:spPr>
          <a:xfrm>
            <a:off x="1939925" y="4220210"/>
            <a:ext cx="89903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3. </a:t>
            </a:r>
            <a:r>
              <a:rPr lang="zh-CN" altLang="en-US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天黑了，她</a:t>
            </a:r>
            <a:r>
              <a:rPr lang="zh-CN" altLang="en-US" sz="28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非常担心</a:t>
            </a:r>
            <a:r>
              <a:rPr lang="zh-CN" altLang="en-US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她儿子的安全</a:t>
            </a: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,</a:t>
            </a:r>
            <a:r>
              <a:rPr lang="zh-CN" altLang="en-US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情不自禁哭了</a:t>
            </a:r>
            <a:r>
              <a:rPr lang="zh-CN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。</a:t>
            </a:r>
            <a:endParaRPr lang="zh-CN" altLang="zh-CN" sz="2800" kern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9" name="文本框 8" title=""/>
          <p:cNvSpPr txBox="1"/>
          <p:nvPr/>
        </p:nvSpPr>
        <p:spPr>
          <a:xfrm>
            <a:off x="1896110" y="4742180"/>
            <a:ext cx="889063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1222375">
              <a:defRPr/>
            </a:pPr>
            <a:r>
              <a:rPr lang="en-US" altLang="zh-CN" sz="3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she </a:t>
            </a:r>
            <a:r>
              <a:rPr lang="en-US" altLang="zh-CN" sz="32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__________________</a:t>
            </a:r>
            <a:r>
              <a:rPr lang="en-US" altLang="zh-CN" sz="3200" ker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____about her son's safety </a:t>
            </a:r>
            <a:endParaRPr lang="en-US" altLang="zh-CN" sz="3200" kern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defTabSz="1222375">
              <a:defRPr/>
            </a:pPr>
            <a:r>
              <a:rPr lang="en-US" altLang="zh-CN" sz="3200" ker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when it was dark, and couldn't help crying.</a:t>
            </a:r>
            <a:endParaRPr lang="zh-CN" altLang="en-US" sz="3200" kern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0" name="文本框 9" title=""/>
          <p:cNvSpPr txBox="1"/>
          <p:nvPr/>
        </p:nvSpPr>
        <p:spPr>
          <a:xfrm>
            <a:off x="3032125" y="4834255"/>
            <a:ext cx="4139565" cy="5340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Helvetica"/>
                <a:sym typeface="Helvetica"/>
              </a:rPr>
              <a:t>felt very worried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/>
              <a:ea typeface="+mj-ea"/>
              <a:cs typeface="+mj-cs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/>
        </p:nvSpPr>
        <p:spPr>
          <a:xfrm>
            <a:off x="596900" y="426085"/>
            <a:ext cx="1115123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技巧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2. 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Feeling+adj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，主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谓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宾 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非谓语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短语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作原因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伴随状语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  <a:p>
            <a:pPr indent="0">
              <a:buNone/>
            </a:pP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111885" y="1289685"/>
            <a:ext cx="955167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1. </a:t>
            </a:r>
            <a:r>
              <a:rPr lang="zh-CN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他</a:t>
            </a:r>
            <a:r>
              <a:rPr lang="zh-CN" altLang="zh-CN" sz="28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感到很激动</a:t>
            </a:r>
            <a:r>
              <a:rPr lang="zh-CN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，立刻拿出手机，迫不及待地告诉他的朋友这次经历。</a:t>
            </a:r>
            <a:endParaRPr lang="zh-CN" altLang="zh-CN" sz="2800" kern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604010" y="3639820"/>
            <a:ext cx="948626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she went on her way,_______________, and soon met an old man on the road.</a:t>
            </a:r>
            <a:r>
              <a:rPr lang="zh-CN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5270500" y="3639820"/>
            <a:ext cx="341439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3200" b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feeling upset</a:t>
            </a:r>
            <a:endParaRPr lang="en-US" sz="3200" b="1"/>
          </a:p>
        </p:txBody>
      </p:sp>
      <p:sp>
        <p:nvSpPr>
          <p:cNvPr id="3" name="文本框 2" title=""/>
          <p:cNvSpPr txBox="1"/>
          <p:nvPr/>
        </p:nvSpPr>
        <p:spPr>
          <a:xfrm>
            <a:off x="1246505" y="3196590"/>
            <a:ext cx="99517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 她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不开心地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继续赶路，不久就在路上遇到一位老人。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文本框 6" title=""/>
          <p:cNvSpPr txBox="1"/>
          <p:nvPr/>
        </p:nvSpPr>
        <p:spPr>
          <a:xfrm>
            <a:off x="1596390" y="2052320"/>
            <a:ext cx="899922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1222375">
              <a:defRPr/>
            </a:pPr>
            <a:r>
              <a:rPr lang="en-US" altLang="zh-CN" sz="3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_________________, he took out his phone atonce, eager to tell his friends the experience.</a:t>
            </a:r>
            <a:endParaRPr lang="zh-CN" altLang="en-US" sz="3200"/>
          </a:p>
        </p:txBody>
      </p:sp>
      <p:sp>
        <p:nvSpPr>
          <p:cNvPr id="11" name="文本框 10" title=""/>
          <p:cNvSpPr txBox="1"/>
          <p:nvPr/>
        </p:nvSpPr>
        <p:spPr>
          <a:xfrm>
            <a:off x="1928495" y="2175510"/>
            <a:ext cx="3015615" cy="5340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Helvetica"/>
                <a:sym typeface="Helvetica"/>
              </a:rPr>
              <a:t>Feeling excited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/>
              <a:ea typeface="+mj-ea"/>
              <a:cs typeface="+mj-cs"/>
              <a:sym typeface="+mn-ea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1711960" y="5210175"/>
            <a:ext cx="1032573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Wang Peng sat in his empty restaurant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_____________________</a:t>
            </a:r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 title=""/>
          <p:cNvSpPr txBox="1"/>
          <p:nvPr/>
        </p:nvSpPr>
        <p:spPr>
          <a:xfrm>
            <a:off x="1711960" y="5760720"/>
            <a:ext cx="69729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3200" b="1">
                <a:solidFill>
                  <a:srgbClr val="FF0000"/>
                </a:solidFill>
                <a:sym typeface="+mn-ea"/>
              </a:rPr>
              <a:t>feeling very frustrated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/depressed</a:t>
            </a:r>
            <a:endParaRPr lang="en-US" altLang="zh-CN" sz="3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4" name="文本框 13" title=""/>
          <p:cNvSpPr txBox="1"/>
          <p:nvPr/>
        </p:nvSpPr>
        <p:spPr>
          <a:xfrm>
            <a:off x="1246505" y="4716145"/>
            <a:ext cx="99517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 王鹏坐在空荡荡的饭店里面，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感到非常沮丧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328400" y="10388600"/>
            <a:ext cx="0" cy="0"/>
          </a:xfrm>
          <a:prstGeom prst="rect">
            <a:avLst/>
          </a:prstGeom>
          <a:ln>
            <a:noFill/>
          </a:ln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/>
        </p:nvSpPr>
        <p:spPr>
          <a:xfrm>
            <a:off x="596900" y="377190"/>
            <a:ext cx="1020127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技巧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3.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adj, 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主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谓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宾（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形容词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短语，作原因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伴随状语）</a:t>
            </a:r>
            <a:endParaRPr lang="en-US" altLang="zh-CN" sz="3200" b="1">
              <a:sym typeface="+mn-ea"/>
            </a:endParaRPr>
          </a:p>
          <a:p>
            <a:pPr indent="0" algn="l">
              <a:buNone/>
            </a:pPr>
            <a:endParaRPr lang="en-US" altLang="zh-CN" sz="3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295400" y="4480560"/>
            <a:ext cx="89655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3. </a:t>
            </a:r>
            <a:r>
              <a:rPr lang="zh-CN" altLang="zh-CN" sz="2800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难过但不恐惧</a:t>
            </a:r>
            <a:r>
              <a:rPr lang="zh-CN" altLang="zh-CN" sz="2800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，他决定要改变这一切。</a:t>
            </a:r>
            <a:endParaRPr lang="zh-CN" altLang="zh-CN" sz="2800" b="1" kern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448435" y="3573780"/>
            <a:ext cx="104711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We finally arrived at our destination，______________．</a:t>
            </a:r>
            <a:endParaRPr lang="en-US" sz="3200">
              <a:solidFill>
                <a:srgbClr val="3E3E3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8094345" y="3473450"/>
            <a:ext cx="341439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3200" b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tired and hungry</a:t>
            </a:r>
            <a:endParaRPr lang="en-US" sz="3200" b="1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196340" y="2990215"/>
            <a:ext cx="10106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 我们终于到达了目的地，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又累又饿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文本框 10" title=""/>
          <p:cNvSpPr txBox="1"/>
          <p:nvPr/>
        </p:nvSpPr>
        <p:spPr>
          <a:xfrm>
            <a:off x="1626870" y="5426710"/>
            <a:ext cx="5020310" cy="4781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800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Heartbroken but fearless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1793240" y="2037080"/>
            <a:ext cx="874395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/>
              <a:t>_________________</a:t>
            </a:r>
            <a:r>
              <a:rPr lang="zh-CN" altLang="en-US" sz="2800" b="1"/>
              <a:t>, Elli and I tried all the bear defense actions we knew.</a:t>
            </a:r>
            <a:r>
              <a:rPr lang="zh-CN" altLang="en-US" b="1"/>
              <a:t> </a:t>
            </a:r>
            <a:endParaRPr lang="zh-CN" altLang="en-US" b="1"/>
          </a:p>
        </p:txBody>
      </p:sp>
      <p:sp>
        <p:nvSpPr>
          <p:cNvPr id="13" name="文本框 12" title=""/>
          <p:cNvSpPr txBox="1"/>
          <p:nvPr/>
        </p:nvSpPr>
        <p:spPr>
          <a:xfrm>
            <a:off x="1196340" y="1202690"/>
            <a:ext cx="109956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en-US" alt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吓坏了</a:t>
            </a:r>
            <a:r>
              <a:rPr lang="zh-CN" altLang="en-US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，埃利和我尝试了所有我们知道的防御</a:t>
            </a:r>
            <a:r>
              <a:rPr lang="zh-CN" altLang="en-US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熊的</a:t>
            </a:r>
            <a:r>
              <a:rPr lang="zh-CN" altLang="en-US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行动。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文本框 13" title=""/>
          <p:cNvSpPr txBox="1"/>
          <p:nvPr/>
        </p:nvSpPr>
        <p:spPr>
          <a:xfrm>
            <a:off x="1793240" y="2037080"/>
            <a:ext cx="30994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sym typeface="+mn-ea"/>
              </a:rPr>
              <a:t>Frighted/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Terrified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 title=""/>
          <p:cNvSpPr txBox="1"/>
          <p:nvPr/>
        </p:nvSpPr>
        <p:spPr>
          <a:xfrm>
            <a:off x="1724025" y="5426710"/>
            <a:ext cx="76835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______________________________</a:t>
            </a:r>
            <a:r>
              <a:rPr lang="en-US" altLang="zh-CN" sz="2800" kern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Helvetica"/>
              </a:rPr>
              <a:t>_</a:t>
            </a:r>
            <a:r>
              <a:rPr lang="zh-CN" altLang="zh-CN" sz="2800" kern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Helvetica"/>
              </a:rPr>
              <a:t>,he decided to turn everything around</a:t>
            </a:r>
            <a:r>
              <a:rPr lang="zh-CN" altLang="zh-CN" kern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Helvetica"/>
              </a:rPr>
              <a:t>.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/>
        </p:nvSpPr>
        <p:spPr>
          <a:xfrm>
            <a:off x="368935" y="415925"/>
            <a:ext cx="118967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技巧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4. 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形容词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+ly→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副词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（修饰动词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形容词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副词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介词短语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句子）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003935" y="1289685"/>
            <a:ext cx="96596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1.</a:t>
            </a:r>
            <a:r>
              <a:rPr lang="zh-CN" altLang="en-US" sz="2800" b="1" kern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/>
              </a:rPr>
              <a:t>他</a:t>
            </a:r>
            <a:r>
              <a:rPr lang="zh-CN" altLang="en-US" sz="2800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/>
              </a:rPr>
              <a:t>高兴地</a:t>
            </a:r>
            <a:r>
              <a:rPr lang="zh-CN" altLang="en-US" sz="2800" b="1" kern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Arial"/>
              </a:rPr>
              <a:t>笑了，露出了一排洁白整齐的牙齿。</a:t>
            </a:r>
            <a:endParaRPr lang="zh-CN" altLang="zh-CN" sz="2800" kern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598295" y="4438015"/>
            <a:ext cx="978852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______________</a:t>
            </a:r>
            <a:r>
              <a:rPr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 I had taught Anthony to sew when he was 13, when he still respected me.</a:t>
            </a:r>
            <a:endParaRPr sz="3200">
              <a:solidFill>
                <a:srgbClr val="3E3E3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1004570" y="4438015"/>
            <a:ext cx="40271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Luckily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/Fortunately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071880" y="3196590"/>
            <a:ext cx="1085786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幸运地</a:t>
            </a:r>
            <a:r>
              <a:rPr lang="en-US"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,</a:t>
            </a:r>
            <a:r>
              <a:rPr sz="3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在安东尼13岁时我已经教过他缝纫, 那时他还在崇拜我.</a:t>
            </a:r>
            <a:endParaRPr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文本框 6" title=""/>
          <p:cNvSpPr txBox="1"/>
          <p:nvPr/>
        </p:nvSpPr>
        <p:spPr>
          <a:xfrm>
            <a:off x="1071880" y="1946275"/>
            <a:ext cx="10663555" cy="642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4300"/>
              </a:lnSpc>
              <a:spcBef>
                <a:spcPts val="53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3200" kern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He _____________,  revealing a row of white </a:t>
            </a:r>
            <a:r>
              <a:rPr lang="en-US" altLang="zh-CN" sz="320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zh-CN" sz="3200" kern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and even teeth.</a:t>
            </a:r>
            <a:endParaRPr lang="zh-CN" altLang="en-US" sz="3200"/>
          </a:p>
        </p:txBody>
      </p:sp>
      <p:sp>
        <p:nvSpPr>
          <p:cNvPr id="11" name="文本框 10" title=""/>
          <p:cNvSpPr txBox="1"/>
          <p:nvPr/>
        </p:nvSpPr>
        <p:spPr>
          <a:xfrm>
            <a:off x="1752600" y="2016760"/>
            <a:ext cx="3015615" cy="5340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Helvetica"/>
                <a:sym typeface="Helvetica"/>
              </a:rPr>
              <a:t>smiled happily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/>
              <a:ea typeface="+mj-ea"/>
              <a:cs typeface="+mj-cs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/>
        </p:nvSpPr>
        <p:spPr>
          <a:xfrm>
            <a:off x="651510" y="425450"/>
            <a:ext cx="113398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技巧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 5</a:t>
            </a:r>
            <a:r>
              <a:rPr lang="en-US" altLang="zh-CN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. with/in+n.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介词</a:t>
            </a:r>
            <a:r>
              <a:rPr lang="zh-CN" altLang="en-US" sz="32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  <a:sym typeface="+mn-ea"/>
              </a:rPr>
              <a:t>短语）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768475" y="3491865"/>
            <a:ext cx="102228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22237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2. </a:t>
            </a:r>
            <a:r>
              <a:rPr lang="zh-CN" altLang="zh-CN" sz="2800" kern="0" noProof="0">
                <a:ln>
                  <a:noFill/>
                </a:ln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“但是我知道他刚才就在那儿。”露茜说，眼里</a:t>
            </a:r>
            <a:r>
              <a:rPr lang="zh-CN" altLang="zh-CN" sz="28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带着泪水</a:t>
            </a:r>
            <a:r>
              <a:rPr lang="zh-CN" altLang="zh-CN" sz="2800" kern="0" noProof="0">
                <a:ln>
                  <a:noFill/>
                </a:ln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Helvetica"/>
              </a:rPr>
              <a:t>。</a:t>
            </a:r>
            <a:endParaRPr lang="zh-CN" altLang="zh-CN" sz="2800" kern="0" noProof="0">
              <a:ln>
                <a:noFill/>
              </a:ln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Helvetica"/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984375" y="2776855"/>
            <a:ext cx="93605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She looked at me </a:t>
            </a:r>
            <a:r>
              <a:rPr lang="en-US"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________________</a:t>
            </a:r>
            <a:r>
              <a:rPr sz="3200">
                <a:solidFill>
                  <a:srgbClr val="3E3E3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 </a:t>
            </a:r>
            <a:endParaRPr sz="3200">
              <a:solidFill>
                <a:srgbClr val="3E3E3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768475" y="1958657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1.</a:t>
            </a:r>
            <a:r>
              <a:rPr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她</a:t>
            </a:r>
            <a:r>
              <a:rPr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惊奇</a:t>
            </a:r>
            <a:r>
              <a:rPr lang="zh-CN" sz="3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地</a:t>
            </a:r>
            <a:r>
              <a:rPr sz="3200">
                <a:solidFill>
                  <a:srgbClr val="3E3E3E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看着我。</a:t>
            </a:r>
            <a:endParaRPr lang="zh-CN" altLang="en-US" sz="3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文本框 6" title=""/>
          <p:cNvSpPr txBox="1"/>
          <p:nvPr/>
        </p:nvSpPr>
        <p:spPr>
          <a:xfrm>
            <a:off x="1768475" y="4525645"/>
            <a:ext cx="98018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1222375">
              <a:defRPr/>
            </a:pPr>
            <a:r>
              <a:rPr lang="en-US" altLang="zh-CN" sz="3200" ker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" But I know he was, " said Lucy, ___________ in her eyes .</a:t>
            </a:r>
            <a:endParaRPr lang="en-US" altLang="zh-CN" sz="3200" kern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文本框 10" title=""/>
          <p:cNvSpPr txBox="1"/>
          <p:nvPr/>
        </p:nvSpPr>
        <p:spPr>
          <a:xfrm>
            <a:off x="7623810" y="4474845"/>
            <a:ext cx="2153920" cy="5340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 marL="0" marR="0" lvl="0" indent="0" algn="l" defTabSz="9169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Helvetica"/>
                <a:sym typeface="Helvetica"/>
              </a:rPr>
              <a:t>with tears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/>
              <a:ea typeface="+mj-ea"/>
              <a:cs typeface="+mj-cs"/>
              <a:sym typeface="+mn-ea"/>
            </a:endParaRPr>
          </a:p>
        </p:txBody>
      </p:sp>
      <p:sp>
        <p:nvSpPr>
          <p:cNvPr id="2" name="文本框 1" title=""/>
          <p:cNvSpPr txBox="1"/>
          <p:nvPr/>
        </p:nvSpPr>
        <p:spPr>
          <a:xfrm>
            <a:off x="5132070" y="2776855"/>
            <a:ext cx="28708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sz="3200" b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in amazement</a:t>
            </a:r>
            <a:endParaRPr lang="zh-CN" altLang="en-US" sz="3200" b="1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 title=""/>
          <p:cNvSpPr txBox="1"/>
          <p:nvPr/>
        </p:nvSpPr>
        <p:spPr>
          <a:xfrm>
            <a:off x="793115" y="1004570"/>
            <a:ext cx="111982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 </a:t>
            </a:r>
            <a:r>
              <a: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in </a:t>
            </a:r>
            <a:r>
              <a:rPr 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surprise/</a:t>
            </a:r>
            <a:r>
              <a:rPr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amazement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,with joy</a:t>
            </a:r>
            <a:r>
              <a:rPr 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tears/ worry(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忧虑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SPECIAL_SOURCE" val="bdnull"/>
</p:tagLst>
</file>

<file path=ppt/tags/tag64.xml><?xml version="1.0" encoding="utf-8"?>
<p:tagLst xmlns:p="http://schemas.openxmlformats.org/presentationml/2006/main">
  <p:tag name="KSO_WM_ASSEMBLE_CHIP_INDEX" val="27370666ca6b4c4f9819af6a5403628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7"/>
  <p:tag name="KSO_WM_SLIDE_BACKGROUND_TYPE" val="leftRight"/>
  <p:tag name="KSO_WM_TAG_VERSION" val="1.0"/>
  <p:tag name="KSO_WM_TEMPLATE_CATEGORY" val="chip"/>
  <p:tag name="KSO_WM_TEMPLATE_INDEX" val="20204316"/>
  <p:tag name="KSO_WM_UNIT_COMPATIBLE" val="0"/>
  <p:tag name="KSO_WM_UNIT_DEC_AREA_ID" val="bd7076fd6b4b4eaa97f7f752ec0308c0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4316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65.xml><?xml version="1.0" encoding="utf-8"?>
<p:tagLst xmlns:p="http://schemas.openxmlformats.org/presentationml/2006/main">
  <p:tag name="KSO_WM_ASSEMBLE_CHIP_INDEX" val="498e5725b6ba4fd399e2245ef8800577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6"/>
  <p:tag name="KSO_WM_SLIDE_BACKGROUND_TYPE" val="leftRight"/>
  <p:tag name="KSO_WM_TAG_VERSION" val="1.0"/>
  <p:tag name="KSO_WM_TEMPLATE_CATEGORY" val="chip"/>
  <p:tag name="KSO_WM_TEMPLATE_INDEX" val="20204316"/>
  <p:tag name="KSO_WM_UNIT_COMPATIBLE" val="0"/>
  <p:tag name="KSO_WM_UNIT_DEC_AREA_ID" val="d7b28f505367472c9c29affc3d31499b"/>
  <p:tag name="KSO_WM_UNIT_DECORATE_INFO" val=""/>
  <p:tag name="KSO_WM_UNIT_DIAGRAM_ISNUMVISUAL" val="0"/>
  <p:tag name="KSO_WM_UNIT_DIAGRAM_ISREFERUNIT" val="0"/>
  <p:tag name="KSO_WM_UNIT_HIGHLIGHT" val="0"/>
  <p:tag name="KSO_WM_UNIT_ID" val="chip20204316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66.xml><?xml version="1.0" encoding="utf-8"?>
<p:tagLst xmlns:p="http://schemas.openxmlformats.org/presentationml/2006/main">
  <p:tag name="KSO_WM_BEAUTIFY_FLAG" val="#wm#"/>
  <p:tag name="KSO_WM_CHIP_GROUPID" val="5fab54f0341d2fac3cfce989"/>
  <p:tag name="KSO_WM_CHIP_XID" val="5facaf2f998712faa657a542"/>
  <p:tag name="KSO_WM_TAG_VERSION" val="1.0"/>
  <p:tag name="KSO_WM_TEMPLATE_ASSEMBLE_GROUPID" val="5fb5d88e2a846156eda54868"/>
  <p:tag name="KSO_WM_TEMPLATE_ASSEMBLE_XID" val="5fb5d88e2a846156eda54868"/>
  <p:tag name="KSO_WM_TEMPLATE_CATEGORY" val="diagram"/>
  <p:tag name="KSO_WM_TEMPLATE_INDEX" val="20216172"/>
  <p:tag name="KSO_WM_UNIT_BLOCK" val="0"/>
  <p:tag name="KSO_WM_UNIT_COMPATIBLE" val="0"/>
  <p:tag name="KSO_WM_UNIT_DEC_AREA_ID" val="3370971afbb94bb8ab187cd14b4e8a00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UNIT_DIAGRAM_ISNUMVISUAL" val="0"/>
  <p:tag name="KSO_WM_UNIT_DIAGRAM_ISREFERUNIT" val="0"/>
  <p:tag name="KSO_WM_UNIT_HIGHLIGHT" val="0"/>
  <p:tag name="KSO_WM_UNIT_ID" val="diagram20216172_1*i*2"/>
  <p:tag name="KSO_WM_UNIT_INDEX" val="2"/>
  <p:tag name="KSO_WM_UNIT_LAYERLEVEL" val="1"/>
  <p:tag name="KSO_WM_UNIT_LINE_FILL_TYPE" val="2"/>
  <p:tag name="KSO_WM_UNIT_LINE_FORE_SCHEMECOLOR_INDEX" val="5"/>
  <p:tag name="KSO_WM_UNIT_LINE_FORE_SCHEMECOLOR_INDEX_BRIGHTNESS" val="0"/>
  <p:tag name="KSO_WM_UNIT_SM_LIMIT_TYPE" val="2"/>
  <p:tag name="KSO_WM_UNIT_TYPE" val="i"/>
</p:tagLst>
</file>

<file path=ppt/tags/tag67.xml><?xml version="1.0" encoding="utf-8"?>
<p:tagLst xmlns:p="http://schemas.openxmlformats.org/presentationml/2006/main">
  <p:tag name="KSO_WM_ASSEMBLE_CHIP_INDEX" val="9d9d536c4573414e809badf4a1ddd66d"/>
  <p:tag name="KSO_WM_BEAUTIFY_FLAG" val="#wm#"/>
  <p:tag name="KSO_WM_CHIP_FILLAREA_FILL_RULE" val="{&quot;fill_align&quot;:&quot;lt&quot;,&quot;fill_mode&quot;:&quot;adaptive&quot;,&quot;sacle_strategy&quot;:&quot;smart&quot;}"/>
  <p:tag name="KSO_WM_CHIP_GROUPID" val="5fb3a2d3bfe68cd3a08997f1"/>
  <p:tag name="KSO_WM_CHIP_XID" val="5fb3a2d3bfe68cd3a08997f2"/>
  <p:tag name="KSO_WM_TAG_VERSION" val="1.0"/>
  <p:tag name="KSO_WM_TEMPLATE_ASSEMBLE_GROUPID" val="5fb5d88e2a846156eda54868"/>
  <p:tag name="KSO_WM_TEMPLATE_ASSEMBLE_XID" val="5fb5d88e2a846156eda54868"/>
  <p:tag name="KSO_WM_TEMPLATE_CATEGORY" val="diagram"/>
  <p:tag name="KSO_WM_TEMPLATE_INDEX" val="20216172"/>
  <p:tag name="KSO_WM_UNIT_COMPATIBLE" val="0"/>
  <p:tag name="KSO_WM_UNIT_DEC_AREA_ID" val="af0b4a5ae9fa415589ffa9ac36f8f1d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IAGRAM_ISNUMVISUAL" val="0"/>
  <p:tag name="KSO_WM_UNIT_DIAGRAM_ISREFERUNIT" val="0"/>
  <p:tag name="KSO_WM_UNIT_HIGHLIGHT" val="0"/>
  <p:tag name="KSO_WM_UNIT_ID" val="diagram20216172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标题"/>
  <p:tag name="KSO_WM_UNIT_SM_LIMIT_TYPE" val="2"/>
  <p:tag name="KSO_WM_UNIT_TEXT_FILL_FORE_SCHEMECOLOR_INDEX" val="13"/>
  <p:tag name="KSO_WM_UNIT_TEXT_FILL_FORE_SCHEMECOLOR_INDEX_BRIGHTNESS" val="0.15"/>
  <p:tag name="KSO_WM_UNIT_TEXT_FILL_TYPE" val="1"/>
  <p:tag name="KSO_WM_UNIT_TYPE" val="a"/>
  <p:tag name="KSO_WM_UNIT_VALUE" val="6"/>
</p:tagLst>
</file>

<file path=ppt/tags/tag68.xml><?xml version="1.0" encoding="utf-8"?>
<p:tagLst xmlns:p="http://schemas.openxmlformats.org/presentationml/2006/main">
  <p:tag name="KSO_WM_ASSEMBLE_CHIP_INDEX" val="7125ceeb912c45cfbeea3b18aa9c6501"/>
  <p:tag name="KSO_WM_BEAUTIFY_FLAG" val="#wm#"/>
  <p:tag name="KSO_WM_CHIP_FILLAREA_FILL_RULE" val="{&quot;fill_align&quot;:&quot;lt&quot;,&quot;fill_mode&quot;:&quot;full&quot;,&quot;sacle_strategy&quot;:&quot;smart&quot;}"/>
  <p:tag name="KSO_WM_CHIP_GROUPID" val="5e6b05596848fb12bee65ac8"/>
  <p:tag name="KSO_WM_CHIP_XID" val="5e6b05596848fb12bee65aca"/>
  <p:tag name="KSO_WM_TAG_VERSION" val="1.0"/>
  <p:tag name="KSO_WM_TEMPLATE_ASSEMBLE_GROUPID" val="5fb5d88e2a846156eda54868"/>
  <p:tag name="KSO_WM_TEMPLATE_ASSEMBLE_XID" val="5fb5d88e2a846156eda54868"/>
  <p:tag name="KSO_WM_TEMPLATE_CATEGORY" val="diagram"/>
  <p:tag name="KSO_WM_TEMPLATE_INDEX" val="20216172"/>
  <p:tag name="KSO_WM_UNIT_BLOCK" val="0"/>
  <p:tag name="KSO_WM_UNIT_COMPATIBLE" val="0"/>
  <p:tag name="KSO_WM_UNIT_DEC_AREA_ID" val="c3e3e0b89b754ec39b7c6c3b7a22d5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14;20;2"/>
  <p:tag name="KSO_WM_UNIT_DIAGRAM_ISNUMVISUAL" val="0"/>
  <p:tag name="KSO_WM_UNIT_DIAGRAM_ISREFERUNIT" val="0"/>
  <p:tag name="KSO_WM_UNIT_HIGHLIGHT" val="0"/>
  <p:tag name="KSO_WM_UNIT_ID" val="diagram20216172_1*f*1"/>
  <p:tag name="KSO_WM_UNIT_INDEX" val="1"/>
  <p:tag name="KSO_WM_UNIT_LAYERLEVEL" val="1"/>
  <p:tag name="KSO_WM_UNIT_NOCLEAR" val="0"/>
  <p:tag name="KSO_WM_UNIT_PRESET_TEXT" val="单击此处添加正文。"/>
  <p:tag name="KSO_WM_UNIT_SHOW_EDIT_AREA_INDICATION" val="1"/>
  <p:tag name="KSO_WM_UNIT_SM_LIMIT_TYPE" val="2"/>
  <p:tag name="KSO_WM_UNIT_SUBTYPE" val="a"/>
  <p:tag name="KSO_WM_UNIT_TEXT_FILL_FORE_SCHEMECOLOR_INDEX" val="13"/>
  <p:tag name="KSO_WM_UNIT_TEXT_FILL_FORE_SCHEMECOLOR_INDEX_BRIGHTNESS" val="0.25"/>
  <p:tag name="KSO_WM_UNIT_TEXT_FILL_TYPE" val="1"/>
  <p:tag name="KSO_WM_UNIT_TEXT_SUBTYPE" val="a"/>
  <p:tag name="KSO_WM_UNIT_TYPE" val="f"/>
  <p:tag name="KSO_WM_UNIT_VALUE" val="33"/>
</p:tagLst>
</file>

<file path=ppt/tags/tag69.xml><?xml version="1.0" encoding="utf-8"?>
<p:tagLst xmlns:p="http://schemas.openxmlformats.org/presentationml/2006/main">
  <p:tag name="KSO_WM_ASSEMBLE_CHIP_INDEX" val="ef0179cd7c1646ea9c41e601eab24f07"/>
  <p:tag name="KSO_WM_BEAUTIFY_FLAG" val="#wm#"/>
  <p:tag name="KSO_WM_CHIP_FILLAREA_FILL_RULE" val="{&quot;fill_align&quot;:&quot;cm&quot;,&quot;fill_mode&quot;:&quot;full&quot;,&quot;sacle_strategy&quot;:&quot;smart&quot;}"/>
  <p:tag name="KSO_WM_CHIP_GROUPID" val="5e6b05596848fb12bee65ac8"/>
  <p:tag name="KSO_WM_CHIP_XID" val="5e6b05596848fb12bee65aca"/>
  <p:tag name="KSO_WM_TAG_VERSION" val="1.0"/>
  <p:tag name="KSO_WM_TEMPLATE_ASSEMBLE_GROUPID" val="5fb5d88e2a846156eda54868"/>
  <p:tag name="KSO_WM_TEMPLATE_ASSEMBLE_XID" val="5fb5d88e2a846156eda54868"/>
  <p:tag name="KSO_WM_TEMPLATE_CATEGORY" val="diagram"/>
  <p:tag name="KSO_WM_TEMPLATE_INDEX" val="20216172"/>
  <p:tag name="KSO_WM_UNIT_BLOCK" val="0"/>
  <p:tag name="KSO_WM_UNIT_COMPATIBLE" val="0"/>
  <p:tag name="KSO_WM_UNIT_DEC_AREA_ID" val="3a8a0895f951462abd8d41095cbd8de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14;20;2"/>
  <p:tag name="KSO_WM_UNIT_DIAGRAM_ISNUMVISUAL" val="0"/>
  <p:tag name="KSO_WM_UNIT_DIAGRAM_ISREFERUNIT" val="0"/>
  <p:tag name="KSO_WM_UNIT_HIGHLIGHT" val="0"/>
  <p:tag name="KSO_WM_UNIT_ID" val="diagram20216172_1*f*2"/>
  <p:tag name="KSO_WM_UNIT_INDEX" val="2"/>
  <p:tag name="KSO_WM_UNIT_LAYERLEVEL" val="1"/>
  <p:tag name="KSO_WM_UNIT_NOCLEAR" val="0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。"/>
  <p:tag name="KSO_WM_UNIT_SHOW_EDIT_AREA_INDICATION" val="1"/>
  <p:tag name="KSO_WM_UNIT_SM_LIMIT_TYPE" val="2"/>
  <p:tag name="KSO_WM_UNIT_SUBTYPE" val="a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" val="13"/>
  <p:tag name="KSO_WM_UNIT_TEXT_FILL_FORE_SCHEMECOLOR_INDEX_BRIGHTNESS" val="0.25"/>
  <p:tag name="KSO_WM_UNIT_TEXT_FILL_TYPE" val="1"/>
  <p:tag name="KSO_WM_UNIT_TEXT_SUBTYPE" val="a"/>
  <p:tag name="KSO_WM_UNIT_TYPE" val="f"/>
  <p:tag name="KSO_WM_UNIT_VALUE" val="250"/>
</p:tagLst>
</file>

<file path=ppt/tags/tag70.xml><?xml version="1.0" encoding="utf-8"?>
<p:tagLst xmlns:p="http://schemas.openxmlformats.org/presentationml/2006/main">
  <p:tag name="FIXED_XID_TMP" val="5fab54f0341d2fac3cfce989"/>
  <p:tag name="KSO_WM_BEAUTIFY_FLAG" val="#wm#"/>
  <p:tag name="KSO_WM_CHIP_DECFILLPROP" val="[]"/>
  <p:tag name="KSO_WM_CHIP_FILLPROP" val="[[{&quot;text_align&quot;:&quot;lt&quot;,&quot;text_direction&quot;:&quot;horizontal&quot;,&quot;support_big_font&quot;:false,&quot;picture_toward&quot;:0,&quot;picture_dockside&quot;:[],&quot;fill_id&quot;:&quot;0225a0da544a47ff86a9118303bddb87&quot;,&quot;fill_align&quot;:&quot;lt&quot;,&quot;chip_types&quot;:[&quot;header&quot;]},{&quot;text_align&quot;:&quot;lt&quot;,&quot;text_direction&quot;:&quot;horizontal&quot;,&quot;support_big_font&quot;:false,&quot;picture_toward&quot;:0,&quot;picture_dockside&quot;:[],&quot;fill_id&quot;:&quot;992797c1661747f09e07c78fa79955c3&quot;,&quot;fill_align&quot;:&quot;lt&quot;,&quot;chip_types&quot;:[&quot;text&quot;]},{&quot;text_align&quot;:&quot;lm&quot;,&quot;text_direction&quot;:&quot;horizontal&quot;,&quot;support_features&quot;:[&quot;collage&quot;],&quot;support_big_font&quot;:false,&quot;picture_toward&quot;:0,&quot;picture_dockside&quot;:[],&quot;fill_id&quot;:&quot;0829cf37f72e4d7bad062c0a24a4eaae&quot;,&quot;fill_align&quot;:&quot;cm&quot;,&quot;chip_types&quot;:[&quot;diagram&quot;,&quot;text&quot;,&quot;picture&quot;,&quot;chart&quot;,&quot;table&quot;,&quot;video&quot;]}]]"/>
  <p:tag name="KSO_WM_CHIP_GROUPID" val="5fab54f0341d2fac3cfce989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caf2f998712faa657a542"/>
  <p:tag name="KSO_WM_SLIDE_BACKGROUND" val="[&quot;leftRight&quot;]"/>
  <p:tag name="KSO_WM_SLIDE_BACKGROUND_TYPE" val="leftRight"/>
  <p:tag name="KSO_WM_SLIDE_BK_DARK_LIGHT" val="2"/>
  <p:tag name="KSO_WM_SLIDE_CAN_ADD_NAVIGATION" val="1"/>
  <p:tag name="KSO_WM_SLIDE_ID" val="diagram20216172_1"/>
  <p:tag name="KSO_WM_SLIDE_INDEX" val="1"/>
  <p:tag name="KSO_WM_SLIDE_ITEM_CNT" val="0"/>
  <p:tag name="KSO_WM_SLIDE_LAYOUT" val="a_b_f"/>
  <p:tag name="KSO_WM_SLIDE_LAYOUT_CNT" val="1_1_2"/>
  <p:tag name="KSO_WM_SLIDE_LAYOUT_INFO" val="{&quot;direction&quot;:1,&quot;id&quot;:&quot;2020-11-19T10:29:37&quot;,&quot;maxSize&quot;:{&quot;size1&quot;:33.700000000000003},&quot;minSize&quot;:{&quot;size1&quot;:33.700000000000003},&quot;normalSize&quot;:{&quot;size1&quot;:33.700000000000003},&quot;subLayout&quot;:[{&quot;backgroundInfo&quot;:[{&quot;bottom&quot;:0,&quot;bottomAbs&quot;:false,&quot;left&quot;:0,&quot;leftAbs&quot;:false,&quot;right&quot;:0,&quot;rightAbs&quot;:false,&quot;top&quot;:0,&quot;topAbs&quot;:false,&quot;type&quot;:&quot;leftRight&quot;}],&quot;id&quot;:&quot;2020-11-19T10:29:37&quot;,&quot;maxSize&quot;:{&quot;size1&quot;:70.299999999999997},&quot;minSize&quot;:{&quot;size1&quot;:30.100000000000001},&quot;normalSize&quot;:{&quot;size1&quot;:44.488703703703706},&quot;subLayout&quot;:[{&quot;id&quot;:&quot;2020-11-19T10:29:37&quot;,&quot;margin&quot;:{&quot;bottom&quot;:0.026000002399086952,&quot;left&quot;:1.6929999589920044,&quot;right&quot;:1.6670000553131104,&quot;top&quot;:1.6929999589920044},&quot;type&quot;:0},{&quot;id&quot;:&quot;2020-11-19T10:29:37&quot;,&quot;margin&quot;:{&quot;bottom&quot;:1.7289999723434448,&quot;left&quot;:1.6929999589920044,&quot;right&quot;:1.6670000553131104,&quot;top&quot;:0.81999999284744263},&quot;type&quot;:0}],&quot;type&quot;:0},{&quot;id&quot;:&quot;2020-11-19T10:29:37&quot;,&quot;margin&quot;:{&quot;bottom&quot;:1.7289999723434448,&quot;left&quot;:1.7200000286102295,&quot;right&quot;:1.7280000448226929,&quot;top&quot;:1.7289999723434448},&quot;type&quot;:0}],&quot;type&quot;:0}"/>
  <p:tag name="KSO_WM_SLIDE_POSITION" val="0*0"/>
  <p:tag name="KSO_WM_SLIDE_RATIO" val="1.777778"/>
  <p:tag name="KSO_WM_SLIDE_SIZE" val="886*540"/>
  <p:tag name="KSO_WM_SLIDE_SUBTYPE" val="pureTxt"/>
  <p:tag name="KSO_WM_SLIDE_SUPPORT_FEATURE_TYPE" val="0"/>
  <p:tag name="KSO_WM_SLIDE_TYPE" val="text"/>
  <p:tag name="KSO_WM_SPECIAL_SOURCE" val="bdnull"/>
  <p:tag name="KSO_WM_TAG_VERSION" val="1.0"/>
  <p:tag name="KSO_WM_TEMPLATE_ASSEMBLE_GROUPID" val="5fb5d88e2a846156eda54868"/>
  <p:tag name="KSO_WM_TEMPLATE_ASSEMBLE_XID" val="5fb5d88e2a846156eda54868"/>
  <p:tag name="KSO_WM_TEMPLATE_CATEGORY" val="diagram"/>
  <p:tag name="KSO_WM_TEMPLATE_COLOR_TYPE" val="1"/>
  <p:tag name="KSO_WM_TEMPLATE_INDEX" val="20216172"/>
  <p:tag name="KSO_WM_TEMPLATE_MASTER_TYPE" val="0"/>
  <p:tag name="KSO_WM_TEMPLATE_SUBCATEGORY" val="21"/>
</p:tagLst>
</file>

<file path=ppt/tags/tag71.xml><?xml version="1.0" encoding="utf-8"?>
<p:tagLst xmlns:p="http://schemas.openxmlformats.org/presentationml/2006/main">
  <p:tag name="KSO_WM_ASSEMBLE_CHIP_INDEX" val="7297d235d55447ffbd0622f52bdf5245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5"/>
  <p:tag name="KSO_WM_SLIDE_BACKGROUND_TYPE" val="general"/>
  <p:tag name="KSO_WM_TAG_VERSION" val="1.0"/>
  <p:tag name="KSO_WM_TEMPLATE_CATEGORY" val="chip"/>
  <p:tag name="KSO_WM_TEMPLATE_INDEX" val="20204316"/>
  <p:tag name="KSO_WM_UNIT_COMPATIBLE" val="0"/>
  <p:tag name="KSO_WM_UNIT_DEC_AREA_ID" val="12efbe8187c44d74bf919229976ad59c"/>
  <p:tag name="KSO_WM_UNIT_DECORATE_INFO" val=""/>
  <p:tag name="KSO_WM_UNIT_DIAGRAM_ISNUMVISUAL" val="0"/>
  <p:tag name="KSO_WM_UNIT_DIAGRAM_ISREFERUNIT" val="0"/>
  <p:tag name="KSO_WM_UNIT_HIGHLIGHT" val="0"/>
  <p:tag name="KSO_WM_UNIT_ID" val="chip20204316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72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1"/>
  <p:tag name="KSO_WM_UNIT_INDEX" val="1"/>
  <p:tag name="KSO_WM_UNIT_LAYERLEVEL" val="1"/>
  <p:tag name="KSO_WM_UNIT_TYPE" val="i"/>
</p:tagLst>
</file>

<file path=ppt/tags/tag73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6"/>
  <p:tag name="KSO_WM_UNIT_INDEX" val="6"/>
  <p:tag name="KSO_WM_UNIT_LAYERLEVEL" val="1"/>
  <p:tag name="KSO_WM_UNIT_LINE_FILL_TYPE" val="2"/>
  <p:tag name="KSO_WM_UNIT_LINE_FORE_SCHEMECOLOR_INDEX" val="5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74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4"/>
  <p:tag name="KSO_WM_UNIT_FILL_TYPE" val="1"/>
  <p:tag name="KSO_WM_UNIT_HIGHLIGHT" val="0"/>
  <p:tag name="KSO_WM_UNIT_ID" val="diagram20182483_1*i*7"/>
  <p:tag name="KSO_WM_UNIT_INDEX" val="7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75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d*1"/>
  <p:tag name="KSO_WM_UNIT_INDEX" val="1"/>
  <p:tag name="KSO_WM_UNIT_LAYERLEVEL" val="1"/>
  <p:tag name="KSO_WM_UNIT_PICTURE_CLIP_FLAG" val="0"/>
  <p:tag name="KSO_WM_UNIT_PLACING_PICTURE_INFO" val="{&quot;code&quot;:&quot;[1]&quot;,&quot;full_picture&quot;:false,&quot;last_crop_picture&quot;:&quot;[1]&quot;,&quot;scheme&quot;:&quot;1-1&quot;,&quot;spacing&quot;:5}"/>
  <p:tag name="KSO_WM_UNIT_PLACING_PICTURE_USER_VIEWPORT" val="{&quot;height&quot;:4883,&quot;width&quot;:4883}"/>
  <p:tag name="KSO_WM_UNIT_SUPPORT_UNIT_TYPE" val="[&quot;d&quot;]"/>
  <p:tag name="KSO_WM_UNIT_TYPE" val="d"/>
  <p:tag name="KSO_WM_UNIT_VALUE" val="861*1293"/>
</p:tagLst>
</file>

<file path=ppt/tags/tag76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d*2"/>
  <p:tag name="KSO_WM_UNIT_INDEX" val="2"/>
  <p:tag name="KSO_WM_UNIT_LAYERLEVEL" val="1"/>
  <p:tag name="KSO_WM_UNIT_PICTURE_CLIP_FLAG" val="0"/>
  <p:tag name="KSO_WM_UNIT_PLACING_PICTURE_INFO" val="{&quot;code&quot;:&quot;[1]&quot;,&quot;full_picture&quot;:false,&quot;last_crop_picture&quot;:&quot;[1]&quot;,&quot;scheme&quot;:&quot;1-1&quot;,&quot;spacing&quot;:5}"/>
  <p:tag name="KSO_WM_UNIT_PLACING_PICTURE_USER_VIEWPORT" val="{&quot;height&quot;:4883,&quot;width&quot;:6890}"/>
  <p:tag name="KSO_WM_UNIT_SUPPORT_UNIT_TYPE" val="[&quot;d&quot;]"/>
  <p:tag name="KSO_WM_UNIT_TYPE" val="d"/>
  <p:tag name="KSO_WM_UNIT_VALUE" val="861*1281"/>
</p:tagLst>
</file>

<file path=ppt/tags/tag77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d*3"/>
  <p:tag name="KSO_WM_UNIT_INDEX" val="3"/>
  <p:tag name="KSO_WM_UNIT_LAYERLEVEL" val="1"/>
  <p:tag name="KSO_WM_UNIT_PLACING_PICTURE_INFO" val="{&quot;code&quot;:&quot;[1]&quot;,&quot;full_picture&quot;:false,&quot;last_crop_picture&quot;:&quot;[1]&quot;,&quot;scheme&quot;:&quot;1-1&quot;,&quot;spacing&quot;:5}"/>
  <p:tag name="KSO_WM_UNIT_PLACING_PICTURE_USER_VIEWPORT" val="{&quot;height&quot;:3222,&quot;width&quot;:3635}"/>
  <p:tag name="KSO_WM_UNIT_SUPPORT_UNIT_TYPE" val="[&quot;d&quot;]"/>
  <p:tag name="KSO_WM_UNIT_TYPE" val="d"/>
  <p:tag name="KSO_WM_UNIT_VALUE" val="568*851"/>
</p:tagLst>
</file>

<file path=ppt/tags/tag78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d*4"/>
  <p:tag name="KSO_WM_UNIT_INDEX" val="4"/>
  <p:tag name="KSO_WM_UNIT_LAYERLEVEL" val="1"/>
  <p:tag name="KSO_WM_UNIT_PICTURE_CLIP_FLAG" val="0"/>
  <p:tag name="KSO_WM_UNIT_PLACING_PICTURE_INFO" val="{&quot;code&quot;:&quot;[1]&quot;,&quot;full_picture&quot;:false,&quot;last_crop_picture&quot;:&quot;[1]&quot;,&quot;scheme&quot;:&quot;1-1&quot;,&quot;spacing&quot;:5}"/>
  <p:tag name="KSO_WM_UNIT_PLACING_PICTURE_USER_VIEWPORT" val="{&quot;height&quot;:3222,&quot;width&quot;:3375}"/>
  <p:tag name="KSO_WM_UNIT_SUPPORT_UNIT_TYPE" val="[&quot;d&quot;]"/>
  <p:tag name="KSO_WM_UNIT_TYPE" val="d"/>
  <p:tag name="KSO_WM_UNIT_VALUE" val="568*851"/>
</p:tagLst>
</file>

<file path=ppt/tags/tag79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d*5"/>
  <p:tag name="KSO_WM_UNIT_INDEX" val="5"/>
  <p:tag name="KSO_WM_UNIT_LAYERLEVEL" val="1"/>
  <p:tag name="KSO_WM_UNIT_PICTURE_CLIP_FLAG" val="0"/>
  <p:tag name="KSO_WM_UNIT_PLACING_PICTURE_INFO" val="{&quot;code&quot;:&quot;[1]&quot;,&quot;full_picture&quot;:false,&quot;last_crop_picture&quot;:&quot;[1]&quot;,&quot;scheme&quot;:&quot;1-1&quot;,&quot;spacing&quot;:5}"/>
  <p:tag name="KSO_WM_UNIT_PLACING_PICTURE_USER_VIEWPORT" val="{&quot;height&quot;:3225,&quot;width&quot;:4640}"/>
  <p:tag name="KSO_WM_UNIT_SUPPORT_UNIT_TYPE" val="[&quot;d&quot;]"/>
  <p:tag name="KSO_WM_UNIT_TYPE" val="d"/>
  <p:tag name="KSO_WM_UNIT_VALUE" val="568*851"/>
</p:tagLst>
</file>

<file path=ppt/tags/tag80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输入标题"/>
  <p:tag name="KSO_WM_UNIT_TEXT_FILL_FORE_SCHEMECOLOR_INDEX" val="13"/>
  <p:tag name="KSO_WM_UNIT_TEXT_FILL_FORE_SCHEMECOLOR_INDEX_BRIGHTNESS" val="0.15"/>
  <p:tag name="KSO_WM_UNIT_TEXT_FILL_TYPE" val="1"/>
  <p:tag name="KSO_WM_UNIT_TYPE" val="a"/>
  <p:tag name="KSO_WM_UNIT_VALUE" val="60"/>
</p:tagLst>
</file>

<file path=ppt/tags/tag81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9"/>
  <p:tag name="KSO_WM_UNIT_INDEX" val="9"/>
  <p:tag name="KSO_WM_UNIT_LAYERLEVEL" val="1"/>
  <p:tag name="KSO_WM_UNIT_TYPE" val="i"/>
</p:tagLst>
</file>

<file path=ppt/tags/tag82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10"/>
  <p:tag name="KSO_WM_UNIT_INDEX" val="10"/>
  <p:tag name="KSO_WM_UNIT_LAYERLEVEL" val="1"/>
  <p:tag name="KSO_WM_UNIT_LINE_FILL_TYPE" val="2"/>
  <p:tag name="KSO_WM_UNIT_LINE_FORE_SCHEMECOLOR_INDEX" val="5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3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4"/>
  <p:tag name="KSO_WM_UNIT_FILL_TYPE" val="1"/>
  <p:tag name="KSO_WM_UNIT_HIGHLIGHT" val="0"/>
  <p:tag name="KSO_WM_UNIT_ID" val="diagram20182483_1*i*11"/>
  <p:tag name="KSO_WM_UNIT_INDEX" val="11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4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12"/>
  <p:tag name="KSO_WM_UNIT_INDEX" val="12"/>
  <p:tag name="KSO_WM_UNIT_LAYERLEVEL" val="1"/>
  <p:tag name="KSO_WM_UNIT_TYPE" val="i"/>
</p:tagLst>
</file>

<file path=ppt/tags/tag85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13"/>
  <p:tag name="KSO_WM_UNIT_INDEX" val="13"/>
  <p:tag name="KSO_WM_UNIT_LAYERLEVEL" val="1"/>
  <p:tag name="KSO_WM_UNIT_LINE_FILL_TYPE" val="2"/>
  <p:tag name="KSO_WM_UNIT_LINE_FORE_SCHEMECOLOR_INDEX" val="5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6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4"/>
  <p:tag name="KSO_WM_UNIT_FILL_TYPE" val="1"/>
  <p:tag name="KSO_WM_UNIT_HIGHLIGHT" val="0"/>
  <p:tag name="KSO_WM_UNIT_ID" val="diagram20182483_1*i*2"/>
  <p:tag name="KSO_WM_UNIT_INDEX" val="2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7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HIGHLIGHT" val="0"/>
  <p:tag name="KSO_WM_UNIT_ID" val="diagram20182483_1*i*4"/>
  <p:tag name="KSO_WM_UNIT_INDEX" val="4"/>
  <p:tag name="KSO_WM_UNIT_LAYERLEVEL" val="1"/>
  <p:tag name="KSO_WM_UNIT_LINE_FILL_TYPE" val="2"/>
  <p:tag name="KSO_WM_UNIT_LINE_FORE_SCHEMECOLOR_INDEX" val="5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8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182483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4"/>
  <p:tag name="KSO_WM_UNIT_FILL_TYPE" val="1"/>
  <p:tag name="KSO_WM_UNIT_HIGHLIGHT" val="0"/>
  <p:tag name="KSO_WM_UNIT_ID" val="diagram20182483_1*i*5"/>
  <p:tag name="KSO_WM_UNIT_INDEX" val="5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89.xml><?xml version="1.0" encoding="utf-8"?>
<p:tagLst xmlns:p="http://schemas.openxmlformats.org/presentationml/2006/main">
  <p:tag name="KSO_WM_UNIT_PLACING_PICTURE_USER_VIEWPORT" val="{&quot;height&quot;:2468,&quot;width&quot;:3140}"/>
  <p:tag name="KSO_WM_UNIT_TYPE" val="j"/>
</p:tagLst>
</file>

<file path=ppt/tags/tag90.xml><?xml version="1.0" encoding="utf-8"?>
<p:tagLst xmlns:p="http://schemas.openxmlformats.org/presentationml/2006/main">
  <p:tag name="KSO_WM_UNIT_PLACING_PICTURE_USER_VIEWPORT" val="{&quot;height&quot;:3794,&quot;width&quot;:5058}"/>
  <p:tag name="KSO_WM_UNIT_TYPE" val="j"/>
</p:tagLst>
</file>

<file path=ppt/tags/tag91.xml><?xml version="1.0" encoding="utf-8"?>
<p:tagLst xmlns:p="http://schemas.openxmlformats.org/presentationml/2006/main">
  <p:tag name="KSO_WM_BEAUTIFY_FLAG" val="#wm#"/>
  <p:tag name="KSO_WM_SLIDE_BACKGROUND_TYPE" val="general"/>
  <p:tag name="KSO_WM_SLIDE_ID" val="diagram20182483_1"/>
  <p:tag name="KSO_WM_SLIDE_INDEX" val="1"/>
  <p:tag name="KSO_WM_SLIDE_ITEM_CNT" val="0"/>
  <p:tag name="KSO_WM_SLIDE_LAYOUT" val="a_d"/>
  <p:tag name="KSO_WM_SLIDE_LAYOUT_CNT" val="1_5"/>
  <p:tag name="KSO_WM_SLIDE_POSITION" val="-2*0"/>
  <p:tag name="KSO_WM_SLIDE_SIZE" val="962*539"/>
  <p:tag name="KSO_WM_SLIDE_SUBTYPE" val="picTxt"/>
  <p:tag name="KSO_WM_SLIDE_TYPE" val="text"/>
  <p:tag name="KSO_WM_SPECIAL_SOURCE" val="bdnull"/>
  <p:tag name="KSO_WM_TAG_VERSION" val="1.0"/>
  <p:tag name="KSO_WM_TEMPLATE_CATEGORY" val="diagram"/>
  <p:tag name="KSO_WM_TEMPLATE_COLOR_TYPE" val="1"/>
  <p:tag name="KSO_WM_TEMPLATE_INDEX" val="20182483"/>
  <p:tag name="KSO_WM_TEMPLATE_MASTER_TYPE" val="0"/>
  <p:tag name="KSO_WM_TEMPLATE_SUBCATEGORY" val="0"/>
</p:tagLst>
</file>

<file path=ppt/tags/tag92.xml><?xml version="1.0" encoding="utf-8"?>
<p:tagLst xmlns:p="http://schemas.openxmlformats.org/presentationml/2006/main">
  <p:tag name="KSO_WM_ASSEMBLE_CHIP_INDEX" val="27370666ca6b4c4f9819af6a54036282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7"/>
  <p:tag name="KSO_WM_SLIDE_BACKGROUND_TYPE" val="leftRight"/>
  <p:tag name="KSO_WM_TAG_VERSION" val="1.0"/>
  <p:tag name="KSO_WM_TEMPLATE_CATEGORY" val="chip"/>
  <p:tag name="KSO_WM_TEMPLATE_INDEX" val="20204316"/>
  <p:tag name="KSO_WM_UNIT_COMPATIBLE" val="0"/>
  <p:tag name="KSO_WM_UNIT_DEC_AREA_ID" val="bd7076fd6b4b4eaa97f7f752ec0308c0"/>
  <p:tag name="KSO_WM_UNIT_DECORATE_INFO" val="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chip20204316_5*i*1"/>
  <p:tag name="KSO_WM_UNIT_INDEX" val="1"/>
  <p:tag name="KSO_WM_UNIT_LAYERLEVEL" val="1"/>
  <p:tag name="KSO_WM_UNIT_SM_LIMIT_TYPE" val="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93.xml><?xml version="1.0" encoding="utf-8"?>
<p:tagLst xmlns:p="http://schemas.openxmlformats.org/presentationml/2006/main">
  <p:tag name="KSO_WM_ASSEMBLE_CHIP_INDEX" val="498e5725b6ba4fd399e2245ef8800577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6"/>
  <p:tag name="KSO_WM_SLIDE_BACKGROUND_TYPE" val="leftRight"/>
  <p:tag name="KSO_WM_TAG_VERSION" val="1.0"/>
  <p:tag name="KSO_WM_TEMPLATE_CATEGORY" val="chip"/>
  <p:tag name="KSO_WM_TEMPLATE_INDEX" val="20204316"/>
  <p:tag name="KSO_WM_UNIT_COMPATIBLE" val="0"/>
  <p:tag name="KSO_WM_UNIT_DEC_AREA_ID" val="d7b28f505367472c9c29affc3d31499b"/>
  <p:tag name="KSO_WM_UNIT_DECORATE_INFO" val=""/>
  <p:tag name="KSO_WM_UNIT_DIAGRAM_ISNUMVISUAL" val="0"/>
  <p:tag name="KSO_WM_UNIT_DIAGRAM_ISREFERUNIT" val="0"/>
  <p:tag name="KSO_WM_UNIT_HIGHLIGHT" val="0"/>
  <p:tag name="KSO_WM_UNIT_ID" val="chip20204316_4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94.xml><?xml version="1.0" encoding="utf-8"?>
<p:tagLst xmlns:p="http://schemas.openxmlformats.org/presentationml/2006/main">
  <p:tag name="KSO_WM_BEAUTIFY_FLAG" val="#wm#"/>
  <p:tag name="KSO_WM_CHIP_GROUPID" val="5eecb46ca758c1ec0b708a66"/>
  <p:tag name="KSO_WM_CHIP_XID" val="5eecb46ca758c1ec0b708a67"/>
  <p:tag name="KSO_WM_TAG_VERSION" val="1.0"/>
  <p:tag name="KSO_WM_TEMPLATE_ASSEMBLE_GROUPID" val="60656e714054ed1e2fb7f8cf"/>
  <p:tag name="KSO_WM_TEMPLATE_ASSEMBLE_XID" val="60656e714054ed1e2fb7f8cf"/>
  <p:tag name="KSO_WM_TEMPLATE_CATEGORY" val="diagram"/>
  <p:tag name="KSO_WM_TEMPLATE_INDEX" val="20207832"/>
  <p:tag name="KSO_WM_UNIT_BLOCK" val="0"/>
  <p:tag name="KSO_WM_UNIT_COMPATIBLE" val="0"/>
  <p:tag name="KSO_WM_UNIT_DEC_AREA_ID" val="94f24d41159143e4a460beb6c9779f2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07832_1*i*2"/>
  <p:tag name="KSO_WM_UNIT_INDEX" val="2"/>
  <p:tag name="KSO_WM_UNIT_LAYERLEVEL" val="1"/>
  <p:tag name="KSO_WM_UNIT_SM_LIMIT_TYPE" val="2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450"/>
</p:tagLst>
</file>

<file path=ppt/tags/tag95.xml><?xml version="1.0" encoding="utf-8"?>
<p:tagLst xmlns:p="http://schemas.openxmlformats.org/presentationml/2006/main">
  <p:tag name="KSO_WM_ASSEMBLE_CHIP_INDEX" val="d22e7e9a7b554e298e7c21eae77ae442"/>
  <p:tag name="KSO_WM_BEAUTIFY_FLAG" val="#wm#"/>
  <p:tag name="KSO_WM_CHIP_FILLAREA_FILL_RULE" val="{&quot;fill_align&quot;:&quot;lb&quot;,&quot;fill_mode&quot;:&quot;full&quot;,&quot;sacle_strategy&quot;:&quot;smart&quot;}"/>
  <p:tag name="KSO_WM_CHIP_GROUPID" val="5e7881253197e252a37019b5"/>
  <p:tag name="KSO_WM_CHIP_XID" val="5e7881253197e252a37019b6"/>
  <p:tag name="KSO_WM_TAG_VERSION" val="1.0"/>
  <p:tag name="KSO_WM_TEMPLATE_ASSEMBLE_GROUPID" val="60656e714054ed1e2fb7f8cf"/>
  <p:tag name="KSO_WM_TEMPLATE_ASSEMBLE_XID" val="60656e714054ed1e2fb7f8cf"/>
  <p:tag name="KSO_WM_TEMPLATE_CATEGORY" val="diagram"/>
  <p:tag name="KSO_WM_TEMPLATE_INDEX" val="20207832"/>
  <p:tag name="KSO_WM_UNIT_BLOCK" val="0"/>
  <p:tag name="KSO_WM_UNIT_COMPATIBLE" val="0"/>
  <p:tag name="KSO_WM_UNIT_DEC_AREA_ID" val="810c01069b7f4d8d98f3a8f8a0d1c82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4;44;4"/>
  <p:tag name="KSO_WM_UNIT_DIAGRAM_ISNUMVISUAL" val="0"/>
  <p:tag name="KSO_WM_UNIT_DIAGRAM_ISREFERUNIT" val="0"/>
  <p:tag name="KSO_WM_UNIT_HIGHLIGHT" val="0"/>
  <p:tag name="KSO_WM_UNIT_ID" val="diagram20207832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添加标题"/>
  <p:tag name="KSO_WM_UNIT_SHOW_EDIT_AREA_INDICATION" val="1"/>
  <p:tag name="KSO_WM_UNIT_SM_LIMIT_TYPE" val="2"/>
  <p:tag name="KSO_WM_UNIT_TEXT_FILL_FORE_SCHEMECOLOR_INDEX" val="13"/>
  <p:tag name="KSO_WM_UNIT_TEXT_FILL_FORE_SCHEMECOLOR_INDEX_BRIGHTNESS" val="0"/>
  <p:tag name="KSO_WM_UNIT_TEXT_FILL_TYPE" val="1"/>
  <p:tag name="KSO_WM_UNIT_TYPE" val="a"/>
  <p:tag name="KSO_WM_UNIT_VALUE" val="7"/>
</p:tagLst>
</file>

<file path=ppt/tags/tag96.xml><?xml version="1.0" encoding="utf-8"?>
<p:tagLst xmlns:p="http://schemas.openxmlformats.org/presentationml/2006/main">
  <p:tag name="KSO_WM_ASSEMBLE_CHIP_INDEX" val="e4ce1aa8e5a6485484a688b10b4e8ff7"/>
  <p:tag name="KSO_WM_BEAUTIFY_FLAG" val="#wm#"/>
  <p:tag name="KSO_WM_CHIP_FILLAREA_FILL_RULE" val="{&quot;fill_align&quot;:&quot;lt&quot;,&quot;fill_mode&quot;:&quot;full&quot;,&quot;sacle_strategy&quot;:&quot;smart&quot;}"/>
  <p:tag name="KSO_WM_CHIP_GROUPID" val="5e6b05596848fb12bee65ac8"/>
  <p:tag name="KSO_WM_CHIP_XID" val="5e6b05596848fb12bee65aca"/>
  <p:tag name="KSO_WM_TAG_VERSION" val="1.0"/>
  <p:tag name="KSO_WM_TEMPLATE_ASSEMBLE_GROUPID" val="60656e714054ed1e2fb7f8cf"/>
  <p:tag name="KSO_WM_TEMPLATE_ASSEMBLE_XID" val="60656e714054ed1e2fb7f8cf"/>
  <p:tag name="KSO_WM_TEMPLATE_CATEGORY" val="diagram"/>
  <p:tag name="KSO_WM_TEMPLATE_INDEX" val="20207832"/>
  <p:tag name="KSO_WM_UNIT_BLOCK" val="0"/>
  <p:tag name="KSO_WM_UNIT_COMPATIBLE" val="0"/>
  <p:tag name="KSO_WM_UNIT_DEC_AREA_ID" val="42ffeed794324454a3714be90eee5a5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14;20;2"/>
  <p:tag name="KSO_WM_UNIT_DIAGRAM_ISNUMVISUAL" val="0"/>
  <p:tag name="KSO_WM_UNIT_DIAGRAM_ISREFERUNIT" val="0"/>
  <p:tag name="KSO_WM_UNIT_HIGHLIGHT" val="0"/>
  <p:tag name="KSO_WM_UNIT_ID" val="diagram20207832_1*f*2"/>
  <p:tag name="KSO_WM_UNIT_INDEX" val="2"/>
  <p:tag name="KSO_WM_UNIT_LAYERLEVEL" val="1"/>
  <p:tag name="KSO_WM_UNIT_NOCLEAR" val="0"/>
  <p:tag name="KSO_WM_UNIT_PRESET_TEXT" val="单击此处添加正文，文字是您思想的提炼，为了演示发布的良好效果，请言简意赅的阐述您的观点。您的内容已经简明扼要，字字珠玑。"/>
  <p:tag name="KSO_WM_UNIT_SHOW_EDIT_AREA_INDICATION" val="1"/>
  <p:tag name="KSO_WM_UNIT_SM_LIMIT_TYPE" val="2"/>
  <p:tag name="KSO_WM_UNIT_SUBTYPE" val="a"/>
  <p:tag name="KSO_WM_UNIT_TEXT_FILL_FORE_SCHEMECOLOR_INDEX" val="13"/>
  <p:tag name="KSO_WM_UNIT_TEXT_FILL_FORE_SCHEMECOLOR_INDEX_BRIGHTNESS" val="0.25"/>
  <p:tag name="KSO_WM_UNIT_TEXT_FILL_TYPE" val="1"/>
  <p:tag name="KSO_WM_UNIT_TEXT_SUBTYPE" val="a"/>
  <p:tag name="KSO_WM_UNIT_TYPE" val="f"/>
  <p:tag name="KSO_WM_UNIT_VALUE" val="78"/>
</p:tagLst>
</file>

<file path=ppt/tags/tag97.xml><?xml version="1.0" encoding="utf-8"?>
<p:tagLst xmlns:p="http://schemas.openxmlformats.org/presentationml/2006/main">
  <p:tag name="KSO_WM_ASSEMBLE_CHIP_INDEX" val="ae01ef53e5564da7873573f48c27339f"/>
  <p:tag name="KSO_WM_BEAUTIFY_FLAG" val="#wm#"/>
  <p:tag name="KSO_WM_CHIP_FILLAREA_FILL_RULE" val="{&quot;fill_align&quot;:&quot;lm&quot;,&quot;fill_mode&quot;:&quot;full&quot;,&quot;sacle_strategy&quot;:&quot;smart&quot;}"/>
  <p:tag name="KSO_WM_CHIP_GROUPID" val="5e6b05596848fb12bee65ac8"/>
  <p:tag name="KSO_WM_CHIP_XID" val="5e6b05596848fb12bee65aca"/>
  <p:tag name="KSO_WM_TAG_VERSION" val="1.0"/>
  <p:tag name="KSO_WM_TEMPLATE_ASSEMBLE_GROUPID" val="60656e714054ed1e2fb7f8cf"/>
  <p:tag name="KSO_WM_TEMPLATE_ASSEMBLE_XID" val="60656e714054ed1e2fb7f8cf"/>
  <p:tag name="KSO_WM_TEMPLATE_CATEGORY" val="diagram"/>
  <p:tag name="KSO_WM_TEMPLATE_INDEX" val="20207832"/>
  <p:tag name="KSO_WM_UNIT_BLOCK" val="0"/>
  <p:tag name="KSO_WM_UNIT_COMPATIBLE" val="0"/>
  <p:tag name="KSO_WM_UNIT_DEC_AREA_ID" val="f553f6fae3c448e3b0fe39229dc057a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14;20;2"/>
  <p:tag name="KSO_WM_UNIT_DIAGRAM_ISNUMVISUAL" val="0"/>
  <p:tag name="KSO_WM_UNIT_DIAGRAM_ISREFERUNIT" val="0"/>
  <p:tag name="KSO_WM_UNIT_HIGHLIGHT" val="0"/>
  <p:tag name="KSO_WM_UNIT_ID" val="diagram20207832_1*f*1"/>
  <p:tag name="KSO_WM_UNIT_INDEX" val="1"/>
  <p:tag name="KSO_WM_UNIT_LAYERLEVEL" val="1"/>
  <p:tag name="KSO_WM_UNIT_NOCLEAR" val="0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。"/>
  <p:tag name="KSO_WM_UNIT_SHOW_EDIT_AREA_INDICATION" val="1"/>
  <p:tag name="KSO_WM_UNIT_SM_LIMIT_TYPE" val="2"/>
  <p:tag name="KSO_WM_UNIT_SUBTYPE" val="a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" val="13"/>
  <p:tag name="KSO_WM_UNIT_TEXT_FILL_FORE_SCHEMECOLOR_INDEX_BRIGHTNESS" val="0.25"/>
  <p:tag name="KSO_WM_UNIT_TEXT_FILL_TYPE" val="1"/>
  <p:tag name="KSO_WM_UNIT_TEXT_SUBTYPE" val="a"/>
  <p:tag name="KSO_WM_UNIT_TYPE" val="f"/>
  <p:tag name="KSO_WM_UNIT_VALUE" val="364"/>
</p:tagLst>
</file>

<file path=ppt/tags/tag98.xml><?xml version="1.0" encoding="utf-8"?>
<p:tagLst xmlns:p="http://schemas.openxmlformats.org/presentationml/2006/main">
  <p:tag name="KSO_WM_BEAUTIFY_FLAG" val="#wm#"/>
  <p:tag name="KSO_WM_CHIP_DECFILLPROP" val="[]"/>
  <p:tag name="KSO_WM_CHIP_FILLPROP" val="[[{&quot;fill_id&quot;:&quot;6e499600c6704742b8982fec740bd85b&quot;,&quot;fill_align&quot;:&quot;lb&quot;,&quot;text_align&quot;:&quot;lb&quot;,&quot;text_direction&quot;:&quot;horizontal&quot;,&quot;chip_types&quot;:[&quot;text&quot;,&quot;header&quot;]},{&quot;fill_id&quot;:&quot;270f6853976c4d068f52fde834316c85&quot;,&quot;fill_align&quot;:&quot;lt&quot;,&quot;text_align&quot;:&quot;lt&quot;,&quot;text_direction&quot;:&quot;horizontal&quot;,&quot;chip_types&quot;:[&quot;text&quot;]},{&quot;fill_id&quot;:&quot;0b49ad9e5e924415b7d968c9c1006a19&quot;,&quot;fill_align&quot;:&quot;lm&quot;,&quot;text_align&quot;:&quot;lm&quot;,&quot;text_direction&quot;:&quot;horizontal&quot;,&quot;chip_types&quot;:[&quot;diagram&quot;,&quot;pictext&quot;,&quot;text&quot;,&quot;picture&quot;,&quot;chart&quot;,&quot;table&quot;,&quot;video&quot;],&quot;support_features&quot;:[&quot;collage&quot;,&quot;carousel&quot;]}]]"/>
  <p:tag name="KSO_WM_CHIP_GROUPID" val="5eecb46ca758c1ec0b708a66"/>
  <p:tag name="KSO_WM_CHIP_INFOS" val="{&quot;type&quot;:&quot;0&quot;,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XID" val="5eecb46ca758c1ec0b708a67"/>
  <p:tag name="KSO_WM_SLIDE_BACKGROUND" val="[&quot;leftRight&quot;]"/>
  <p:tag name="KSO_WM_SLIDE_BACKGROUND_TYPE" val="leftRight"/>
  <p:tag name="KSO_WM_SLIDE_BK_DARK_LIGHT" val="2"/>
  <p:tag name="KSO_WM_SLIDE_CAN_ADD_NAVIGATION" val="1"/>
  <p:tag name="KSO_WM_SLIDE_ID" val="diagram20207832_1"/>
  <p:tag name="KSO_WM_SLIDE_INDEX" val="1"/>
  <p:tag name="KSO_WM_SLIDE_ITEM_CNT" val="0"/>
  <p:tag name="KSO_WM_SLIDE_LAYOUT" val="a_f"/>
  <p:tag name="KSO_WM_SLIDE_LAYOUT_CNT" val="1_2"/>
  <p:tag name="KSO_WM_SLIDE_LAYOUT_INFO" val="{&quot;direction&quot;:1,&quot;id&quot;:&quot;2021-04-01T14:59:04&quot;,&quot;maxSize&quot;:{&quot;size1&quot;:46.200000000000003},&quot;minSize&quot;:{&quot;size1&quot;:39.899999999999999},&quot;normalSize&quot;:{&quot;size1&quot;:46.200000000000003},&quot;subLayout&quot;:[{&quot;backgroundInfo&quot;:[{&quot;bottom&quot;:0,&quot;bottomAbs&quot;:false,&quot;left&quot;:0,&quot;leftAbs&quot;:false,&quot;right&quot;:0.12490190599999999,&quot;rightAbs&quot;:false,&quot;top&quot;:0,&quot;topAbs&quot;:false,&quot;type&quot;:&quot;leftRight&quot;}],&quot;id&quot;:&quot;2021-04-01T14:59:04&quot;,&quot;maxSize&quot;:{&quot;size1&quot;:46.699621010652784},&quot;minSize&quot;:{&quot;size1&quot;:24.399621010652776},&quot;normalSize&quot;:{&quot;size1&quot;:44.166287677319453},&quot;subLayout&quot;:[{&quot;id&quot;:&quot;2021-04-01T14:59:04&quot;,&quot;margin&quot;:{&quot;bottom&quot;:0.026000002399086952,&quot;left&quot;:1.2699999809265137,&quot;right&quot;:2.9289999008178711,&quot;top&quot;:2.5399999618530273},&quot;type&quot;:0},{&quot;id&quot;:&quot;2021-04-01T14:59:04&quot;,&quot;margin&quot;:{&quot;bottom&quot;:2.5399999618530273,&quot;left&quot;:1.2699999809265137,&quot;right&quot;:2.9289999008178711,&quot;top&quot;:0.81999999284744263},&quot;type&quot;:0}],&quot;type&quot;:0},{&quot;id&quot;:&quot;2021-04-01T14:59:04&quot;,&quot;margin&quot;:{&quot;bottom&quot;:1.6929999589920044,&quot;left&quot;:0.026000002399086952,&quot;right&quot;:1.6929999589920044,&quot;top&quot;:1.6929999589920044},&quot;type&quot;:0}],&quot;type&quot;:0}"/>
  <p:tag name="KSO_WM_SLIDE_POSITION" val="0*0"/>
  <p:tag name="KSO_WM_SLIDE_RATIO" val="1.777778"/>
  <p:tag name="KSO_WM_SLIDE_SIZE" val="912*540"/>
  <p:tag name="KSO_WM_SLIDE_SUBTYPE" val="pureTxt"/>
  <p:tag name="KSO_WM_SLIDE_SUPPORT_FEATURE_TYPE" val="0"/>
  <p:tag name="KSO_WM_SLIDE_TYPE" val="text"/>
  <p:tag name="KSO_WM_SPECIAL_SOURCE" val="bdnull"/>
  <p:tag name="KSO_WM_TAG_VERSION" val="1.0"/>
  <p:tag name="KSO_WM_TEMPLATE_ASSEMBLE_GROUPID" val="60656e714054ed1e2fb7f8cf"/>
  <p:tag name="KSO_WM_TEMPLATE_ASSEMBLE_XID" val="60656e714054ed1e2fb7f8cf"/>
  <p:tag name="KSO_WM_TEMPLATE_CATEGORY" val="diagram"/>
  <p:tag name="KSO_WM_TEMPLATE_COLOR_TYPE" val="1"/>
  <p:tag name="KSO_WM_TEMPLATE_INDEX" val="20207832"/>
  <p:tag name="KSO_WM_TEMPLATE_MASTER_TYPE" val="0"/>
  <p:tag name="KSO_WM_TEMPLATE_SUBCATEGORY" val="21"/>
</p:tagLst>
</file>

<file path=ppt/tags/tag99.xml><?xml version="1.0" encoding="utf-8"?>
<p:tagLst xmlns:p="http://schemas.openxmlformats.org/presentationml/2006/main">
  <p:tag name="KSO_WM_ASSEMBLE_CHIP_INDEX" val="7297d235d55447ffbd0622f52bdf5245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8960cea61ec3b5528498b2"/>
  <p:tag name="KSO_WM_CHIP_XID" val="5f8960cea61ec3b5528498b5"/>
  <p:tag name="KSO_WM_SLIDE_BACKGROUND_TYPE" val="general"/>
  <p:tag name="KSO_WM_TAG_VERSION" val="1.0"/>
  <p:tag name="KSO_WM_TEMPLATE_CATEGORY" val="chip"/>
  <p:tag name="KSO_WM_TEMPLATE_INDEX" val="20204316"/>
  <p:tag name="KSO_WM_UNIT_COMPATIBLE" val="0"/>
  <p:tag name="KSO_WM_UNIT_DEC_AREA_ID" val="12efbe8187c44d74bf919229976ad59c"/>
  <p:tag name="KSO_WM_UNIT_DECORATE_INFO" val=""/>
  <p:tag name="KSO_WM_UNIT_DIAGRAM_ISNUMVISUAL" val="0"/>
  <p:tag name="KSO_WM_UNIT_DIAGRAM_ISREFERUNIT" val="0"/>
  <p:tag name="KSO_WM_UNIT_HIGHLIGHT" val="0"/>
  <p:tag name="KSO_WM_UNIT_ID" val="chip20204316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100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FILL_FORE_SCHEMECOLOR_INDEX" val="14"/>
  <p:tag name="KSO_WM_UNIT_FILL_FORE_SCHEMECOLOR_INDEX_BRIGHTNESS" val="0"/>
  <p:tag name="KSO_WM_UNIT_FILL_TYPE" val="1"/>
  <p:tag name="KSO_WM_UNIT_HIGHLIGHT" val="0"/>
  <p:tag name="KSO_WM_UNIT_ID" val="diagram20203671_1*i*1"/>
  <p:tag name="KSO_WM_UNIT_INDEX" val="1"/>
  <p:tag name="KSO_WM_UNIT_LAYERLEVEL" val="1"/>
  <p:tag name="KSO_WM_UNIT_LINE_FILL_TYPE" val="2"/>
  <p:tag name="KSO_WM_UNIT_LINE_FORE_SCHEMECOLOR_INDEX" val="5"/>
  <p:tag name="KSO_WM_UNIT_LINE_FORE_SCHEMECOLOR_INDEX_BRIGHTNESS" val="-0.25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101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03671_1*i*2"/>
  <p:tag name="KSO_WM_UNIT_INDEX" val="2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102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HIGHLIGHT" val="0"/>
  <p:tag name="KSO_WM_UNIT_ID" val="diagram20203671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添加大标题"/>
  <p:tag name="KSO_WM_UNIT_TEXT_FILL_FORE_SCHEMECOLOR_INDEX" val="14"/>
  <p:tag name="KSO_WM_UNIT_TEXT_FILL_FORE_SCHEMECOLOR_INDEX_BRIGHTNESS" val="0"/>
  <p:tag name="KSO_WM_UNIT_TEXT_FILL_TYPE" val="1"/>
  <p:tag name="KSO_WM_UNIT_TYPE" val="a"/>
  <p:tag name="KSO_WM_UNIT_VALUE" val="12"/>
</p:tagLst>
</file>

<file path=ppt/tags/tag103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HIGHLIGHT" val="0"/>
  <p:tag name="KSO_WM_UNIT_ID" val="diagram20203671_1*f*1"/>
  <p:tag name="KSO_WM_UNIT_INDEX" val="1"/>
  <p:tag name="KSO_WM_UNIT_LAYERLEVEL" val="1"/>
  <p:tag name="KSO_WM_UNIT_NOCLEAR" val="0"/>
  <p:tag name="KSO_WM_UNIT_PRESET_TEXT" val="单击此处添加文本具体内容，简明扼要地阐述你的观点。&#13;单击此处添加文本具体内容，简明扼要地阐述你的观点。&#13;单击此处添加文本具体内容，简明扼要地阐述你的观点。&#13;单击此处添加文本具体内容，简明扼要地阐述你的观点。&#13;单击此处添加文本具体内容，简明扼要地阐述你的观点。"/>
  <p:tag name="KSO_WM_UNIT_SUBTYPE" val="a"/>
  <p:tag name="KSO_WM_UNIT_TEXT_FILL_FORE_SCHEMECOLOR_INDEX" val="13"/>
  <p:tag name="KSO_WM_UNIT_TEXT_FILL_FORE_SCHEMECOLOR_INDEX_BRIGHTNESS" val="0.15"/>
  <p:tag name="KSO_WM_UNIT_TEXT_FILL_TYPE" val="1"/>
  <p:tag name="KSO_WM_UNIT_TYPE" val="f"/>
  <p:tag name="KSO_WM_UNIT_VALUE" val="1144"/>
</p:tagLst>
</file>

<file path=ppt/tags/tag104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-0.25"/>
  <p:tag name="KSO_WM_UNIT_FILL_TYPE" val="1"/>
  <p:tag name="KSO_WM_UNIT_HIGHLIGHT" val="0"/>
  <p:tag name="KSO_WM_UNIT_ID" val="diagram20203671_1*i*3"/>
  <p:tag name="KSO_WM_UNIT_INDEX" val="3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105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671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-0.25"/>
  <p:tag name="KSO_WM_UNIT_FILL_TYPE" val="1"/>
  <p:tag name="KSO_WM_UNIT_HIGHLIGHT" val="0"/>
  <p:tag name="KSO_WM_UNIT_ID" val="diagram20203671_1*i*4"/>
  <p:tag name="KSO_WM_UNIT_INDEX" val="4"/>
  <p:tag name="KSO_WM_UNIT_LAYERLEVEL" val="1"/>
  <p:tag name="KSO_WM_UNIT_TEXT_FILL_FORE_SCHEMECOLOR_INDEX" val="2"/>
  <p:tag name="KSO_WM_UNIT_TEXT_FILL_FORE_SCHEMECOLOR_INDEX_BRIGHTNESS" val="0"/>
  <p:tag name="KSO_WM_UNIT_TEXT_FILL_TYPE" val="1"/>
  <p:tag name="KSO_WM_UNIT_TYPE" val="i"/>
</p:tagLst>
</file>

<file path=ppt/tags/tag106.xml><?xml version="1.0" encoding="utf-8"?>
<p:tagLst xmlns:p="http://schemas.openxmlformats.org/presentationml/2006/main">
  <p:tag name="KSO_WM_BEAUTIFY_FLAG" val="#wm#"/>
  <p:tag name="KSO_WM_SLIDE_BACKGROUND_TYPE" val="general"/>
  <p:tag name="KSO_WM_SLIDE_ID" val="diagram20203671_1"/>
  <p:tag name="KSO_WM_SLIDE_INDEX" val="1"/>
  <p:tag name="KSO_WM_SLIDE_ITEM_CNT" val="0"/>
  <p:tag name="KSO_WM_SLIDE_LAYOUT" val="a_f"/>
  <p:tag name="KSO_WM_SLIDE_LAYOUT_CNT" val="1_1"/>
  <p:tag name="KSO_WM_SLIDE_POSITION" val="32*36"/>
  <p:tag name="KSO_WM_SLIDE_SIZE" val="895*464"/>
  <p:tag name="KSO_WM_SLIDE_SUBTYPE" val="pureTxt"/>
  <p:tag name="KSO_WM_SLIDE_TYPE" val="text"/>
  <p:tag name="KSO_WM_SPECIAL_SOURCE" val="bdnull"/>
  <p:tag name="KSO_WM_TAG_VERSION" val="1.0"/>
  <p:tag name="KSO_WM_TEMPLATE_CATEGORY" val="diagram"/>
  <p:tag name="KSO_WM_TEMPLATE_COLOR_TYPE" val="1"/>
  <p:tag name="KSO_WM_TEMPLATE_INDEX" val="20203671"/>
  <p:tag name="KSO_WM_TEMPLATE_MASTER_TYPE" val="0"/>
  <p:tag name="KSO_WM_TEMPLATE_SUBCATEGORY" val="0"/>
</p:tagLst>
</file>

<file path=ppt/tags/tag107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749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4"/>
  <p:tag name="KSO_WM_UNIT_FILL_TYPE" val="1"/>
  <p:tag name="KSO_WM_UNIT_HIGHLIGHT" val="0"/>
  <p:tag name="KSO_WM_UNIT_ID" val="diagram20203749_1*i*5"/>
  <p:tag name="KSO_WM_UNIT_INDEX" val="5"/>
  <p:tag name="KSO_WM_UNIT_LAYERLEVEL" val="1"/>
  <p:tag name="KSO_WM_UNIT_TEXT_FILL_FORE_SCHEMECOLOR_INDEX" val="14"/>
  <p:tag name="KSO_WM_UNIT_TEXT_FILL_FORE_SCHEMECOLOR_INDEX_BRIGHTNESS" val="0"/>
  <p:tag name="KSO_WM_UNIT_TEXT_FILL_TYPE" val="1"/>
  <p:tag name="KSO_WM_UNIT_TYPE" val="i"/>
</p:tagLst>
</file>

<file path=ppt/tags/tag108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749"/>
  <p:tag name="KSO_WM_UNIT_COMPATIBLE" val="0"/>
  <p:tag name="KSO_WM_UNIT_DIAGRAM_ISNUMVISUAL" val="0"/>
  <p:tag name="KSO_WM_UNIT_DIAGRAM_ISREFERUNIT" val="0"/>
  <p:tag name="KSO_WM_UNIT_FILL_FORE_SCHEMECOLOR_INDEX" val="14"/>
  <p:tag name="KSO_WM_UNIT_FILL_FORE_SCHEMECOLOR_INDEX_BRIGHTNESS" val="0"/>
  <p:tag name="KSO_WM_UNIT_FILL_TYPE" val="1"/>
  <p:tag name="KSO_WM_UNIT_HIGHLIGHT" val="0"/>
  <p:tag name="KSO_WM_UNIT_ID" val="diagram20203749_1*i*4"/>
  <p:tag name="KSO_WM_UNIT_INDEX" val="4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4"/>
  <p:tag name="KSO_WM_UNIT_TEXT_FILL_FORE_SCHEMECOLOR_INDEX_BRIGHTNESS" val="0"/>
  <p:tag name="KSO_WM_UNIT_TEXT_FILL_TYPE" val="1"/>
  <p:tag name="KSO_WM_UNIT_TYPE" val="i"/>
</p:tagLst>
</file>

<file path=ppt/tags/tag109.xml><?xml version="1.0" encoding="utf-8"?>
<p:tagLst xmlns:p="http://schemas.openxmlformats.org/presentationml/2006/main">
  <p:tag name="KSO_WM_BEAUTIFY_FLAG" val="#wm#"/>
  <p:tag name="KSO_WM_TAG_VERSION" val="1.0"/>
  <p:tag name="KSO_WM_TEMPLATE_CATEGORY" val="diagram"/>
  <p:tag name="KSO_WM_TEMPLATE_INDEX" val="20203749"/>
  <p:tag name="KSO_WM_UNIT_COLOR_SCHEME_PARENT_PAGE" val="0_1"/>
  <p:tag name="KSO_WM_UNIT_COLOR_SCHEME_SHAPE_ID" val="16"/>
  <p:tag name="KSO_WM_UNIT_COMPATIBLE" val="0"/>
  <p:tag name="KSO_WM_UNIT_DIAGRAM_ISNUMVISUAL" val="0"/>
  <p:tag name="KSO_WM_UNIT_DIAGRAM_ISREFERUNIT" val="0"/>
  <p:tag name="KSO_WM_UNIT_HIGHLIGHT" val="0"/>
  <p:tag name="KSO_WM_UNIT_ID" val="diagram20203749_1*f*1"/>
  <p:tag name="KSO_WM_UNIT_INDEX" val="1"/>
  <p:tag name="KSO_WM_UNIT_ISCONTENTSTITLE" val="0"/>
  <p:tag name="KSO_WM_UNIT_LAYERLEVEL" val="1"/>
  <p:tag name="KSO_WM_UNIT_NOCLEAR" val="0"/>
  <p:tag name="KSO_WM_UNIT_PRESET_TEXT" val="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"/>
  <p:tag name="KSO_WM_UNIT_SUBTYPE" val="a"/>
  <p:tag name="KSO_WM_UNIT_TEXT_FILL_FORE_SCHEMECOLOR_INDEX" val="13"/>
  <p:tag name="KSO_WM_UNIT_TEXT_FILL_FORE_SCHEMECOLOR_INDEX_BRIGHTNESS" val="0.15"/>
  <p:tag name="KSO_WM_UNIT_TEXT_FILL_TYPE" val="1"/>
  <p:tag name="KSO_WM_UNIT_TEXT_PART_ID_V2" val="a-1-2"/>
  <p:tag name="KSO_WM_UNIT_TYPE" val="f"/>
  <p:tag name="KSO_WM_UNIT_VALUE" val="32"/>
</p:tagLst>
</file>

<file path=ppt/tags/tag110.xml><?xml version="1.0" encoding="utf-8"?>
<p:tagLst xmlns:p="http://schemas.openxmlformats.org/presentationml/2006/main">
  <p:tag name="KSO_WM_BEAUTIFY_FLAG" val="#wm#"/>
  <p:tag name="KSO_WM_SLIDE_BACKGROUND_TYPE" val="general"/>
  <p:tag name="KSO_WM_SLIDE_ID" val="diagram20203749_1"/>
  <p:tag name="KSO_WM_SLIDE_INDEX" val="1"/>
  <p:tag name="KSO_WM_SLIDE_ITEM_CNT" val="0"/>
  <p:tag name="KSO_WM_SLIDE_LAYOUT" val="f"/>
  <p:tag name="KSO_WM_SLIDE_LAYOUT_CNT" val="1"/>
  <p:tag name="KSO_WM_SLIDE_POSITION" val="0*0"/>
  <p:tag name="KSO_WM_SLIDE_SIZE" val="919*540"/>
  <p:tag name="KSO_WM_SLIDE_SUBTYPE" val="pureTxt"/>
  <p:tag name="KSO_WM_SLIDE_TYPE" val="text"/>
  <p:tag name="KSO_WM_SPECIAL_SOURCE" val="bdnull"/>
  <p:tag name="KSO_WM_TAG_VERSION" val="1.0"/>
  <p:tag name="KSO_WM_TEMPLATE_CATEGORY" val="diagram"/>
  <p:tag name="KSO_WM_TEMPLATE_COLOR_TYPE" val="1"/>
  <p:tag name="KSO_WM_TEMPLATE_INDEX" val="20203749"/>
  <p:tag name="KSO_WM_TEMPLATE_MASTER_TYPE" val="0"/>
  <p:tag name="KSO_WM_TEMPLATE_SUBCATEGORY" val="0"/>
</p:tagLst>
</file>

<file path=ppt/tags/tag111.xml><?xml version="1.0" encoding="utf-8"?>
<p:tagLst xmlns:p="http://schemas.openxmlformats.org/presentationml/2006/main">
  <p:tag name="KSO_WM_BEAUTIFY_FLAG" val="#wm#"/>
  <p:tag name="KSO_WM_CHIP_GROUPID" val="5ef20c07a491bb0086638b14"/>
  <p:tag name="KSO_WM_CHIP_XID" val="5ef20c07a491bb0086638b15"/>
  <p:tag name="KSO_WM_TAG_VERSION" val="1.0"/>
  <p:tag name="KSO_WM_TEMPLATE_ASSEMBLE_GROUPID" val="60656e7a4054ed1e2fb7f9a1"/>
  <p:tag name="KSO_WM_TEMPLATE_ASSEMBLE_XID" val="60656e7a4054ed1e2fb7f9a1"/>
  <p:tag name="KSO_WM_TEMPLATE_CATEGORY" val="diagram"/>
  <p:tag name="KSO_WM_TEMPLATE_INDEX" val="20208600"/>
  <p:tag name="KSO_WM_UNIT_BLOCK" val="0"/>
  <p:tag name="KSO_WM_UNIT_COMPATIBLE" val="0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IAGRAM_ISNUMVISUAL" val="0"/>
  <p:tag name="KSO_WM_UNIT_DIAGRAM_ISREFERUNIT" val="0"/>
  <p:tag name="KSO_WM_UNIT_HIGHLIGHT" val="0"/>
  <p:tag name="KSO_WM_UNIT_ID" val="diagram20208600_1*i*1"/>
  <p:tag name="KSO_WM_UNIT_INDEX" val="1"/>
  <p:tag name="KSO_WM_UNIT_LAYERLEVEL" val="1"/>
  <p:tag name="KSO_WM_UNIT_LINE_FILL_TYPE" val="2"/>
  <p:tag name="KSO_WM_UNIT_LINE_FORE_SCHEMECOLOR_INDEX" val="10"/>
  <p:tag name="KSO_WM_UNIT_LINE_FORE_SCHEMECOLOR_INDEX_BRIGHTNESS" val="0"/>
  <p:tag name="KSO_WM_UNIT_SM_LIMIT_TYPE" val="2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864"/>
</p:tagLst>
</file>

<file path=ppt/tags/tag112.xml><?xml version="1.0" encoding="utf-8"?>
<p:tagLst xmlns:p="http://schemas.openxmlformats.org/presentationml/2006/main">
  <p:tag name="KSO_WM_BEAUTIFY_FLAG" val="#wm#"/>
  <p:tag name="KSO_WM_CHIP_GROUPID" val="5ef20c07a491bb0086638b14"/>
  <p:tag name="KSO_WM_CHIP_XID" val="5ef20c07a491bb0086638b15"/>
  <p:tag name="KSO_WM_TAG_VERSION" val="1.0"/>
  <p:tag name="KSO_WM_TEMPLATE_ASSEMBLE_GROUPID" val="60656e7a4054ed1e2fb7f9a1"/>
  <p:tag name="KSO_WM_TEMPLATE_ASSEMBLE_XID" val="60656e7a4054ed1e2fb7f9a1"/>
  <p:tag name="KSO_WM_TEMPLATE_CATEGORY" val="diagram"/>
  <p:tag name="KSO_WM_TEMPLATE_INDEX" val="20208600"/>
  <p:tag name="KSO_WM_UNIT_BLOCK" val="0"/>
  <p:tag name="KSO_WM_UNIT_COMPATIBLE" val="0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UNIT_DIAGRAM_ISNUMVISUAL" val="0"/>
  <p:tag name="KSO_WM_UNIT_DIAGRAM_ISREFERUNIT" val="0"/>
  <p:tag name="KSO_WM_UNIT_HIGHLIGHT" val="0"/>
  <p:tag name="KSO_WM_UNIT_ID" val="diagram20208600_1*i*4"/>
  <p:tag name="KSO_WM_UNIT_INDEX" val="4"/>
  <p:tag name="KSO_WM_UNIT_LAYERLEVEL" val="1"/>
  <p:tag name="KSO_WM_UNIT_LINE_FILL_TYPE" val="2"/>
  <p:tag name="KSO_WM_UNIT_LINE_FORE_SCHEMECOLOR_INDEX" val="10"/>
  <p:tag name="KSO_WM_UNIT_LINE_FORE_SCHEMECOLOR_INDEX_BRIGHTNESS" val="0"/>
  <p:tag name="KSO_WM_UNIT_SM_LIMIT_TYPE" val="1"/>
  <p:tag name="KSO_WM_UNIT_TYPE" val="i"/>
</p:tagLst>
</file>

<file path=ppt/tags/tag113.xml><?xml version="1.0" encoding="utf-8"?>
<p:tagLst xmlns:p="http://schemas.openxmlformats.org/presentationml/2006/main">
  <p:tag name="KSO_WM_BEAUTIFY_FLAG" val="#wm#"/>
  <p:tag name="KSO_WM_CHIP_GROUPID" val="5ef20c07a491bb0086638b14"/>
  <p:tag name="KSO_WM_CHIP_XID" val="5ef20c07a491bb0086638b15"/>
  <p:tag name="KSO_WM_TAG_VERSION" val="1.0"/>
  <p:tag name="KSO_WM_TEMPLATE_ASSEMBLE_GROUPID" val="60656e7a4054ed1e2fb7f9a1"/>
  <p:tag name="KSO_WM_TEMPLATE_ASSEMBLE_XID" val="60656e7a4054ed1e2fb7f9a1"/>
  <p:tag name="KSO_WM_TEMPLATE_CATEGORY" val="diagram"/>
  <p:tag name="KSO_WM_TEMPLATE_INDEX" val="20208600"/>
  <p:tag name="KSO_WM_UNIT_BLOCK" val="0"/>
  <p:tag name="KSO_WM_UNIT_COMPATIBLE" val="0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UNIT_DIAGRAM_ISNUMVISUAL" val="0"/>
  <p:tag name="KSO_WM_UNIT_DIAGRAM_ISREFERUNIT" val="0"/>
  <p:tag name="KSO_WM_UNIT_HIGHLIGHT" val="0"/>
  <p:tag name="KSO_WM_UNIT_ID" val="diagram20208600_1*i*5"/>
  <p:tag name="KSO_WM_UNIT_INDEX" val="5"/>
  <p:tag name="KSO_WM_UNIT_LAYERLEVEL" val="1"/>
  <p:tag name="KSO_WM_UNIT_LINE_FILL_TYPE" val="2"/>
  <p:tag name="KSO_WM_UNIT_LINE_FORE_SCHEMECOLOR_INDEX" val="10"/>
  <p:tag name="KSO_WM_UNIT_LINE_FORE_SCHEMECOLOR_INDEX_BRIGHTNESS" val="0"/>
  <p:tag name="KSO_WM_UNIT_SM_LIMIT_TYPE" val="1"/>
  <p:tag name="KSO_WM_UNIT_TYPE" val="i"/>
</p:tagLst>
</file>

<file path=ppt/tags/tag114.xml><?xml version="1.0" encoding="utf-8"?>
<p:tagLst xmlns:p="http://schemas.openxmlformats.org/presentationml/2006/main">
  <p:tag name="KSO_WM_BEAUTIFY_FLAG" val="#wm#"/>
  <p:tag name="KSO_WM_CHIP_DECFILLPROP" val="[]"/>
  <p:tag name="KSO_WM_CHIP_FILLPROP" val="[[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50e751605bf474f903eb8204d109f3c&quot;,&quot;fill_align&quot;:&quot;cm&quot;,&quot;chip_types&quot;:[&quot;diagram&quot;,&quot;pictext&quot;,&quot;text&quot;,&quot;picture&quot;,&quot;chart&quot;,&quot;table&quot;,&quot;video&quot;]}]]"/>
  <p:tag name="KSO_WM_CHIP_GROUPID" val="5ef20c07a491bb0086638b14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f20c07a491bb0086638b15"/>
  <p:tag name="KSO_WM_SLIDE_BACKGROUND" val="[&quot;general&quot;]"/>
  <p:tag name="KSO_WM_SLIDE_BACKGROUND_TYPE" val="general"/>
  <p:tag name="KSO_WM_SLIDE_BK_DARK_LIGHT" val="2"/>
  <p:tag name="KSO_WM_SLIDE_CAN_ADD_NAVIGATION" val="1"/>
  <p:tag name="KSO_WM_SLIDE_ID" val="diagram20208600_1"/>
  <p:tag name="KSO_WM_SLIDE_INDEX" val="1"/>
  <p:tag name="KSO_WM_SLIDE_ITEM_CNT" val="0"/>
  <p:tag name="KSO_WM_SLIDE_LAYOUT" val="d"/>
  <p:tag name="KSO_WM_SLIDE_LAYOUT_CNT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2-04-05T20:50:16&quot;,&quot;maxSize&quot;:{&quot;size1&quot;:2.4504682088891663},&quot;minSize&quot;:{&quot;size1&quot;:2.4504682088891663},&quot;normalSize&quot;:{&quot;size1&quot;:2.4504682088891663},&quot;subLayout&quot;:[{&quot;id&quot;:&quot;2022-04-05T20:50:16&quot;,&quot;type&quot;:0},{&quot;id&quot;:&quot;2022-04-05T20:50:16&quot;,&quot;margin&quot;:{&quot;bottom&quot;:2.1170001029968262,&quot;left&quot;:1.6929999589920044,&quot;right&quot;:2.5399999618530273,&quot;top&quot;:2.1170001029968262},&quot;type&quot;:0}],&quot;type&quot;:0}"/>
  <p:tag name="KSO_WM_SLIDE_POSITION" val="45*10"/>
  <p:tag name="KSO_WM_SLIDE_RATIO" val="1.777778"/>
  <p:tag name="KSO_WM_SLIDE_SIZE" val="870*519"/>
  <p:tag name="KSO_WM_SLIDE_SUBTYPE" val="picTxt"/>
  <p:tag name="KSO_WM_SLIDE_SUPPORT_FEATURE_TYPE" val="3"/>
  <p:tag name="KSO_WM_SLIDE_TYPE" val="text"/>
  <p:tag name="KSO_WM_SPECIAL_SOURCE" val="bdnull"/>
  <p:tag name="KSO_WM_TAG_VERSION" val="1.0"/>
  <p:tag name="KSO_WM_TEMPLATE_ASSEMBLE_GROUPID" val="60656e7a4054ed1e2fb7f9a1"/>
  <p:tag name="KSO_WM_TEMPLATE_ASSEMBLE_XID" val="60656e7a4054ed1e2fb7f9a1"/>
  <p:tag name="KSO_WM_TEMPLATE_CATEGORY" val="diagram"/>
  <p:tag name="KSO_WM_TEMPLATE_COLOR_TYPE" val="1"/>
  <p:tag name="KSO_WM_TEMPLATE_INDEX" val="20208600"/>
  <p:tag name="KSO_WM_TEMPLATE_MASTER_TYPE" val="0"/>
  <p:tag name="KSO_WM_TEMPLATE_SUBCATEGORY" val="21"/>
</p:tagLst>
</file>

<file path=ppt/tags/tag115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57dadeb95ab44bae952665e5e2adc44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IAGRAM_ISNUMVISUAL" val="0"/>
  <p:tag name="KSO_WM_UNIT_DIAGRAM_ISREFERUNIT" val="0"/>
  <p:tag name="KSO_WM_UNIT_FILL_FORE_SCHEMECOLOR_INDEX" val="7"/>
  <p:tag name="KSO_WM_UNIT_FILL_FORE_SCHEMECOLOR_INDEX_BRIGHTNESS" val="0"/>
  <p:tag name="KSO_WM_UNIT_FILL_TYPE" val="1"/>
  <p:tag name="KSO_WM_UNIT_HIGHLIGHT" val="0"/>
  <p:tag name="KSO_WM_UNIT_ID" val="diagram20208608_1*i*1"/>
  <p:tag name="KSO_WM_UNIT_INDEX" val="1"/>
  <p:tag name="KSO_WM_UNIT_LAYERLEVEL" val="1"/>
  <p:tag name="KSO_WM_UNIT_SM_LIMIT_TYPE" val="1"/>
  <p:tag name="KSO_WM_UNIT_TEXT_FILL_FORE_SCHEMECOLOR_INDEX" val="13"/>
  <p:tag name="KSO_WM_UNIT_TEXT_FILL_FORE_SCHEMECOLOR_INDEX_BRIGHTNESS" val="0"/>
  <p:tag name="KSO_WM_UNIT_TEXT_FILL_TYPE" val="1"/>
  <p:tag name="KSO_WM_UNIT_TYPE" val="i"/>
  <p:tag name="KSO_WM_UNIT_VALUE" val="12"/>
</p:tagLst>
</file>

<file path=ppt/tags/tag116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5ed7bbdef93b417f8597839bfceeb68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IAGRAM_ISNUMVISUAL" val="0"/>
  <p:tag name="KSO_WM_UNIT_DIAGRAM_ISREFERUNIT" val="0"/>
  <p:tag name="KSO_WM_UNIT_FILL_FORE_SCHEMECOLOR_INDEX" val="5"/>
  <p:tag name="KSO_WM_UNIT_FILL_FORE_SCHEMECOLOR_INDEX_BRIGHTNESS" val="0.8"/>
  <p:tag name="KSO_WM_UNIT_FILL_TYPE" val="1"/>
  <p:tag name="KSO_WM_UNIT_HIGHLIGHT" val="0"/>
  <p:tag name="KSO_WM_UNIT_ID" val="diagram20208608_1*i*2"/>
  <p:tag name="KSO_WM_UNIT_INDEX" val="2"/>
  <p:tag name="KSO_WM_UNIT_LAYERLEVEL" val="1"/>
  <p:tag name="KSO_WM_UNIT_SM_LIMIT_TYPE" val="1"/>
  <p:tag name="KSO_WM_UNIT_TEXT_FILL_FORE_SCHEMECOLOR_INDEX" val="14"/>
  <p:tag name="KSO_WM_UNIT_TEXT_FILL_FORE_SCHEMECOLOR_INDEX_BRIGHTNESS" val="0"/>
  <p:tag name="KSO_WM_UNIT_TEXT_FILL_TYPE" val="1"/>
  <p:tag name="KSO_WM_UNIT_TYPE" val="i"/>
  <p:tag name="KSO_WM_UNIT_VALUE" val="112"/>
</p:tagLst>
</file>

<file path=ppt/tags/tag117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9365081e87b648178ddc3d515a88a6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08608_1*i*3"/>
  <p:tag name="KSO_WM_UNIT_INDEX" val="3"/>
  <p:tag name="KSO_WM_UNIT_LAYERLEVEL" val="1"/>
  <p:tag name="KSO_WM_UNIT_SM_LIMIT_TYPE" val="1"/>
  <p:tag name="KSO_WM_UNIT_TEXT_FILL_FORE_SCHEMECOLOR_INDEX" val="14"/>
  <p:tag name="KSO_WM_UNIT_TEXT_FILL_FORE_SCHEMECOLOR_INDEX_BRIGHTNESS" val="0"/>
  <p:tag name="KSO_WM_UNIT_TEXT_FILL_TYPE" val="1"/>
  <p:tag name="KSO_WM_UNIT_TYPE" val="i"/>
  <p:tag name="KSO_WM_UNIT_VALUE" val="300"/>
</p:tagLst>
</file>

<file path=ppt/tags/tag118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9d348e14170f4fda9a6f5f3d4ad90c6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IAGRAM_ISNUMVISUAL" val="0"/>
  <p:tag name="KSO_WM_UNIT_DIAGRAM_ISREFERUNIT" val="0"/>
  <p:tag name="KSO_WM_UNIT_HIGHLIGHT" val="0"/>
  <p:tag name="KSO_WM_UNIT_ID" val="diagram20208608_1*i*4"/>
  <p:tag name="KSO_WM_UNIT_INDEX" val="4"/>
  <p:tag name="KSO_WM_UNIT_LAYERLEVEL" val="1"/>
  <p:tag name="KSO_WM_UNIT_SM_LIMIT_TYPE" val="1"/>
  <p:tag name="KSO_WM_UNIT_TYPE" val="i"/>
</p:tagLst>
</file>

<file path=ppt/tags/tag119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8"/>
  <p:tag name="KSO_WM_UNIT_FILL_TYPE" val="1"/>
  <p:tag name="KSO_WM_UNIT_HIGHLIGHT" val="0"/>
  <p:tag name="KSO_WM_UNIT_ID" val="diagram20208608_1*i*5"/>
  <p:tag name="KSO_WM_UNIT_INDEX" val="5"/>
  <p:tag name="KSO_WM_UNIT_LAYERLEVEL" val="1"/>
  <p:tag name="KSO_WM_UNIT_SM_LIMIT_TYPE" val="1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2"/>
</p:tagLst>
</file>

<file path=ppt/tags/tag120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8"/>
  <p:tag name="KSO_WM_UNIT_FILL_TYPE" val="1"/>
  <p:tag name="KSO_WM_UNIT_HIGHLIGHT" val="0"/>
  <p:tag name="KSO_WM_UNIT_ID" val="diagram20208608_1*i*6"/>
  <p:tag name="KSO_WM_UNIT_INDEX" val="6"/>
  <p:tag name="KSO_WM_UNIT_LAYERLEVEL" val="1"/>
  <p:tag name="KSO_WM_UNIT_SM_LIMIT_TYPE" val="1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2"/>
</p:tagLst>
</file>

<file path=ppt/tags/tag121.xml><?xml version="1.0" encoding="utf-8"?>
<p:tagLst xmlns:p="http://schemas.openxmlformats.org/presentationml/2006/main">
  <p:tag name="KSO_WM_BEAUTIFY_FLAG" val="#wm#"/>
  <p:tag name="KSO_WM_CHIP_GROUPID" val="5ef20bd7a491bb0086638afb"/>
  <p:tag name="KSO_WM_CHIP_XID" val="5ef20bd7a491bb0086638afc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c441230aa17b467882c9a069d83bb11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diagram20208608_1*i*7"/>
  <p:tag name="KSO_WM_UNIT_INDEX" val="7"/>
  <p:tag name="KSO_WM_UNIT_LAYERLEVEL" val="1"/>
  <p:tag name="KSO_WM_UNIT_SM_LIMIT_TYPE" val="1"/>
  <p:tag name="KSO_WM_UNIT_TEXT_FILL_FORE_SCHEMECOLOR_INDEX" val="14"/>
  <p:tag name="KSO_WM_UNIT_TEXT_FILL_FORE_SCHEMECOLOR_INDEX_BRIGHTNESS" val="0"/>
  <p:tag name="KSO_WM_UNIT_TEXT_FILL_TYPE" val="1"/>
  <p:tag name="KSO_WM_UNIT_TYPE" val="i"/>
  <p:tag name="KSO_WM_UNIT_VALUE" val="112"/>
</p:tagLst>
</file>

<file path=ppt/tags/tag122.xml><?xml version="1.0" encoding="utf-8"?>
<p:tagLst xmlns:p="http://schemas.openxmlformats.org/presentationml/2006/main">
  <p:tag name="KSO_WM_ASSEMBLE_CHIP_INDEX" val="ec91d81734184b23a78b64fe058a1edb"/>
  <p:tag name="KSO_WM_BEAUTIFY_FLAG" val="#wm#"/>
  <p:tag name="KSO_WM_CHIP_FILLAREA_FILL_RULE" val="{&quot;fill_align&quot;:&quot;lm&quot;,&quot;fill_mode&quot;:&quot;full&quot;,&quot;sacle_strategy&quot;:&quot;smart&quot;}"/>
  <p:tag name="KSO_WM_CHIP_GROUPID" val="5e7881253197e252a37019b5"/>
  <p:tag name="KSO_WM_CHIP_XID" val="5e7881253197e252a37019b6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5407dd5a22d14954a5cd52f78982f14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4;44;4"/>
  <p:tag name="KSO_WM_UNIT_DIAGRAM_ISNUMVISUAL" val="0"/>
  <p:tag name="KSO_WM_UNIT_DIAGRAM_ISREFERUNIT" val="0"/>
  <p:tag name="KSO_WM_UNIT_HIGHLIGHT" val="0"/>
  <p:tag name="KSO_WM_UNIT_ID" val="diagram20208608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添加大标题"/>
  <p:tag name="KSO_WM_UNIT_SHOW_EDIT_AREA_INDICATION" val="1"/>
  <p:tag name="KSO_WM_UNIT_SM_LIMIT_TYPE" val="2"/>
  <p:tag name="KSO_WM_UNIT_TEXT_FILL_FORE_SCHEMECOLOR_INDEX" val="13"/>
  <p:tag name="KSO_WM_UNIT_TEXT_FILL_FORE_SCHEMECOLOR_INDEX_BRIGHTNESS" val="0"/>
  <p:tag name="KSO_WM_UNIT_TEXT_FILL_TYPE" val="1"/>
  <p:tag name="KSO_WM_UNIT_TYPE" val="a"/>
  <p:tag name="KSO_WM_UNIT_VALUE" val="17"/>
</p:tagLst>
</file>

<file path=ppt/tags/tag123.xml><?xml version="1.0" encoding="utf-8"?>
<p:tagLst xmlns:p="http://schemas.openxmlformats.org/presentationml/2006/main">
  <p:tag name="KSO_WM_ASSEMBLE_CHIP_INDEX" val="e8a2a62a8af14ac89ad76e3cde9eb9da"/>
  <p:tag name="KSO_WM_BEAUTIFY_FLAG" val="#wm#"/>
  <p:tag name="KSO_WM_CHIP_FILLAREA_FILL_RULE" val="{&quot;fill_align&quot;:&quot;lm&quot;,&quot;fill_mode&quot;:&quot;full&quot;,&quot;sacle_strategy&quot;:&quot;smart&quot;}"/>
  <p:tag name="KSO_WM_CHIP_GROUPID" val="5e6b05b36848fb12bee65ad8"/>
  <p:tag name="KSO_WM_CHIP_XID" val="5e6b05b36848fb12bee65ada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INDEX" val="20208608"/>
  <p:tag name="KSO_WM_UNIT_BLOCK" val="0"/>
  <p:tag name="KSO_WM_UNIT_COMPATIBLE" val="0"/>
  <p:tag name="KSO_WM_UNIT_DEC_AREA_ID" val="07ffc1b8994a4bebbe0fcace810100c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14;20;2"/>
  <p:tag name="KSO_WM_UNIT_DIAGRAM_ISNUMVISUAL" val="0"/>
  <p:tag name="KSO_WM_UNIT_DIAGRAM_ISREFERUNIT" val="0"/>
  <p:tag name="KSO_WM_UNIT_HIGHLIGHT" val="0"/>
  <p:tag name="KSO_WM_UNIT_ID" val="diagram20208608_1*h_f*1_1"/>
  <p:tag name="KSO_WM_UNIT_INDEX" val="1_1"/>
  <p:tag name="KSO_WM_UNIT_LAYERLEVEL" val="1_1"/>
  <p:tag name="KSO_WM_UNIT_NOCLEAR" val="0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。"/>
  <p:tag name="KSO_WM_UNIT_SHOW_EDIT_AREA_INDICATION" val="1"/>
  <p:tag name="KSO_WM_UNIT_SM_LIMIT_TYPE" val="2"/>
  <p:tag name="KSO_WM_UNIT_SUBTYPE" val="a"/>
  <p:tag name="KSO_WM_UNIT_TEXT_FILL_FORE_SCHEMECOLOR_INDEX" val="13"/>
  <p:tag name="KSO_WM_UNIT_TEXT_FILL_FORE_SCHEMECOLOR_INDEX_BRIGHTNESS" val="0.25"/>
  <p:tag name="KSO_WM_UNIT_TEXT_FILL_TYPE" val="1"/>
  <p:tag name="KSO_WM_UNIT_TEXT_SUBTYPE" val="a"/>
  <p:tag name="KSO_WM_UNIT_TYPE" val="h_f"/>
  <p:tag name="KSO_WM_UNIT_VALUE" val="170"/>
</p:tagLst>
</file>

<file path=ppt/tags/tag124.xml><?xml version="1.0" encoding="utf-8"?>
<p:tagLst xmlns:p="http://schemas.openxmlformats.org/presentationml/2006/main">
  <p:tag name="KSO_WM_BEAUTIFY_FLAG" val="#wm#"/>
  <p:tag name="KSO_WM_CHIP_DECFILLPROP" val="[]"/>
  <p:tag name="KSO_WM_CHIP_FILLPROP" val="[[{&quot;text_align&quot;:&quot;lm&quot;,&quot;text_direction&quot;:&quot;horizontal&quot;,&quot;support_big_font&quot;:false,&quot;fill_id&quot;:&quot;c4c25ca0ca5c40f185466383f79d5c7d&quot;,&quot;fill_align&quot;:&quot;lm&quot;,&quot;chip_types&quot;:[&quot;header&quot;]},{&quot;text_align&quot;:&quot;lm&quot;,&quot;text_direction&quot;:&quot;horizontal&quot;,&quot;support_big_font&quot;:false,&quot;fill_id&quot;:&quot;d48b62735a09469bb829c88fb0d6fc75&quot;,&quot;fill_align&quot;:&quot;lm&quot;,&quot;chip_types&quot;:[&quot;diagram&quot;,&quot;pictext&quot;,&quot;text&quot;,&quot;picture&quot;,&quot;chart&quot;,&quot;table&quot;,&quot;video&quot;]}]]"/>
  <p:tag name="KSO_WM_CHIP_GROUPID" val="5ef20bd7a491bb0086638afb"/>
  <p:tag name="KSO_WM_CHIP_INFOS" val="{&quot;type&quot;:0,&quot;layout_type&quot;:&quot;topbottom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f20bd7a491bb0086638afc"/>
  <p:tag name="KSO_WM_SLIDE_BACKGROUND" val="[&quot;general&quot;]"/>
  <p:tag name="KSO_WM_SLIDE_BACKGROUND_TYPE" val="general"/>
  <p:tag name="KSO_WM_SLIDE_BK_DARK_LIGHT" val="2"/>
  <p:tag name="KSO_WM_SLIDE_CAN_ADD_NAVIGATION" val="1"/>
  <p:tag name="KSO_WM_SLIDE_ID" val="diagram20208608_1"/>
  <p:tag name="KSO_WM_SLIDE_INDEX" val="1"/>
  <p:tag name="KSO_WM_SLIDE_ITEM_CNT" val="0"/>
  <p:tag name="KSO_WM_SLIDE_LAYOUT" val="a_h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01:23&quot;,&quot;maxSize&quot;:{&quot;size1&quot;:31.100000000000001},&quot;minSize&quot;:{&quot;size1&quot;:26.699999999999999},&quot;normalSize&quot;:{&quot;size1&quot;:31.09981481481481},&quot;subLayout&quot;:[{&quot;id&quot;:&quot;2021-04-01T15:01:23&quot;,&quot;margin&quot;:{&quot;bottom&quot;:0.026000002399086952,&quot;left&quot;:5.0799999237060547,&quot;right&quot;:6.7729997634887695,&quot;top&quot;:2.9630000591278076},&quot;type&quot;:0},{&quot;id&quot;:&quot;2021-04-01T15:01:23&quot;,&quot;margin&quot;:{&quot;bottom&quot;:4.2329998016357422,&quot;left&quot;:5.0799999237060547,&quot;right&quot;:4.6560001373291016,&quot;top&quot;:0.84700000286102295},&quot;maxSize&quot;:{&quot;size1&quot;:33.356298071425144},&quot;minSize&quot;:{&quot;size1&quot;:17.456298071425135},&quot;normalSize&quot;:{&quot;size1&quot;:26.399088003157996},&quot;subLayout&quot;:[{&quot;id&quot;:&quot;2021-04-01T15:01:23&quot;,&quot;margin&quot;:{&quot;bottom&quot;:0.046929728239774704,&quot;left&quot;:5.0799999237060547,&quot;right&quot;:4.6560001373291016,&quot;top&quot;:0.84700000286102295},&quot;type&quot;:0},{&quot;id&quot;:&quot;2021-04-01T15:01:23&quot;,&quot;margin&quot;:{&quot;bottom&quot;:4.2329998016357422,&quot;left&quot;:5.0799999237060547,&quot;right&quot;:4.6560001373291016,&quot;top&quot;:0.14886191487312317},&quot;type&quot;:0}],&quot;type&quot;:0}],&quot;type&quot;:0}"/>
  <p:tag name="KSO_WM_SLIDE_POSITION" val="144*227.301"/>
  <p:tag name="KSO_WM_SLIDE_RATIO" val="1.777778"/>
  <p:tag name="KSO_WM_SLIDE_SIZE" val="683.954*168.701"/>
  <p:tag name="KSO_WM_SLIDE_SUBTYPE" val="pureTxt"/>
  <p:tag name="KSO_WM_SLIDE_SUPPORT_FEATURE_TYPE" val="0"/>
  <p:tag name="KSO_WM_SLIDE_TYPE" val="text"/>
  <p:tag name="KSO_WM_SPECIAL_SOURCE" val="bdnull"/>
  <p:tag name="KSO_WM_TAG_VERSION" val="1.0"/>
  <p:tag name="KSO_WM_TEMPLATE_ASSEMBLE_GROUPID" val="60656e7a4054ed1e2fb7f9a4"/>
  <p:tag name="KSO_WM_TEMPLATE_ASSEMBLE_XID" val="60656e7a4054ed1e2fb7f9a4"/>
  <p:tag name="KSO_WM_TEMPLATE_CATEGORY" val="diagram"/>
  <p:tag name="KSO_WM_TEMPLATE_COLOR_TYPE" val="1"/>
  <p:tag name="KSO_WM_TEMPLATE_INDEX" val="20208608"/>
  <p:tag name="KSO_WM_TEMPLATE_MASTER_TYPE" val="0"/>
  <p:tag name="KSO_WM_TEMPLATE_SUBCATEGORY" val="21"/>
</p:tagLst>
</file>

<file path=ppt/tags/tag125.xml><?xml version="1.0" encoding="utf-8"?>
<p:tagLst xmlns:p="http://schemas.openxmlformats.org/presentationml/2006/main">
  <p:tag name="KSO_WM_SPECIAL_SOURCE" val="bdnull"/>
</p:tagLst>
</file>

<file path=ppt/tags/tag126.xml><?xml version="1.0" encoding="utf-8"?>
<p:tagLst xmlns:p="http://schemas.openxmlformats.org/presentationml/2006/main">
  <p:tag name="KSO_WM_SPECIAL_SOURCE" val="bdnull"/>
</p:tagLst>
</file>

<file path=ppt/tags/tag127.xml><?xml version="1.0" encoding="utf-8"?>
<p:tagLst xmlns:p="http://schemas.openxmlformats.org/presentationml/2006/main">
  <p:tag name="KSO_WM_SPECIAL_SOURCE" val="bdnull"/>
</p:tagLst>
</file>

<file path=ppt/tags/tag128.xml><?xml version="1.0" encoding="utf-8"?>
<p:tagLst xmlns:p="http://schemas.openxmlformats.org/presentationml/2006/main">
  <p:tag name="KSO_WM_SPECIAL_SOURCE" val="bdnull"/>
</p:tagLst>
</file>

<file path=ppt/tags/tag129.xml><?xml version="1.0" encoding="utf-8"?>
<p:tagLst xmlns:p="http://schemas.openxmlformats.org/presentationml/2006/main">
  <p:tag name="KSO_WM_SPECIAL_SOURCE" val="bdnull"/>
</p:tagLst>
</file>

<file path=ppt/tags/tag130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  <p:tag name="KSO_DOCER_TEMPLATE_OPEN_ONCE_MARK" val="1"/>
  <p:tag name="KSO_WPP_MARK_KEY" val="daf14696-2e11-4444-8b57-5a6381771703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92</Paragraphs>
  <Slides>13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25">
      <vt:lpstr>Arial</vt:lpstr>
      <vt:lpstr>微软雅黑</vt:lpstr>
      <vt:lpstr>Wingdings</vt:lpstr>
      <vt:lpstr>等线 Light</vt:lpstr>
      <vt:lpstr>等线</vt:lpstr>
      <vt:lpstr>Times New Roman</vt:lpstr>
      <vt:lpstr>仿宋</vt:lpstr>
      <vt:lpstr>Segoe UI</vt:lpstr>
      <vt:lpstr>微软雅黑 Light</vt:lpstr>
      <vt:lpstr>Helvetica</vt:lpstr>
      <vt:lpstr>宋体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2024-06-04T10:37:28.195</cp:lastPrinted>
  <dcterms:created xsi:type="dcterms:W3CDTF">2024-06-04T10:37:28Z</dcterms:created>
  <dcterms:modified xsi:type="dcterms:W3CDTF">2024-06-04T02:37:28Z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