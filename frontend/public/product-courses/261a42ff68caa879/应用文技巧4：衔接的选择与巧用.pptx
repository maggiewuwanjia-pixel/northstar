
<file path=[Content_Types].xml><?xml version="1.0" encoding="utf-8"?>
<Types xmlns="http://schemas.openxmlformats.org/package/2006/content-types">
  <Default Extension="rels" ContentType="application/vnd.openxmlformats-package.relationships+xml"/>
  <Default Extension="xml" ContentType="application/xml"/>
  <Default Extension="jpeg" ContentType="image/jpeg"/>
  <Default Extension="png" ContentType="image/png"/>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entation.xml" ContentType="application/vnd.openxmlformats-officedocument.presentationml.presentation.main+xml"/>
  <Override PartName="/ppt/presProps.xml" ContentType="application/vnd.openxmlformats-officedocument.presentationml.presProp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&#65279;<?xml version="1.0" encoding="utf-8" standalone="yes"?><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officeDocument/2006/relationships/extended-properties" Target="docProps/app.xml" /><Relationship Id="rId4" Type="http://schemas.openxmlformats.org/package/2006/relationships/metadata/thumbnail" Target="docProps/thumbnail.jpeg" /><Relationship Id="rId5" Type="http://schemas.openxmlformats.org/officeDocument/2006/relationships/custom-properties" Target="docProps/custom.xml" /></Relationships>
</file>

<file path=ppt/presentation.xml><?xml version="1.0" encoding="utf-8"?>
<!--Generated by Aspose.Slides for Java 23.3-->
<p:presentation xmlns:r="http://schemas.openxmlformats.org/officeDocument/2006/relationships" xmlns:a="http://schemas.openxmlformats.org/drawingml/2006/main" xmlns:p="http://schemas.openxmlformats.org/presentationml/2006/main">
  <p:sldMasterIdLst>
    <p:sldMasterId id="2147483648" r:id="rId1"/>
  </p:sldMasterIdLst>
  <p:notesMasterIdLst>
    <p:notesMasterId r:id="rId2"/>
  </p:notesMasterIdLst>
  <p:handoutMasterIdLst>
    <p:handoutMasterId r:id="rId3"/>
  </p:handoutMasterIdLst>
  <p:sldIdLst>
    <p:sldId id="269" r:id="rId4"/>
    <p:sldId id="258" r:id="rId5"/>
    <p:sldId id="259" r:id="rId6"/>
    <p:sldId id="260" r:id="rId7"/>
    <p:sldId id="261" r:id="rId8"/>
    <p:sldId id="262" r:id="rId9"/>
    <p:sldId id="263" r:id="rId10"/>
    <p:sldId id="264" r:id="rId11"/>
    <p:sldId id="265" r:id="rId12"/>
    <p:sldId id="266" r:id="rId13"/>
    <p:sldId id="267" r:id="rId14"/>
    <p:sldId id="268" r:id="rId15"/>
  </p:sldIdLst>
  <p:sldSz cx="12192000" cy="6858000"/>
  <p:notesSz cx="6858000" cy="9144000"/>
  <p:custDataLst>
    <p:tags r:id="rId16"/>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r="http://schemas.openxmlformats.org/officeDocument/2006/relationships" xmlns:a="http://schemas.openxmlformats.org/drawingml/2006/main" xmlns:p="http://schemas.openxmlformats.org/presentationml/2006/main">
  <p:showPr showNarration="1">
    <p:presen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 uri="{1BD7E111-0CB8-44D6-8891-C1BB2F81B7CC}">
      <p1710:readonlyRecommended xmlns:p1710="http://schemas.microsoft.com/office/powerpoint/2017/10/main" val="0"/>
    </p:ext>
  </p:extLst>
</p:presentationPr>
</file>

<file path=ppt/tableStyles.xml><?xml version="1.0" encoding="utf-8"?>
<a:tblStyleLst xmlns:r="http://schemas.openxmlformats.org/officeDocument/2006/relationships"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78" autoAdjust="0"/>
    <p:restoredTop sz="94660"/>
  </p:normalViewPr>
  <p:slideViewPr>
    <p:cSldViewPr snapToGrid="0" showGuides="1">
      <p:cViewPr varScale="1">
        <p:scale>
          <a:sx n="99" d="100"/>
          <a:sy n="99" d="100"/>
        </p:scale>
        <p:origin x="84" y="582"/>
      </p:cViewPr>
      <p:guideLst>
        <p:guide orient="horz" pos="2160"/>
        <p:guide pos="3840"/>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&#65279;<?xml version="1.0" encoding="utf-8" standalone="yes"?><Relationships xmlns="http://schemas.openxmlformats.org/package/2006/relationships"><Relationship Id="rId1" Type="http://schemas.openxmlformats.org/officeDocument/2006/relationships/slideMaster" Target="slideMasters/slideMaster1.xml" /><Relationship Id="rId10" Type="http://schemas.openxmlformats.org/officeDocument/2006/relationships/slide" Target="slides/slide7.xml" /><Relationship Id="rId11" Type="http://schemas.openxmlformats.org/officeDocument/2006/relationships/slide" Target="slides/slide8.xml" /><Relationship Id="rId12" Type="http://schemas.openxmlformats.org/officeDocument/2006/relationships/slide" Target="slides/slide9.xml" /><Relationship Id="rId13" Type="http://schemas.openxmlformats.org/officeDocument/2006/relationships/slide" Target="slides/slide10.xml" /><Relationship Id="rId14" Type="http://schemas.openxmlformats.org/officeDocument/2006/relationships/slide" Target="slides/slide11.xml" /><Relationship Id="rId15" Type="http://schemas.openxmlformats.org/officeDocument/2006/relationships/slide" Target="slides/slide12.xml" /><Relationship Id="rId16" Type="http://schemas.openxmlformats.org/officeDocument/2006/relationships/tags" Target="tags/tag65.xml" /><Relationship Id="rId17" Type="http://schemas.openxmlformats.org/officeDocument/2006/relationships/presProps" Target="presProps.xml" /><Relationship Id="rId18" Type="http://schemas.openxmlformats.org/officeDocument/2006/relationships/viewProps" Target="viewProps.xml" /><Relationship Id="rId19" Type="http://schemas.openxmlformats.org/officeDocument/2006/relationships/theme" Target="theme/theme1.xml" /><Relationship Id="rId2" Type="http://schemas.openxmlformats.org/officeDocument/2006/relationships/notesMaster" Target="notesMasters/notesMaster1.xml" /><Relationship Id="rId20" Type="http://schemas.openxmlformats.org/officeDocument/2006/relationships/tableStyles" Target="tableStyles.xml" /><Relationship Id="rId3" Type="http://schemas.openxmlformats.org/officeDocument/2006/relationships/handoutMaster" Target="handoutMasters/handoutMaster1.xml" /><Relationship Id="rId4" Type="http://schemas.openxmlformats.org/officeDocument/2006/relationships/slide" Target="slides/slide1.xml" /><Relationship Id="rId5" Type="http://schemas.openxmlformats.org/officeDocument/2006/relationships/slide" Target="slides/slide2.xml" /><Relationship Id="rId6" Type="http://schemas.openxmlformats.org/officeDocument/2006/relationships/slide" Target="slides/slide3.xml" /><Relationship Id="rId7" Type="http://schemas.openxmlformats.org/officeDocument/2006/relationships/slide" Target="slides/slide4.xml" /><Relationship Id="rId8" Type="http://schemas.openxmlformats.org/officeDocument/2006/relationships/slide" Target="slides/slide5.xml" /><Relationship Id="rId9" Type="http://schemas.openxmlformats.org/officeDocument/2006/relationships/slide" Target="slides/slide6.xml" /></Relationships>
</file>

<file path=ppt/handoutMasters/_rels/handoutMaster1.xml.rels>&#65279;<?xml version="1.0" encoding="utf-8" standalone="yes"?><Relationships xmlns="http://schemas.openxmlformats.org/package/2006/relationships"><Relationship Id="rId1" Type="http://schemas.openxmlformats.org/officeDocument/2006/relationships/theme" Target="../theme/theme3.xml" /></Relationships>
</file>

<file path=ppt/handoutMasters/handoutMaster1.xml><?xml version="1.0" encoding="utf-8"?>
<p:handoutMaster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bg>
      <p:bgRef idx="1001">
        <a:schemeClr val="bg1"/>
      </p:bgRef>
    </p:bg>
    <p:spTree>
      <p:nvGrpSpPr>
        <p:cNvPr id="1" name=""/>
        <p:cNvGrpSpPr/>
        <p:nvPr/>
      </p:nvGrpSpPr>
      <p:grpSpPr>
        <a:xfrm>
          <a:off x="0" y="0"/>
          <a: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t/>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t/>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&#65279;<?xml version="1.0" encoding="utf-8" standalone="yes"?><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bg>
      <p:bgRef idx="1001">
        <a:schemeClr val="bg1"/>
      </p:bgRef>
    </p:bg>
    <p:spTree>
      <p:nvGrpSpPr>
        <p:cNvPr id="1" name=""/>
        <p:cNvGrpSpPr/>
        <p:nvPr/>
      </p:nvGrpSpPr>
      <p:grpSpPr>
        <a:xfrm>
          <a:off x="0" y="0"/>
          <a: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&#65279;<?xml version="1.0" encoding="utf-8" standalone="yes"?><Relationships xmlns="http://schemas.openxmlformats.org/package/2006/relationships"><Relationship Id="rId1" Type="http://schemas.openxmlformats.org/officeDocument/2006/relationships/slide" Target="../slides/slide2.xml" /><Relationship Id="rId2" Type="http://schemas.openxmlformats.org/officeDocument/2006/relationships/notesMaster" Target="../notesMasters/notesMaster1.xml" /></Relationships>
</file>

<file path=ppt/notesSlides/_rels/notesSlide2.xml.rels>&#65279;<?xml version="1.0" encoding="utf-8" standalone="yes"?><Relationships xmlns="http://schemas.openxmlformats.org/package/2006/relationships"><Relationship Id="rId1" Type="http://schemas.openxmlformats.org/officeDocument/2006/relationships/slide" Target="../slides/slide3.xml" /><Relationship Id="rId2" Type="http://schemas.openxmlformats.org/officeDocument/2006/relationships/notesMaster" Target="../notesMasters/notesMaster1.xml" /></Relationships>
</file>

<file path=ppt/notesSlides/_rels/notesSlide3.xml.rels>&#65279;<?xml version="1.0" encoding="utf-8" standalone="yes"?><Relationships xmlns="http://schemas.openxmlformats.org/package/2006/relationships"><Relationship Id="rId1" Type="http://schemas.openxmlformats.org/officeDocument/2006/relationships/slide" Target="../slides/slide4.xml" /><Relationship Id="rId2" Type="http://schemas.openxmlformats.org/officeDocument/2006/relationships/notesMaster" Target="../notesMasters/notesMaster1.xml" /></Relationships>
</file>

<file path=ppt/notesSlides/_rels/notesSlide4.xml.rels>&#65279;<?xml version="1.0" encoding="utf-8" standalone="yes"?><Relationships xmlns="http://schemas.openxmlformats.org/package/2006/relationships"><Relationship Id="rId1" Type="http://schemas.openxmlformats.org/officeDocument/2006/relationships/slide" Target="../slides/slide5.xml" /><Relationship Id="rId2" Type="http://schemas.openxmlformats.org/officeDocument/2006/relationships/notesMaster" Target="../notesMasters/notesMaster1.xml" /></Relationships>
</file>

<file path=ppt/notesSlides/_rels/notesSlide5.xml.rels>&#65279;<?xml version="1.0" encoding="utf-8" standalone="yes"?><Relationships xmlns="http://schemas.openxmlformats.org/package/2006/relationships"><Relationship Id="rId1" Type="http://schemas.openxmlformats.org/officeDocument/2006/relationships/slide" Target="../slides/slide6.xml" /><Relationship Id="rId2" Type="http://schemas.openxmlformats.org/officeDocument/2006/relationships/notesMaster" Target="../notesMasters/notesMaster1.xml" /></Relationships>
</file>

<file path=ppt/notesSlides/_rels/notesSlide6.xml.rels>&#65279;<?xml version="1.0" encoding="utf-8" standalone="yes"?><Relationships xmlns="http://schemas.openxmlformats.org/package/2006/relationships"><Relationship Id="rId1" Type="http://schemas.openxmlformats.org/officeDocument/2006/relationships/slide" Target="../slides/slide7.xml" /><Relationship Id="rId2" Type="http://schemas.openxmlformats.org/officeDocument/2006/relationships/notesMaster" Target="../notesMasters/notesMaster1.xml" /></Relationships>
</file>

<file path=ppt/notesSlides/_rels/notesSlide7.xml.rels>&#65279;<?xml version="1.0" encoding="utf-8" standalone="yes"?><Relationships xmlns="http://schemas.openxmlformats.org/package/2006/relationships"><Relationship Id="rId1" Type="http://schemas.openxmlformats.org/officeDocument/2006/relationships/slide" Target="../slides/slide8.xml" /><Relationship Id="rId2" Type="http://schemas.openxmlformats.org/officeDocument/2006/relationships/notesMaster" Target="../notesMasters/notesMaster1.xml" /></Relationships>
</file>

<file path=ppt/notesSlides/_rels/notesSlide8.xml.rels>&#65279;<?xml version="1.0" encoding="utf-8" standalone="yes"?><Relationships xmlns="http://schemas.openxmlformats.org/package/2006/relationships"><Relationship Id="rId1" Type="http://schemas.openxmlformats.org/officeDocument/2006/relationships/slide" Target="../slides/slide9.xml" /><Relationship Id="rId2" Type="http://schemas.openxmlformats.org/officeDocument/2006/relationships/notesMaster" Target="../notesMasters/notesMaster1.xml" /></Relationships>
</file>

<file path=ppt/notesSlides/_rels/notesSlide9.xml.rels>&#65279;<?xml version="1.0" encoding="utf-8" standalone="yes"?><Relationships xmlns="http://schemas.openxmlformats.org/package/2006/relationships"><Relationship Id="rId1" Type="http://schemas.openxmlformats.org/officeDocument/2006/relationships/slide" Target="../slides/slide10.xml" /><Relationship Id="rId2" Type="http://schemas.openxmlformats.org/officeDocument/2006/relationships/notesMaster" Target="../notesMasters/notesMaster1.xml" /></Relationships>
</file>

<file path=ppt/notesSlides/_rels/notesSlide10.xml.rels>&#65279;<?xml version="1.0" encoding="utf-8" standalone="yes"?><Relationships xmlns="http://schemas.openxmlformats.org/package/2006/relationships"><Relationship Id="rId1" Type="http://schemas.openxmlformats.org/officeDocument/2006/relationships/slide" Target="../slides/slide11.xml" /><Relationship Id="rId2" Type="http://schemas.openxmlformats.org/officeDocument/2006/relationships/notesMaster" Target="../notesMasters/notesMaster1.xml" /></Relationships>
</file>

<file path=ppt/notesSlides/_rels/notesSlide11.xml.rels>&#65279;<?xml version="1.0" encoding="utf-8" standalone="yes"?><Relationships xmlns="http://schemas.openxmlformats.org/package/2006/relationships"><Relationship Id="rId1" Type="http://schemas.openxmlformats.org/officeDocument/2006/relationships/slide" Target="../slides/slide12.xml" /><Relationship Id="rId2"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a:xfrm>
          <a:off x="0" y="0"/>
          <a:ext cx="0" cy="0"/>
        </a:xfrm>
      </p:grpSpPr>
      <p:sp>
        <p:nvSpPr>
          <p:cNvPr id="2" name="幻灯片图像占位符 1"/>
          <p:cNvSpPr>
            <a:spLocks noGrp="1" noRot="1" noChangeAspect="1"/>
          </p:cNvSpPr>
          <p:nvPr>
            <p:ph type="sldImg" idx="2"/>
          </p:nvPr>
        </p:nvSpPr>
        <p:spPr>
          <a:xfrm>
            <a:off x="685800" y="1143000"/>
            <a:ext cx="5486400" cy="3086100"/>
          </a:xfrm>
        </p:spPr>
      </p:sp>
      <p:sp>
        <p:nvSpPr>
          <p:cNvPr id="3" name="文本占位符 2"/>
          <p:cNvSpPr txBox="1">
            <a:spLocks noGrp="1"/>
          </p:cNvSpPr>
          <p:nvPr>
            <p:ph type="body" idx="3"/>
          </p:nvPr>
        </p:nvSpPr>
        <p:spPr/>
        <p:txBody>
          <a:bodyPr/>
          <a:lstStyle/>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a:xfrm>
          <a:off x="0" y="0"/>
          <a:ext cx="0" cy="0"/>
        </a:xfrm>
      </p:grpSpPr>
      <p:sp>
        <p:nvSpPr>
          <p:cNvPr id="2" name="幻灯片图像占位符 1"/>
          <p:cNvSpPr>
            <a:spLocks noGrp="1" noRot="1" noChangeAspect="1"/>
          </p:cNvSpPr>
          <p:nvPr>
            <p:ph type="sldImg" idx="2"/>
          </p:nvPr>
        </p:nvSpPr>
        <p:spPr>
          <a:xfrm>
            <a:off x="685800" y="1143000"/>
            <a:ext cx="5486400" cy="3086100"/>
          </a:xfrm>
        </p:spPr>
      </p:sp>
      <p:sp>
        <p:nvSpPr>
          <p:cNvPr id="3" name="文本占位符 2"/>
          <p:cNvSpPr txBox="1">
            <a:spLocks noGrp="1"/>
          </p:cNvSpPr>
          <p:nvPr>
            <p:ph type="body" idx="3"/>
          </p:nvPr>
        </p:nvSpPr>
        <p:spPr/>
        <p:txBody>
          <a:bodyPr/>
          <a:lstStyle/>
          <a:p>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a:xfrm>
          <a:off x="0" y="0"/>
          <a:ext cx="0" cy="0"/>
        </a:xfrm>
      </p:grpSpPr>
      <p:sp>
        <p:nvSpPr>
          <p:cNvPr id="2" name="幻灯片图像占位符 1"/>
          <p:cNvSpPr>
            <a:spLocks noGrp="1" noRot="1" noChangeAspect="1"/>
          </p:cNvSpPr>
          <p:nvPr>
            <p:ph type="sldImg" idx="2"/>
          </p:nvPr>
        </p:nvSpPr>
        <p:spPr>
          <a:xfrm>
            <a:off x="685800" y="1143000"/>
            <a:ext cx="5486400" cy="3086100"/>
          </a:xfrm>
        </p:spPr>
      </p:sp>
      <p:sp>
        <p:nvSpPr>
          <p:cNvPr id="3" name="文本占位符 2"/>
          <p:cNvSpPr txBox="1">
            <a:spLocks noGrp="1"/>
          </p:cNvSpPr>
          <p:nvPr>
            <p:ph type="body" idx="3"/>
          </p:nvPr>
        </p:nvSpPr>
        <p:spPr/>
        <p:txBody>
          <a:bodyPr/>
          <a:lstStyle/>
          <a:p>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a:xfrm>
          <a:off x="0" y="0"/>
          <a:ext cx="0" cy="0"/>
        </a:xfrm>
      </p:grpSpPr>
      <p:sp>
        <p:nvSpPr>
          <p:cNvPr id="2" name="幻灯片图像占位符 1"/>
          <p:cNvSpPr>
            <a:spLocks noGrp="1" noRot="1" noChangeAspect="1"/>
          </p:cNvSpPr>
          <p:nvPr>
            <p:ph type="sldImg" idx="2"/>
          </p:nvPr>
        </p:nvSpPr>
        <p:spPr>
          <a:xfrm>
            <a:off x="685800" y="1143000"/>
            <a:ext cx="5486400" cy="3086100"/>
          </a:xfrm>
        </p:spPr>
      </p:sp>
      <p:sp>
        <p:nvSpPr>
          <p:cNvPr id="3" name="文本占位符 2"/>
          <p:cNvSpPr txBox="1">
            <a:spLocks noGrp="1"/>
          </p:cNvSpPr>
          <p:nvPr>
            <p:ph type="body" idx="3"/>
          </p:nvPr>
        </p:nvSpPr>
        <p:spPr/>
        <p:txBody>
          <a:bodyPr/>
          <a:lstStyle/>
          <a:p>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a:xfrm>
          <a:off x="0" y="0"/>
          <a:ext cx="0" cy="0"/>
        </a:xfrm>
      </p:grpSpPr>
      <p:sp>
        <p:nvSpPr>
          <p:cNvPr id="2" name="幻灯片图像占位符 1"/>
          <p:cNvSpPr>
            <a:spLocks noGrp="1" noRot="1" noChangeAspect="1"/>
          </p:cNvSpPr>
          <p:nvPr>
            <p:ph type="sldImg" idx="2"/>
          </p:nvPr>
        </p:nvSpPr>
        <p:spPr>
          <a:xfrm>
            <a:off x="685800" y="1143000"/>
            <a:ext cx="5486400" cy="3086100"/>
          </a:xfrm>
        </p:spPr>
      </p:sp>
      <p:sp>
        <p:nvSpPr>
          <p:cNvPr id="3" name="文本占位符 2"/>
          <p:cNvSpPr txBox="1">
            <a:spLocks noGrp="1"/>
          </p:cNvSpPr>
          <p:nvPr>
            <p:ph type="body" idx="3"/>
          </p:nvPr>
        </p:nvSpPr>
        <p:spPr/>
        <p:txBody>
          <a:bodyPr/>
          <a:lstStyle/>
          <a:p>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a:xfrm>
          <a:off x="0" y="0"/>
          <a:ext cx="0" cy="0"/>
        </a:xfrm>
      </p:grpSpPr>
      <p:sp>
        <p:nvSpPr>
          <p:cNvPr id="2" name="幻灯片图像占位符 1"/>
          <p:cNvSpPr>
            <a:spLocks noGrp="1" noRot="1" noChangeAspect="1"/>
          </p:cNvSpPr>
          <p:nvPr>
            <p:ph type="sldImg" idx="2"/>
          </p:nvPr>
        </p:nvSpPr>
        <p:spPr>
          <a:xfrm>
            <a:off x="685800" y="1143000"/>
            <a:ext cx="5486400" cy="3086100"/>
          </a:xfrm>
        </p:spPr>
      </p:sp>
      <p:sp>
        <p:nvSpPr>
          <p:cNvPr id="3" name="文本占位符 2"/>
          <p:cNvSpPr txBox="1">
            <a:spLocks noGrp="1"/>
          </p:cNvSpPr>
          <p:nvPr>
            <p:ph type="body" idx="3"/>
          </p:nvPr>
        </p:nvSpPr>
        <p:spPr/>
        <p:txBody>
          <a:bodyPr/>
          <a:lstStyle/>
          <a:p>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a:xfrm>
          <a:off x="0" y="0"/>
          <a:ext cx="0" cy="0"/>
        </a:xfrm>
      </p:grpSpPr>
      <p:sp>
        <p:nvSpPr>
          <p:cNvPr id="2" name="幻灯片图像占位符 1"/>
          <p:cNvSpPr>
            <a:spLocks noGrp="1" noRot="1" noChangeAspect="1"/>
          </p:cNvSpPr>
          <p:nvPr>
            <p:ph type="sldImg" idx="2"/>
          </p:nvPr>
        </p:nvSpPr>
        <p:spPr>
          <a:xfrm>
            <a:off x="685800" y="1143000"/>
            <a:ext cx="5486400" cy="3086100"/>
          </a:xfrm>
        </p:spPr>
      </p:sp>
      <p:sp>
        <p:nvSpPr>
          <p:cNvPr id="3" name="文本占位符 2"/>
          <p:cNvSpPr txBox="1">
            <a:spLocks noGrp="1"/>
          </p:cNvSpPr>
          <p:nvPr>
            <p:ph type="body" idx="3"/>
          </p:nvPr>
        </p:nvSpPr>
        <p:spPr/>
        <p:txBody>
          <a:bodyPr/>
          <a:lstStyle/>
          <a:p>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a:xfrm>
          <a:off x="0" y="0"/>
          <a:ext cx="0" cy="0"/>
        </a:xfrm>
      </p:grpSpPr>
      <p:sp>
        <p:nvSpPr>
          <p:cNvPr id="2" name="幻灯片图像占位符 1"/>
          <p:cNvSpPr>
            <a:spLocks noGrp="1" noRot="1" noChangeAspect="1"/>
          </p:cNvSpPr>
          <p:nvPr>
            <p:ph type="sldImg" idx="2"/>
          </p:nvPr>
        </p:nvSpPr>
        <p:spPr>
          <a:xfrm>
            <a:off x="685800" y="1143000"/>
            <a:ext cx="5486400" cy="3086100"/>
          </a:xfrm>
        </p:spPr>
      </p:sp>
      <p:sp>
        <p:nvSpPr>
          <p:cNvPr id="3" name="文本占位符 2"/>
          <p:cNvSpPr txBox="1">
            <a:spLocks noGrp="1"/>
          </p:cNvSpPr>
          <p:nvPr>
            <p:ph type="body" idx="3"/>
          </p:nvPr>
        </p:nvSpPr>
        <p:spPr/>
        <p:txBody>
          <a:bodyPr/>
          <a:lstStyle/>
          <a:p>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a:xfrm>
          <a:off x="0" y="0"/>
          <a:ext cx="0" cy="0"/>
        </a:xfrm>
      </p:grpSpPr>
      <p:sp>
        <p:nvSpPr>
          <p:cNvPr id="2" name="幻灯片图像占位符 1"/>
          <p:cNvSpPr>
            <a:spLocks noGrp="1" noRot="1" noChangeAspect="1"/>
          </p:cNvSpPr>
          <p:nvPr>
            <p:ph type="sldImg" idx="2"/>
          </p:nvPr>
        </p:nvSpPr>
        <p:spPr>
          <a:xfrm>
            <a:off x="685800" y="1143000"/>
            <a:ext cx="5486400" cy="3086100"/>
          </a:xfrm>
        </p:spPr>
      </p:sp>
      <p:sp>
        <p:nvSpPr>
          <p:cNvPr id="3" name="文本占位符 2"/>
          <p:cNvSpPr txBox="1">
            <a:spLocks noGrp="1"/>
          </p:cNvSpPr>
          <p:nvPr>
            <p:ph type="body" idx="3"/>
          </p:nvPr>
        </p:nvSpPr>
        <p:spPr/>
        <p:txBody>
          <a:bodyPr/>
          <a:lstStyle/>
          <a:p>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a:xfrm>
          <a:off x="0" y="0"/>
          <a:ext cx="0" cy="0"/>
        </a:xfrm>
      </p:grpSpPr>
      <p:sp>
        <p:nvSpPr>
          <p:cNvPr id="2" name="幻灯片图像占位符 1"/>
          <p:cNvSpPr>
            <a:spLocks noGrp="1" noRot="1" noChangeAspect="1"/>
          </p:cNvSpPr>
          <p:nvPr>
            <p:ph type="sldImg" idx="2"/>
          </p:nvPr>
        </p:nvSpPr>
        <p:spPr>
          <a:xfrm>
            <a:off x="685800" y="1143000"/>
            <a:ext cx="5486400" cy="3086100"/>
          </a:xfrm>
        </p:spPr>
      </p:sp>
      <p:sp>
        <p:nvSpPr>
          <p:cNvPr id="3" name="文本占位符 2"/>
          <p:cNvSpPr txBox="1">
            <a:spLocks noGrp="1"/>
          </p:cNvSpPr>
          <p:nvPr>
            <p:ph type="body" idx="3"/>
          </p:nvPr>
        </p:nvSpPr>
        <p:spPr/>
        <p:txBody>
          <a:bodyPr/>
          <a:lstStyle/>
          <a:p>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a:xfrm>
          <a:off x="0" y="0"/>
          <a:ext cx="0" cy="0"/>
        </a:xfrm>
      </p:grpSpPr>
      <p:sp>
        <p:nvSpPr>
          <p:cNvPr id="2" name="幻灯片图像占位符 1"/>
          <p:cNvSpPr>
            <a:spLocks noGrp="1" noRot="1" noChangeAspect="1"/>
          </p:cNvSpPr>
          <p:nvPr>
            <p:ph type="sldImg" idx="2"/>
          </p:nvPr>
        </p:nvSpPr>
        <p:spPr>
          <a:xfrm>
            <a:off x="685800" y="1143000"/>
            <a:ext cx="5486400" cy="3086100"/>
          </a:xfrm>
        </p:spPr>
      </p:sp>
      <p:sp>
        <p:nvSpPr>
          <p:cNvPr id="3" name="文本占位符 2"/>
          <p:cNvSpPr txBox="1">
            <a:spLocks noGrp="1"/>
          </p:cNvSpPr>
          <p:nvPr>
            <p:ph type="body" idx="3"/>
          </p:nvPr>
        </p:nvSpPr>
        <p:spPr/>
        <p:txBody>
          <a:bodyPr/>
          <a:lstStyle/>
          <a:p>
            <a:endParaRPr lang="zh-CN" altLang="en-US"/>
          </a:p>
        </p:txBody>
      </p:sp>
    </p:spTree>
  </p:cSld>
  <p:clrMapOvr>
    <a:masterClrMapping/>
  </p:clrMapOvr>
</p:notes>
</file>

<file path=ppt/slideLayouts/_rels/slideLayout1.xml.rels>&#65279;<?xml version="1.0" encoding="utf-8" standalone="yes"?><Relationships xmlns="http://schemas.openxmlformats.org/package/2006/relationships"><Relationship Id="rId1" Type="http://schemas.openxmlformats.org/officeDocument/2006/relationships/tags" Target="../tags/tag1.xml" /><Relationship Id="rId2" Type="http://schemas.openxmlformats.org/officeDocument/2006/relationships/tags" Target="../tags/tag2.xml" /><Relationship Id="rId3" Type="http://schemas.openxmlformats.org/officeDocument/2006/relationships/tags" Target="../tags/tag3.xml" /><Relationship Id="rId4" Type="http://schemas.openxmlformats.org/officeDocument/2006/relationships/tags" Target="../tags/tag4.xml" /><Relationship Id="rId5" Type="http://schemas.openxmlformats.org/officeDocument/2006/relationships/tags" Target="../tags/tag5.xml" /><Relationship Id="rId6" Type="http://schemas.openxmlformats.org/officeDocument/2006/relationships/slideMaster" Target="../slideMasters/slideMaster1.xml" /></Relationships>
</file>

<file path=ppt/slideLayouts/_rels/slideLayout2.xml.rels>&#65279;<?xml version="1.0" encoding="utf-8" standalone="yes"?><Relationships xmlns="http://schemas.openxmlformats.org/package/2006/relationships"><Relationship Id="rId1" Type="http://schemas.openxmlformats.org/officeDocument/2006/relationships/tags" Target="../tags/tag6.xml" /><Relationship Id="rId2" Type="http://schemas.openxmlformats.org/officeDocument/2006/relationships/tags" Target="../tags/tag7.xml" /><Relationship Id="rId3" Type="http://schemas.openxmlformats.org/officeDocument/2006/relationships/tags" Target="../tags/tag8.xml" /><Relationship Id="rId4" Type="http://schemas.openxmlformats.org/officeDocument/2006/relationships/tags" Target="../tags/tag9.xml" /><Relationship Id="rId5" Type="http://schemas.openxmlformats.org/officeDocument/2006/relationships/tags" Target="../tags/tag10.xml" /><Relationship Id="rId6" Type="http://schemas.openxmlformats.org/officeDocument/2006/relationships/slideMaster" Target="../slideMasters/slideMaster1.xml" /></Relationships>
</file>

<file path=ppt/slideLayouts/_rels/slideLayout3.xml.rels>&#65279;<?xml version="1.0" encoding="utf-8" standalone="yes"?><Relationships xmlns="http://schemas.openxmlformats.org/package/2006/relationships"><Relationship Id="rId1" Type="http://schemas.openxmlformats.org/officeDocument/2006/relationships/tags" Target="../tags/tag11.xml" /><Relationship Id="rId2" Type="http://schemas.openxmlformats.org/officeDocument/2006/relationships/tags" Target="../tags/tag12.xml" /><Relationship Id="rId3" Type="http://schemas.openxmlformats.org/officeDocument/2006/relationships/tags" Target="../tags/tag13.xml" /><Relationship Id="rId4" Type="http://schemas.openxmlformats.org/officeDocument/2006/relationships/tags" Target="../tags/tag14.xml" /><Relationship Id="rId5" Type="http://schemas.openxmlformats.org/officeDocument/2006/relationships/tags" Target="../tags/tag15.xml" /><Relationship Id="rId6" Type="http://schemas.openxmlformats.org/officeDocument/2006/relationships/slideMaster" Target="../slideMasters/slideMaster1.xml" /></Relationships>
</file>

<file path=ppt/slideLayouts/_rels/slideLayout4.xml.rels>&#65279;<?xml version="1.0" encoding="utf-8" standalone="yes"?><Relationships xmlns="http://schemas.openxmlformats.org/package/2006/relationships"><Relationship Id="rId1" Type="http://schemas.openxmlformats.org/officeDocument/2006/relationships/tags" Target="../tags/tag16.xml" /><Relationship Id="rId2" Type="http://schemas.openxmlformats.org/officeDocument/2006/relationships/tags" Target="../tags/tag17.xml" /><Relationship Id="rId3" Type="http://schemas.openxmlformats.org/officeDocument/2006/relationships/tags" Target="../tags/tag18.xml" /><Relationship Id="rId4" Type="http://schemas.openxmlformats.org/officeDocument/2006/relationships/tags" Target="../tags/tag19.xml" /><Relationship Id="rId5" Type="http://schemas.openxmlformats.org/officeDocument/2006/relationships/tags" Target="../tags/tag20.xml" /><Relationship Id="rId6" Type="http://schemas.openxmlformats.org/officeDocument/2006/relationships/tags" Target="../tags/tag21.xml" /><Relationship Id="rId7" Type="http://schemas.openxmlformats.org/officeDocument/2006/relationships/slideMaster" Target="../slideMasters/slideMaster1.xml" /></Relationships>
</file>

<file path=ppt/slideLayouts/_rels/slideLayout5.xml.rels>&#65279;<?xml version="1.0" encoding="utf-8" standalone="yes"?><Relationships xmlns="http://schemas.openxmlformats.org/package/2006/relationships"><Relationship Id="rId1" Type="http://schemas.openxmlformats.org/officeDocument/2006/relationships/tags" Target="../tags/tag22.xml" /><Relationship Id="rId2" Type="http://schemas.openxmlformats.org/officeDocument/2006/relationships/tags" Target="../tags/tag23.xml" /><Relationship Id="rId3" Type="http://schemas.openxmlformats.org/officeDocument/2006/relationships/tags" Target="../tags/tag24.xml" /><Relationship Id="rId4" Type="http://schemas.openxmlformats.org/officeDocument/2006/relationships/tags" Target="../tags/tag25.xml" /><Relationship Id="rId5" Type="http://schemas.openxmlformats.org/officeDocument/2006/relationships/tags" Target="../tags/tag26.xml" /><Relationship Id="rId6" Type="http://schemas.openxmlformats.org/officeDocument/2006/relationships/tags" Target="../tags/tag27.xml" /><Relationship Id="rId7" Type="http://schemas.openxmlformats.org/officeDocument/2006/relationships/tags" Target="../tags/tag28.xml" /><Relationship Id="rId8" Type="http://schemas.openxmlformats.org/officeDocument/2006/relationships/tags" Target="../tags/tag29.xml" /><Relationship Id="rId9" Type="http://schemas.openxmlformats.org/officeDocument/2006/relationships/slideMaster" Target="../slideMasters/slideMaster1.xml" /></Relationships>
</file>

<file path=ppt/slideLayouts/_rels/slideLayout6.xml.rels>&#65279;<?xml version="1.0" encoding="utf-8" standalone="yes"?><Relationships xmlns="http://schemas.openxmlformats.org/package/2006/relationships"><Relationship Id="rId1" Type="http://schemas.openxmlformats.org/officeDocument/2006/relationships/tags" Target="../tags/tag30.xml" /><Relationship Id="rId2" Type="http://schemas.openxmlformats.org/officeDocument/2006/relationships/tags" Target="../tags/tag31.xml" /><Relationship Id="rId3" Type="http://schemas.openxmlformats.org/officeDocument/2006/relationships/tags" Target="../tags/tag32.xml" /><Relationship Id="rId4" Type="http://schemas.openxmlformats.org/officeDocument/2006/relationships/tags" Target="../tags/tag33.xml" /><Relationship Id="rId5" Type="http://schemas.openxmlformats.org/officeDocument/2006/relationships/slideMaster" Target="../slideMasters/slideMaster1.xml" /></Relationships>
</file>

<file path=ppt/slideLayouts/_rels/slideLayout7.xml.rels>&#65279;<?xml version="1.0" encoding="utf-8" standalone="yes"?><Relationships xmlns="http://schemas.openxmlformats.org/package/2006/relationships"><Relationship Id="rId1" Type="http://schemas.openxmlformats.org/officeDocument/2006/relationships/tags" Target="../tags/tag34.xml" /><Relationship Id="rId2" Type="http://schemas.openxmlformats.org/officeDocument/2006/relationships/tags" Target="../tags/tag35.xml" /><Relationship Id="rId3" Type="http://schemas.openxmlformats.org/officeDocument/2006/relationships/tags" Target="../tags/tag36.xml" /><Relationship Id="rId4" Type="http://schemas.openxmlformats.org/officeDocument/2006/relationships/slideMaster" Target="../slideMasters/slideMaster1.xml" /></Relationships>
</file>

<file path=ppt/slideLayouts/_rels/slideLayout8.xml.rels>&#65279;<?xml version="1.0" encoding="utf-8" standalone="yes"?><Relationships xmlns="http://schemas.openxmlformats.org/package/2006/relationships"><Relationship Id="rId1" Type="http://schemas.openxmlformats.org/officeDocument/2006/relationships/tags" Target="../tags/tag37.xml" /><Relationship Id="rId2" Type="http://schemas.openxmlformats.org/officeDocument/2006/relationships/tags" Target="../tags/tag38.xml" /><Relationship Id="rId3" Type="http://schemas.openxmlformats.org/officeDocument/2006/relationships/tags" Target="../tags/tag39.xml" /><Relationship Id="rId4" Type="http://schemas.openxmlformats.org/officeDocument/2006/relationships/tags" Target="../tags/tag40.xml" /><Relationship Id="rId5" Type="http://schemas.openxmlformats.org/officeDocument/2006/relationships/tags" Target="../tags/tag41.xml" /><Relationship Id="rId6" Type="http://schemas.openxmlformats.org/officeDocument/2006/relationships/tags" Target="../tags/tag42.xml" /><Relationship Id="rId7" Type="http://schemas.openxmlformats.org/officeDocument/2006/relationships/slideMaster" Target="../slideMasters/slideMaster1.xml" /></Relationships>
</file>

<file path=ppt/slideLayouts/_rels/slideLayout9.xml.rels>&#65279;<?xml version="1.0" encoding="utf-8" standalone="yes"?><Relationships xmlns="http://schemas.openxmlformats.org/package/2006/relationships"><Relationship Id="rId1" Type="http://schemas.openxmlformats.org/officeDocument/2006/relationships/tags" Target="../tags/tag43.xml" /><Relationship Id="rId2" Type="http://schemas.openxmlformats.org/officeDocument/2006/relationships/tags" Target="../tags/tag44.xml" /><Relationship Id="rId3" Type="http://schemas.openxmlformats.org/officeDocument/2006/relationships/tags" Target="../tags/tag45.xml" /><Relationship Id="rId4" Type="http://schemas.openxmlformats.org/officeDocument/2006/relationships/tags" Target="../tags/tag46.xml" /><Relationship Id="rId5" Type="http://schemas.openxmlformats.org/officeDocument/2006/relationships/tags" Target="../tags/tag47.xml" /><Relationship Id="rId6" Type="http://schemas.openxmlformats.org/officeDocument/2006/relationships/slideMaster" Target="../slideMasters/slideMaster1.xml" /></Relationships>
</file>

<file path=ppt/slideLayouts/_rels/slideLayout10.xml.rels>&#65279;<?xml version="1.0" encoding="utf-8" standalone="yes"?><Relationships xmlns="http://schemas.openxmlformats.org/package/2006/relationships"><Relationship Id="rId1" Type="http://schemas.openxmlformats.org/officeDocument/2006/relationships/tags" Target="../tags/tag48.xml" /><Relationship Id="rId2" Type="http://schemas.openxmlformats.org/officeDocument/2006/relationships/tags" Target="../tags/tag49.xml" /><Relationship Id="rId3" Type="http://schemas.openxmlformats.org/officeDocument/2006/relationships/tags" Target="../tags/tag50.xml" /><Relationship Id="rId4" Type="http://schemas.openxmlformats.org/officeDocument/2006/relationships/tags" Target="../tags/tag51.xml" /><Relationship Id="rId5" Type="http://schemas.openxmlformats.org/officeDocument/2006/relationships/slideMaster" Target="../slideMasters/slideMaster1.xml" /></Relationships>
</file>

<file path=ppt/slideLayouts/_rels/slideLayout11.xml.rels>&#65279;<?xml version="1.0" encoding="utf-8" standalone="yes"?><Relationships xmlns="http://schemas.openxmlformats.org/package/2006/relationships"><Relationship Id="rId1" Type="http://schemas.openxmlformats.org/officeDocument/2006/relationships/tags" Target="../tags/tag52.xml" /><Relationship Id="rId2" Type="http://schemas.openxmlformats.org/officeDocument/2006/relationships/tags" Target="../tags/tag53.xml" /><Relationship Id="rId3" Type="http://schemas.openxmlformats.org/officeDocument/2006/relationships/tags" Target="../tags/tag54.xml" /><Relationship Id="rId4" Type="http://schemas.openxmlformats.org/officeDocument/2006/relationships/tags" Target="../tags/tag55.xml" /><Relationship Id="rId5" Type="http://schemas.openxmlformats.org/officeDocument/2006/relationships/tags" Target="../tags/tag56.xml" /><Relationship Id="rId6"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type="title" preserve="1">
  <p:cSld name="标题幻灯片">
    <p:spTree>
      <p:nvGrpSpPr>
        <p:cNvPr id="1" name=""/>
        <p:cNvGrpSpPr/>
        <p:nvPr/>
      </p:nvGrpSpPr>
      <p:grpSpPr>
        <a:xfrm>
          <a:off x="0" y="0"/>
          <a:ext cx="0" cy="0"/>
        </a:xfrm>
      </p:grpSpPr>
      <p:sp>
        <p:nvSpPr>
          <p:cNvPr id="2" name="标题 1"/>
          <p:cNvSpPr>
            <a:spLocks noGrp="1"/>
          </p:cNvSpPr>
          <p:nvPr>
            <p:ph type="ctrTitle"/>
            <p:custDataLst>
              <p:tags r:id="rId1"/>
            </p:custDataLst>
          </p:nvPr>
        </p:nvSpPr>
        <p:spPr>
          <a:xfrm>
            <a:off x="1198800" y="914400"/>
            <a:ext cx="9799200" cy="2570400"/>
          </a:xfrm>
        </p:spPr>
        <p:txBody>
          <a:bodyPr lIns="90000" tIns="46800" rIns="90000" bIns="46800" anchor="b" anchorCtr="0">
            <a:normAutofit/>
          </a:bodyPr>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p:custDataLst>
              <p:tags r:id="rId2"/>
            </p:custDataLst>
          </p:nvPr>
        </p:nvSpPr>
        <p:spPr>
          <a:xfrm>
            <a:off x="1198800" y="3560400"/>
            <a:ext cx="9799200" cy="1472400"/>
          </a:xfrm>
        </p:spPr>
        <p:txBody>
          <a:bodyPr lIns="90000" tIns="46800" rIns="90000" bIns="46800">
            <a:normAutofit/>
          </a:bodyPr>
          <a:lstStyle>
            <a:lvl1pPr marL="0" indent="0" algn="ctr">
              <a:lnSpc>
                <a:spcPct val="110000"/>
              </a:lnSpc>
              <a:buNone/>
              <a:defRPr sz="2400" spc="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
        <p:nvSpPr>
          <p:cNvPr id="16" name="日期占位符 15"/>
          <p:cNvSpPr>
            <a:spLocks noGrp="1"/>
          </p:cNvSpPr>
          <p:nvPr>
            <p:ph type="dt" sz="half" idx="10"/>
            <p:custDataLst>
              <p:tags r:id="rId3"/>
            </p:custDataLst>
          </p:nvPr>
        </p:nvSpPr>
        <p:spPr/>
        <p:txBody>
          <a:bodyPr/>
          <a:lstStyle/>
          <a:p>
            <a:fld id="{760FBDFE-C587-4B4C-A407-44438C67B59E}" type="datetimeFigureOut">
              <a:rPr lang="zh-CN" altLang="en-US" smtClean="0"/>
              <a:t/>
            </a:fld>
            <a:endParaRPr lang="zh-CN" altLang="en-US"/>
          </a:p>
        </p:txBody>
      </p:sp>
      <p:sp>
        <p:nvSpPr>
          <p:cNvPr id="17" name="页脚占位符 16"/>
          <p:cNvSpPr>
            <a:spLocks noGrp="1"/>
          </p:cNvSpPr>
          <p:nvPr>
            <p:ph type="ftr" sz="quarter" idx="11"/>
            <p:custDataLst>
              <p:tags r:id="rId4"/>
            </p:custDataLst>
          </p:nvPr>
        </p:nvSpPr>
        <p:spPr/>
        <p:txBody>
          <a:bodyPr/>
          <a:lstStyle/>
          <a:p>
            <a:endParaRPr lang="zh-CN" altLang="en-US"/>
          </a:p>
        </p:txBody>
      </p:sp>
      <p:sp>
        <p:nvSpPr>
          <p:cNvPr id="18" name="灯片编号占位符 17"/>
          <p:cNvSpPr>
            <a:spLocks noGrp="1"/>
          </p:cNvSpPr>
          <p:nvPr>
            <p:ph type="sldNum" sz="quarter" idx="12"/>
            <p:custDataLst>
              <p:tags r:id="rId5"/>
            </p:custDataLst>
          </p:nvPr>
        </p:nvSpPr>
        <p:spPr/>
        <p:txBody>
          <a:bodyPr/>
          <a:lstStyle/>
          <a:p>
            <a:fld id="{49AE70B2-8BF9-45C0-BB95-33D1B9D3A854}" type="slidenum">
              <a:rPr lang="zh-CN" altLang="en-US" smtClean="0"/>
              <a:t/>
            </a:fld>
            <a:endParaRPr lang="zh-CN" altLang="en-US"/>
          </a:p>
        </p:txBody>
      </p:sp>
    </p:spTree>
  </p:cSld>
  <p:clrMapOvr>
    <a:masterClrMapping/>
  </p:clrMapOvr>
  <p:transition/>
  <p:timing/>
</p:sldLayout>
</file>

<file path=ppt/slideLayouts/slideLayout2.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type="obj" preserve="1">
  <p:cSld name="标题和内容">
    <p:spTree>
      <p:nvGrpSpPr>
        <p:cNvPr id="1" name=""/>
        <p:cNvGrpSpPr/>
        <p:nvPr/>
      </p:nvGrpSpPr>
      <p:grpSpPr>
        <a:xfrm>
          <a:off x="0" y="0"/>
          <a:ext cx="0" cy="0"/>
        </a:xfrm>
      </p:grpSpPr>
      <p:sp>
        <p:nvSpPr>
          <p:cNvPr id="2" name="标题 1"/>
          <p:cNvSpPr>
            <a:spLocks noGrp="1"/>
          </p:cNvSpPr>
          <p:nvPr>
            <p:ph type="title"/>
            <p:custDataLst>
              <p:tags r:id="rId1"/>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内容占位符 2"/>
          <p:cNvSpPr>
            <a:spLocks noGrp="1"/>
          </p:cNvSpPr>
          <p:nvPr>
            <p:ph idx="1"/>
            <p:custDataLst>
              <p:tags r:id="rId2"/>
            </p:custDataLst>
          </p:nvPr>
        </p:nvSpPr>
        <p:spPr>
          <a:xfrm>
            <a:off x="608400" y="1490400"/>
            <a:ext cx="10969200" cy="4759200"/>
          </a:xfrm>
        </p:spPr>
        <p:txBody>
          <a:bodyPr vert="horz" lIns="90000" tIns="46800" rIns="90000" bIns="4680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custDataLst>
              <p:tags r:id="rId3"/>
            </p:custDataLst>
          </p:nvPr>
        </p:nvSpPr>
        <p:spPr/>
        <p:txBody>
          <a:bodyPr/>
          <a:lstStyle/>
          <a:p>
            <a:fld id="{760FBDFE-C587-4B4C-A407-44438C67B59E}" type="datetimeFigureOut">
              <a:rPr lang="zh-CN" altLang="en-US" smtClean="0"/>
              <a:t/>
            </a:fld>
            <a:endParaRPr lang="zh-CN" altLang="en-US"/>
          </a:p>
        </p:txBody>
      </p:sp>
      <p:sp>
        <p:nvSpPr>
          <p:cNvPr id="5" name="页脚占位符 4"/>
          <p:cNvSpPr>
            <a:spLocks noGrp="1"/>
          </p:cNvSpPr>
          <p:nvPr>
            <p:ph type="ftr" sz="quarter" idx="11"/>
            <p:custDataLst>
              <p:tags r:id="rId4"/>
            </p:custDataLst>
          </p:nvPr>
        </p:nvSpPr>
        <p:spPr/>
        <p:txBody>
          <a:bodyPr/>
          <a:lstStyle/>
          <a:p>
            <a:endParaRPr lang="zh-CN" altLang="en-US"/>
          </a:p>
        </p:txBody>
      </p:sp>
      <p:sp>
        <p:nvSpPr>
          <p:cNvPr id="6" name="灯片编号占位符 5"/>
          <p:cNvSpPr>
            <a:spLocks noGrp="1"/>
          </p:cNvSpPr>
          <p:nvPr>
            <p:ph type="sldNum" sz="quarter" idx="12"/>
            <p:custDataLst>
              <p:tags r:id="rId5"/>
            </p:custDataLst>
          </p:nvPr>
        </p:nvSpPr>
        <p:spPr/>
        <p:txBody>
          <a:bodyPr/>
          <a:lstStyle/>
          <a:p>
            <a:fld id="{49AE70B2-8BF9-45C0-BB95-33D1B9D3A854}" type="slidenum">
              <a:rPr lang="zh-CN" altLang="en-US" smtClean="0"/>
              <a:t/>
            </a:fld>
            <a:endParaRPr lang="zh-CN" altLang="en-US"/>
          </a:p>
        </p:txBody>
      </p:sp>
    </p:spTree>
  </p:cSld>
  <p:clrMapOvr>
    <a:masterClrMapping/>
  </p:clrMapOvr>
  <p:transition/>
  <p:timing/>
</p:sldLayout>
</file>

<file path=ppt/slideLayouts/slideLayout3.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type="secHead" preserve="1">
  <p:cSld name="节标题">
    <p:spTree>
      <p:nvGrpSpPr>
        <p:cNvPr id="1" name=""/>
        <p:cNvGrpSpPr/>
        <p:nvPr/>
      </p:nvGrpSpPr>
      <p:grpSpPr>
        <a:xfrm>
          <a:off x="0" y="0"/>
          <a:ext cx="0" cy="0"/>
        </a:xfrm>
      </p:grpSpPr>
      <p:sp>
        <p:nvSpPr>
          <p:cNvPr id="2" name="标题 1"/>
          <p:cNvSpPr>
            <a:spLocks noGrp="1"/>
          </p:cNvSpPr>
          <p:nvPr>
            <p:ph type="title" hasCustomPrompt="1"/>
            <p:custDataLst>
              <p:tags r:id="rId1"/>
            </p:custDataLst>
          </p:nvPr>
        </p:nvSpPr>
        <p:spPr>
          <a:xfrm>
            <a:off x="1990800" y="3848400"/>
            <a:ext cx="7768800" cy="766800"/>
          </a:xfrm>
        </p:spPr>
        <p:txBody>
          <a:bodyPr lIns="90000" tIns="46800" rIns="90000" bIns="46800" anchor="b" anchorCtr="0">
            <a:normAutofit/>
          </a:bodyPr>
          <a:lstStyle>
            <a:lvl1pPr>
              <a:defRPr sz="4400"/>
            </a:lvl1pPr>
          </a:lstStyle>
          <a:p>
            <a:r>
              <a:rPr lang="zh-CN" altLang="en-US"/>
              <a:t>单击此处编辑标题</a:t>
            </a:r>
            <a:endParaRPr lang="zh-CN" altLang="en-US"/>
          </a:p>
        </p:txBody>
      </p:sp>
      <p:sp>
        <p:nvSpPr>
          <p:cNvPr id="3" name="文本占位符 2"/>
          <p:cNvSpPr>
            <a:spLocks noGrp="1"/>
          </p:cNvSpPr>
          <p:nvPr>
            <p:ph type="body" idx="1" hasCustomPrompt="1"/>
            <p:custDataLst>
              <p:tags r:id="rId2"/>
            </p:custDataLst>
          </p:nvPr>
        </p:nvSpPr>
        <p:spPr>
          <a:xfrm>
            <a:off x="1990800" y="4615200"/>
            <a:ext cx="7768800" cy="867600"/>
          </a:xfrm>
        </p:spPr>
        <p:txBody>
          <a:bodyPr lIns="90000" tIns="46800" rIns="90000" bIns="46800">
            <a:normAutofit/>
          </a:bodyPr>
          <a:lstStyle>
            <a:lvl1pPr marL="0" indent="0">
              <a:buNone/>
              <a:defRPr sz="1800">
                <a:solidFill>
                  <a:schemeClr val="tx1">
                    <a:lumMod val="65000"/>
                    <a:lumOff val="35000"/>
                  </a:schemeClr>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单击此处编辑文本</a:t>
            </a:r>
            <a:endParaRPr lang="zh-CN" altLang="en-US"/>
          </a:p>
        </p:txBody>
      </p:sp>
      <p:sp>
        <p:nvSpPr>
          <p:cNvPr id="4" name="日期占位符 3"/>
          <p:cNvSpPr>
            <a:spLocks noGrp="1"/>
          </p:cNvSpPr>
          <p:nvPr>
            <p:ph type="dt" sz="half" idx="10"/>
            <p:custDataLst>
              <p:tags r:id="rId3"/>
            </p:custDataLst>
          </p:nvPr>
        </p:nvSpPr>
        <p:spPr/>
        <p:txBody>
          <a:bodyPr/>
          <a:lstStyle/>
          <a:p>
            <a:fld id="{760FBDFE-C587-4B4C-A407-44438C67B59E}" type="datetimeFigureOut">
              <a:rPr lang="zh-CN" altLang="en-US" smtClean="0"/>
              <a:t/>
            </a:fld>
            <a:endParaRPr lang="zh-CN" altLang="en-US"/>
          </a:p>
        </p:txBody>
      </p:sp>
      <p:sp>
        <p:nvSpPr>
          <p:cNvPr id="5" name="页脚占位符 4"/>
          <p:cNvSpPr>
            <a:spLocks noGrp="1"/>
          </p:cNvSpPr>
          <p:nvPr>
            <p:ph type="ftr" sz="quarter" idx="11"/>
            <p:custDataLst>
              <p:tags r:id="rId4"/>
            </p:custDataLst>
          </p:nvPr>
        </p:nvSpPr>
        <p:spPr/>
        <p:txBody>
          <a:bodyPr/>
          <a:lstStyle/>
          <a:p>
            <a:endParaRPr lang="zh-CN" altLang="en-US"/>
          </a:p>
        </p:txBody>
      </p:sp>
      <p:sp>
        <p:nvSpPr>
          <p:cNvPr id="6" name="灯片编号占位符 5"/>
          <p:cNvSpPr>
            <a:spLocks noGrp="1"/>
          </p:cNvSpPr>
          <p:nvPr>
            <p:ph type="sldNum" sz="quarter" idx="12"/>
            <p:custDataLst>
              <p:tags r:id="rId5"/>
            </p:custDataLst>
          </p:nvPr>
        </p:nvSpPr>
        <p:spPr/>
        <p:txBody>
          <a:bodyPr/>
          <a:lstStyle/>
          <a:p>
            <a:fld id="{49AE70B2-8BF9-45C0-BB95-33D1B9D3A854}" type="slidenum">
              <a:rPr lang="zh-CN" altLang="en-US" smtClean="0"/>
              <a:t/>
            </a:fld>
            <a:endParaRPr lang="zh-CN" altLang="en-US"/>
          </a:p>
        </p:txBody>
      </p:sp>
    </p:spTree>
  </p:cSld>
  <p:clrMapOvr>
    <a:masterClrMapping/>
  </p:clrMapOvr>
  <p:transition/>
  <p:timing/>
</p:sldLayout>
</file>

<file path=ppt/slideLayouts/slideLayout4.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type="twoObj" preserve="1">
  <p:cSld name="两栏内容">
    <p:spTree>
      <p:nvGrpSpPr>
        <p:cNvPr id="1" name=""/>
        <p:cNvGrpSpPr/>
        <p:nvPr/>
      </p:nvGrpSpPr>
      <p:grpSpPr>
        <a:xfrm>
          <a:off x="0" y="0"/>
          <a:ext cx="0" cy="0"/>
        </a:xfrm>
      </p:grpSpPr>
      <p:sp>
        <p:nvSpPr>
          <p:cNvPr id="2" name="标题 1"/>
          <p:cNvSpPr>
            <a:spLocks noGrp="1"/>
          </p:cNvSpPr>
          <p:nvPr>
            <p:ph type="title"/>
            <p:custDataLst>
              <p:tags r:id="rId1"/>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内容占位符 2"/>
          <p:cNvSpPr>
            <a:spLocks noGrp="1"/>
          </p:cNvSpPr>
          <p:nvPr>
            <p:ph sz="half" idx="1"/>
            <p:custDataLst>
              <p:tags r:id="rId2"/>
            </p:custDataLst>
          </p:nvPr>
        </p:nvSpPr>
        <p:spPr>
          <a:xfrm>
            <a:off x="608400" y="1501200"/>
            <a:ext cx="5176800" cy="4748400"/>
          </a:xfrm>
        </p:spPr>
        <p:txBody>
          <a:bodyPr vert="horz" lIns="90000" tIns="46800" rIns="90000" bIns="4680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custDataLst>
              <p:tags r:id="rId3"/>
            </p:custDataLst>
          </p:nvPr>
        </p:nvSpPr>
        <p:spPr>
          <a:xfrm>
            <a:off x="6411600" y="1501200"/>
            <a:ext cx="5176800" cy="4748400"/>
          </a:xfrm>
        </p:spPr>
        <p:txBody>
          <a:bodyPr lIns="90000" tIns="46800" rIns="90000" bIns="4680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custDataLst>
              <p:tags r:id="rId4"/>
            </p:custDataLst>
          </p:nvPr>
        </p:nvSpPr>
        <p:spPr/>
        <p:txBody>
          <a:bodyPr/>
          <a:lstStyle/>
          <a:p>
            <a:fld id="{760FBDFE-C587-4B4C-A407-44438C67B59E}" type="datetimeFigureOut">
              <a:rPr lang="zh-CN" altLang="en-US" smtClean="0"/>
              <a:t/>
            </a:fld>
            <a:endParaRPr lang="zh-CN" altLang="en-US"/>
          </a:p>
        </p:txBody>
      </p:sp>
      <p:sp>
        <p:nvSpPr>
          <p:cNvPr id="6" name="页脚占位符 5"/>
          <p:cNvSpPr>
            <a:spLocks noGrp="1"/>
          </p:cNvSpPr>
          <p:nvPr>
            <p:ph type="ftr" sz="quarter" idx="11"/>
            <p:custDataLst>
              <p:tags r:id="rId5"/>
            </p:custDataLst>
          </p:nvPr>
        </p:nvSpPr>
        <p:spPr/>
        <p:txBody>
          <a:bodyPr/>
          <a:lstStyle/>
          <a:p>
            <a:endParaRPr lang="zh-CN" altLang="en-US"/>
          </a:p>
        </p:txBody>
      </p:sp>
      <p:sp>
        <p:nvSpPr>
          <p:cNvPr id="7" name="灯片编号占位符 6"/>
          <p:cNvSpPr>
            <a:spLocks noGrp="1"/>
          </p:cNvSpPr>
          <p:nvPr>
            <p:ph type="sldNum" sz="quarter" idx="12"/>
            <p:custDataLst>
              <p:tags r:id="rId6"/>
            </p:custDataLst>
          </p:nvPr>
        </p:nvSpPr>
        <p:spPr/>
        <p:txBody>
          <a:bodyPr/>
          <a:lstStyle/>
          <a:p>
            <a:fld id="{49AE70B2-8BF9-45C0-BB95-33D1B9D3A854}" type="slidenum">
              <a:rPr lang="zh-CN" altLang="en-US" smtClean="0"/>
              <a:t/>
            </a:fld>
            <a:endParaRPr lang="zh-CN" altLang="en-US"/>
          </a:p>
        </p:txBody>
      </p:sp>
    </p:spTree>
  </p:cSld>
  <p:clrMapOvr>
    <a:masterClrMapping/>
  </p:clrMapOvr>
  <p:transition/>
  <p:timing/>
</p:sldLayout>
</file>

<file path=ppt/slideLayouts/slideLayout5.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type="twoTxTwoObj" preserve="1">
  <p:cSld name="比较">
    <p:spTree>
      <p:nvGrpSpPr>
        <p:cNvPr id="1" name=""/>
        <p:cNvGrpSpPr/>
        <p:nvPr/>
      </p:nvGrpSpPr>
      <p:grpSpPr>
        <a:xfrm>
          <a:off x="0" y="0"/>
          <a:ext cx="0" cy="0"/>
        </a:xfrm>
      </p:grpSpPr>
      <p:sp>
        <p:nvSpPr>
          <p:cNvPr id="2" name="标题 1"/>
          <p:cNvSpPr>
            <a:spLocks noGrp="1"/>
          </p:cNvSpPr>
          <p:nvPr>
            <p:ph type="title"/>
            <p:custDataLst>
              <p:tags r:id="rId1"/>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文本占位符 2"/>
          <p:cNvSpPr>
            <a:spLocks noGrp="1"/>
          </p:cNvSpPr>
          <p:nvPr>
            <p:ph type="body" idx="1" hasCustomPrompt="1"/>
            <p:custDataLst>
              <p:tags r:id="rId2"/>
            </p:custDataLst>
          </p:nvPr>
        </p:nvSpPr>
        <p:spPr>
          <a:xfrm>
            <a:off x="608400" y="1429200"/>
            <a:ext cx="5342400" cy="381600"/>
          </a:xfrm>
        </p:spPr>
        <p:txBody>
          <a:bodyPr lIns="101600" tIns="38100" rIns="76200" bIns="3810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单击此处编辑文本</a:t>
            </a:r>
            <a:endParaRPr lang="zh-CN" altLang="en-US"/>
          </a:p>
        </p:txBody>
      </p:sp>
      <p:sp>
        <p:nvSpPr>
          <p:cNvPr id="4" name="内容占位符 3"/>
          <p:cNvSpPr>
            <a:spLocks noGrp="1"/>
          </p:cNvSpPr>
          <p:nvPr>
            <p:ph sz="half" idx="2"/>
            <p:custDataLst>
              <p:tags r:id="rId3"/>
            </p:custDataLst>
          </p:nvPr>
        </p:nvSpPr>
        <p:spPr>
          <a:xfrm>
            <a:off x="608400" y="1854000"/>
            <a:ext cx="5342400" cy="4395600"/>
          </a:xfrm>
        </p:spPr>
        <p:txBody>
          <a:bodyPr vert="horz" lIns="101600" tIns="0" rIns="82550" bIns="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hasCustomPrompt="1"/>
            <p:custDataLst>
              <p:tags r:id="rId4"/>
            </p:custDataLst>
          </p:nvPr>
        </p:nvSpPr>
        <p:spPr>
          <a:xfrm>
            <a:off x="6235750" y="1421729"/>
            <a:ext cx="5342400" cy="381600"/>
          </a:xfrm>
        </p:spPr>
        <p:txBody>
          <a:bodyPr vert="horz" lIns="101600" tIns="38100" rIns="76200" bIns="38100" rtlCol="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单击此处编辑文本</a:t>
            </a:r>
            <a:endParaRPr lang="zh-CN" altLang="en-US"/>
          </a:p>
        </p:txBody>
      </p:sp>
      <p:sp>
        <p:nvSpPr>
          <p:cNvPr id="6" name="内容占位符 5"/>
          <p:cNvSpPr>
            <a:spLocks noGrp="1"/>
          </p:cNvSpPr>
          <p:nvPr>
            <p:ph sz="quarter" idx="4"/>
            <p:custDataLst>
              <p:tags r:id="rId5"/>
            </p:custDataLst>
          </p:nvPr>
        </p:nvSpPr>
        <p:spPr>
          <a:xfrm>
            <a:off x="6235750" y="1854000"/>
            <a:ext cx="5342400" cy="4395600"/>
          </a:xfrm>
        </p:spPr>
        <p:txBody>
          <a:bodyPr vert="horz" lIns="101600" tIns="0" rIns="82550" bIns="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custDataLst>
              <p:tags r:id="rId6"/>
            </p:custDataLst>
          </p:nvPr>
        </p:nvSpPr>
        <p:spPr/>
        <p:txBody>
          <a:bodyPr/>
          <a:lstStyle/>
          <a:p>
            <a:fld id="{760FBDFE-C587-4B4C-A407-44438C67B59E}" type="datetimeFigureOut">
              <a:rPr lang="zh-CN" altLang="en-US" smtClean="0"/>
              <a:t/>
            </a:fld>
            <a:endParaRPr lang="zh-CN" altLang="en-US"/>
          </a:p>
        </p:txBody>
      </p:sp>
      <p:sp>
        <p:nvSpPr>
          <p:cNvPr id="8" name="页脚占位符 7"/>
          <p:cNvSpPr>
            <a:spLocks noGrp="1"/>
          </p:cNvSpPr>
          <p:nvPr>
            <p:ph type="ftr" sz="quarter" idx="11"/>
            <p:custDataLst>
              <p:tags r:id="rId7"/>
            </p:custDataLst>
          </p:nvPr>
        </p:nvSpPr>
        <p:spPr/>
        <p:txBody>
          <a:bodyPr/>
          <a:lstStyle/>
          <a:p>
            <a:endParaRPr lang="zh-CN" altLang="en-US"/>
          </a:p>
        </p:txBody>
      </p:sp>
      <p:sp>
        <p:nvSpPr>
          <p:cNvPr id="9" name="灯片编号占位符 8"/>
          <p:cNvSpPr>
            <a:spLocks noGrp="1"/>
          </p:cNvSpPr>
          <p:nvPr>
            <p:ph type="sldNum" sz="quarter" idx="12"/>
            <p:custDataLst>
              <p:tags r:id="rId8"/>
            </p:custDataLst>
          </p:nvPr>
        </p:nvSpPr>
        <p:spPr/>
        <p:txBody>
          <a:bodyPr/>
          <a:lstStyle/>
          <a:p>
            <a:fld id="{49AE70B2-8BF9-45C0-BB95-33D1B9D3A854}" type="slidenum">
              <a:rPr lang="zh-CN" altLang="en-US" smtClean="0"/>
              <a:t/>
            </a:fld>
            <a:endParaRPr lang="zh-CN" altLang="en-US"/>
          </a:p>
        </p:txBody>
      </p:sp>
    </p:spTree>
  </p:cSld>
  <p:clrMapOvr>
    <a:masterClrMapping/>
  </p:clrMapOvr>
  <p:transition/>
  <p:timing/>
</p:sldLayout>
</file>

<file path=ppt/slideLayouts/slideLayout6.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type="titleOnly" preserve="1">
  <p:cSld name="仅标题">
    <p:spTree>
      <p:nvGrpSpPr>
        <p:cNvPr id="1" name=""/>
        <p:cNvGrpSpPr/>
        <p:nvPr/>
      </p:nvGrpSpPr>
      <p:grpSpPr>
        <a:xfrm>
          <a:off x="0" y="0"/>
          <a:ext cx="0" cy="0"/>
        </a:xfrm>
      </p:grpSpPr>
      <p:sp>
        <p:nvSpPr>
          <p:cNvPr id="2" name="标题 1"/>
          <p:cNvSpPr>
            <a:spLocks noGrp="1"/>
          </p:cNvSpPr>
          <p:nvPr>
            <p:ph type="title"/>
            <p:custDataLst>
              <p:tags r:id="rId1"/>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t/>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t/>
            </a:fld>
            <a:endParaRPr lang="zh-CN" altLang="en-US"/>
          </a:p>
        </p:txBody>
      </p:sp>
    </p:spTree>
  </p:cSld>
  <p:clrMapOvr>
    <a:masterClrMapping/>
  </p:clrMapOvr>
  <p:transition/>
  <p:timing/>
</p:sldLayout>
</file>

<file path=ppt/slideLayouts/slideLayout7.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type="blank" preserve="1">
  <p:cSld name="空白">
    <p:spTree>
      <p:nvGrpSpPr>
        <p:cNvPr id="1" name=""/>
        <p:cNvGrpSpPr/>
        <p:nvPr/>
      </p:nvGrpSpPr>
      <p:grpSpPr>
        <a:xfrm>
          <a:off x="0" y="0"/>
          <a:ext cx="0" cy="0"/>
        </a:xfrm>
      </p:grpSpPr>
      <p:sp>
        <p:nvSpPr>
          <p:cNvPr id="2" name="日期占位符 1"/>
          <p:cNvSpPr>
            <a:spLocks noGrp="1"/>
          </p:cNvSpPr>
          <p:nvPr>
            <p:ph type="dt" sz="half" idx="10"/>
            <p:custDataLst>
              <p:tags r:id="rId1"/>
            </p:custDataLst>
          </p:nvPr>
        </p:nvSpPr>
        <p:spPr/>
        <p:txBody>
          <a:bodyPr/>
          <a:lstStyle/>
          <a:p>
            <a:fld id="{760FBDFE-C587-4B4C-A407-44438C67B59E}" type="datetimeFigureOut">
              <a:rPr lang="zh-CN" altLang="en-US" smtClean="0"/>
              <a:t/>
            </a:fld>
            <a:endParaRPr lang="zh-CN" altLang="en-US"/>
          </a:p>
        </p:txBody>
      </p:sp>
      <p:sp>
        <p:nvSpPr>
          <p:cNvPr id="3" name="页脚占位符 2"/>
          <p:cNvSpPr>
            <a:spLocks noGrp="1"/>
          </p:cNvSpPr>
          <p:nvPr>
            <p:ph type="ftr" sz="quarter" idx="11"/>
            <p:custDataLst>
              <p:tags r:id="rId2"/>
            </p:custDataLst>
          </p:nvPr>
        </p:nvSpPr>
        <p:spPr/>
        <p:txBody>
          <a:bodyPr/>
          <a:lstStyle/>
          <a:p>
            <a:endParaRPr lang="zh-CN" altLang="en-US"/>
          </a:p>
        </p:txBody>
      </p:sp>
      <p:sp>
        <p:nvSpPr>
          <p:cNvPr id="4" name="灯片编号占位符 3"/>
          <p:cNvSpPr>
            <a:spLocks noGrp="1"/>
          </p:cNvSpPr>
          <p:nvPr>
            <p:ph type="sldNum" sz="quarter" idx="12"/>
            <p:custDataLst>
              <p:tags r:id="rId3"/>
            </p:custDataLst>
          </p:nvPr>
        </p:nvSpPr>
        <p:spPr/>
        <p:txBody>
          <a:bodyPr/>
          <a:lstStyle/>
          <a:p>
            <a:fld id="{49AE70B2-8BF9-45C0-BB95-33D1B9D3A854}" type="slidenum">
              <a:rPr lang="zh-CN" altLang="en-US" smtClean="0"/>
              <a:t/>
            </a:fld>
            <a:endParaRPr lang="zh-CN" altLang="en-US"/>
          </a:p>
        </p:txBody>
      </p:sp>
    </p:spTree>
  </p:cSld>
  <p:clrMapOvr>
    <a:masterClrMapping/>
  </p:clrMapOvr>
  <p:transition/>
  <p:timing/>
</p:sldLayout>
</file>

<file path=ppt/slideLayouts/slideLayout8.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reserve="1" userDrawn="1">
  <p:cSld name="图片与标题">
    <p:spTree>
      <p:nvGrpSpPr>
        <p:cNvPr id="1" name=""/>
        <p:cNvGrpSpPr/>
        <p:nvPr/>
      </p:nvGrpSpPr>
      <p:grpSpPr>
        <a:xfrm>
          <a:off x="0" y="0"/>
          <a:ext cx="0" cy="0"/>
        </a:xfrm>
      </p:grpSpPr>
      <p:sp>
        <p:nvSpPr>
          <p:cNvPr id="3" name="图片占位符 2"/>
          <p:cNvSpPr>
            <a:spLocks noGrp="1"/>
          </p:cNvSpPr>
          <p:nvPr>
            <p:ph type="pic" idx="1"/>
            <p:custDataLst>
              <p:tags r:id="rId1"/>
            </p:custDataLst>
          </p:nvPr>
        </p:nvSpPr>
        <p:spPr>
          <a:xfrm>
            <a:off x="608400" y="1555200"/>
            <a:ext cx="5233077" cy="4608000"/>
          </a:xfrm>
        </p:spPr>
        <p:txBody>
          <a:bodyPr vert="horz" lIns="90000" tIns="46800" rIns="90000" bIns="46800" rtlCol="0">
            <a:normAutofit/>
          </a:bodyPr>
          <a:lstStyle>
            <a:lvl1pPr>
              <a:buNone/>
              <a:defRPr sz="1600"/>
            </a:lvl1pPr>
          </a:lstStyle>
          <a:p>
            <a:pPr lvl="0"/>
            <a:endParaRPr lang="zh-CN" altLang="en-US"/>
          </a:p>
        </p:txBody>
      </p:sp>
      <p:sp>
        <p:nvSpPr>
          <p:cNvPr id="4" name="文本占位符 3"/>
          <p:cNvSpPr>
            <a:spLocks noGrp="1"/>
          </p:cNvSpPr>
          <p:nvPr>
            <p:ph type="body" sz="half" idx="2"/>
            <p:custDataLst>
              <p:tags r:id="rId2"/>
            </p:custDataLst>
          </p:nvPr>
        </p:nvSpPr>
        <p:spPr>
          <a:xfrm>
            <a:off x="6350400" y="1555200"/>
            <a:ext cx="5227200" cy="4608000"/>
          </a:xfrm>
        </p:spPr>
        <p:txBody>
          <a:bodyPr vert="horz" lIns="90000" tIns="46800" rIns="90000" bIns="46800" rtlCol="0">
            <a:normAutofit/>
          </a:bodyPr>
          <a:lstStyle>
            <a:lvl1pPr>
              <a:buNone/>
              <a:defRPr sz="1600"/>
            </a:lvl1pPr>
          </a:lstStyle>
          <a:p>
            <a:pPr lvl="0"/>
            <a:r>
              <a:rPr lang="zh-CN" altLang="en-US" smtClean="0"/>
              <a:t>单击此处编辑母版文本样式</a:t>
            </a:r>
            <a:endParaRPr lang="zh-CN" altLang="en-US"/>
          </a:p>
        </p:txBody>
      </p:sp>
      <p:sp>
        <p:nvSpPr>
          <p:cNvPr id="5" name="日期占位符 4"/>
          <p:cNvSpPr>
            <a:spLocks noGrp="1"/>
          </p:cNvSpPr>
          <p:nvPr>
            <p:ph type="dt" sz="half" idx="10"/>
            <p:custDataLst>
              <p:tags r:id="rId3"/>
            </p:custDataLst>
          </p:nvPr>
        </p:nvSpPr>
        <p:spPr/>
        <p:txBody>
          <a:bodyPr/>
          <a:lstStyle/>
          <a:p>
            <a:fld id="{9EFD9D74-47D9-4702-A33C-335B63B48DBF}" type="datetimeFigureOut">
              <a:rPr lang="zh-CN" altLang="en-US" smtClean="0"/>
              <a:t/>
            </a:fld>
            <a:endParaRPr lang="zh-CN" altLang="en-US"/>
          </a:p>
        </p:txBody>
      </p:sp>
      <p:sp>
        <p:nvSpPr>
          <p:cNvPr id="6" name="页脚占位符 5"/>
          <p:cNvSpPr>
            <a:spLocks noGrp="1"/>
          </p:cNvSpPr>
          <p:nvPr>
            <p:ph type="ftr" sz="quarter" idx="11"/>
            <p:custDataLst>
              <p:tags r:id="rId4"/>
            </p:custDataLst>
          </p:nvPr>
        </p:nvSpPr>
        <p:spPr/>
        <p:txBody>
          <a:bodyPr/>
          <a:lstStyle/>
          <a:p>
            <a:endParaRPr lang="zh-CN" altLang="en-US"/>
          </a:p>
        </p:txBody>
      </p:sp>
      <p:sp>
        <p:nvSpPr>
          <p:cNvPr id="7" name="灯片编号占位符 6"/>
          <p:cNvSpPr>
            <a:spLocks noGrp="1"/>
          </p:cNvSpPr>
          <p:nvPr>
            <p:ph type="sldNum" sz="quarter" idx="12"/>
            <p:custDataLst>
              <p:tags r:id="rId5"/>
            </p:custDataLst>
          </p:nvPr>
        </p:nvSpPr>
        <p:spPr/>
        <p:txBody>
          <a:bodyPr/>
          <a:lstStyle/>
          <a:p>
            <a:fld id="{FABC47A4-756D-490B-A52F-7D9E2C9FC05F}" type="slidenum">
              <a:rPr lang="zh-CN" altLang="en-US" smtClean="0"/>
              <a:t/>
            </a:fld>
            <a:endParaRPr lang="zh-CN" altLang="en-US"/>
          </a:p>
        </p:txBody>
      </p:sp>
      <p:sp>
        <p:nvSpPr>
          <p:cNvPr id="9" name="标题 8"/>
          <p:cNvSpPr>
            <a:spLocks noGrp="1"/>
          </p:cNvSpPr>
          <p:nvPr>
            <p:ph type="title"/>
            <p:custDataLst>
              <p:tags r:id="rId6"/>
            </p:custDataLst>
          </p:nvPr>
        </p:nvSpPr>
        <p:spPr/>
        <p:txBody>
          <a:bodyPr/>
          <a:lstStyle/>
          <a:p>
            <a:r>
              <a:rPr lang="zh-CN" altLang="en-US"/>
              <a:t>单击此处编辑母版标题样式</a:t>
            </a:r>
            <a:endParaRPr lang="zh-CN" altLang="en-US"/>
          </a:p>
        </p:txBody>
      </p:sp>
    </p:spTree>
  </p:cSld>
  <p:clrMapOvr>
    <a:masterClrMapping/>
  </p:clrMapOvr>
  <p:transition/>
  <p:timing/>
</p:sldLayout>
</file>

<file path=ppt/slideLayouts/slideLayout9.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type="vertTitleAndTx" preserve="1">
  <p:cSld name="竖排标题与文本">
    <p:spTree>
      <p:nvGrpSpPr>
        <p:cNvPr id="1" name=""/>
        <p:cNvGrpSpPr/>
        <p:nvPr/>
      </p:nvGrpSpPr>
      <p:grpSpPr>
        <a:xfrm>
          <a:off x="0" y="0"/>
          <a:ext cx="0" cy="0"/>
        </a:xfrm>
      </p:grpSpPr>
      <p:sp>
        <p:nvSpPr>
          <p:cNvPr id="2" name="竖排标题 1"/>
          <p:cNvSpPr>
            <a:spLocks noGrp="1"/>
          </p:cNvSpPr>
          <p:nvPr>
            <p:ph type="title" orient="vert" hasCustomPrompt="1"/>
            <p:custDataLst>
              <p:tags r:id="rId1"/>
            </p:custDataLst>
          </p:nvPr>
        </p:nvSpPr>
        <p:spPr>
          <a:xfrm>
            <a:off x="10234800" y="914400"/>
            <a:ext cx="1044000" cy="5029200"/>
          </a:xfrm>
        </p:spPr>
        <p:txBody>
          <a:bodyPr vert="eaVert" lIns="90000" tIns="46800" rIns="90000" bIns="46800" rtlCol="0" anchor="ctr" anchorCtr="0">
            <a:normAutofit/>
          </a:bodyPr>
          <a:lstStyle>
            <a:lvl1pPr>
              <a:buNone/>
              <a:defRPr sz="2800"/>
            </a:lvl1pPr>
          </a:lstStyle>
          <a:p>
            <a:pPr lvl="0"/>
            <a:r>
              <a:rPr lang="zh-CN" altLang="en-US" smtClean="0"/>
              <a:t>单击此处编辑标题</a:t>
            </a:r>
            <a:endParaRPr lang="zh-CN" altLang="en-US"/>
          </a:p>
        </p:txBody>
      </p:sp>
      <p:sp>
        <p:nvSpPr>
          <p:cNvPr id="3" name="竖排文字占位符 2"/>
          <p:cNvSpPr>
            <a:spLocks noGrp="1"/>
          </p:cNvSpPr>
          <p:nvPr>
            <p:ph type="body" orient="vert" idx="1"/>
            <p:custDataLst>
              <p:tags r:id="rId2"/>
            </p:custDataLst>
          </p:nvPr>
        </p:nvSpPr>
        <p:spPr>
          <a:xfrm>
            <a:off x="914400" y="914400"/>
            <a:ext cx="9169200" cy="5029200"/>
          </a:xfrm>
        </p:spPr>
        <p:txBody>
          <a:bodyPr vert="eaVert" lIns="46800" tIns="46800" rIns="46800" bIns="46800"/>
          <a:lstStyle>
            <a:lvl1pPr marL="228600" indent="-228600">
              <a:spcAft>
                <a:spcPts val="1000"/>
              </a:spcAft>
              <a:defRPr spc="300"/>
            </a:lvl1pPr>
            <a:lvl2pPr marL="685800" indent="-228600">
              <a:defRPr spc="300"/>
            </a:lvl2pPr>
            <a:lvl3pPr marL="1143000" indent="-228600">
              <a:defRPr spc="300"/>
            </a:lvl3pPr>
            <a:lvl4pPr marL="1600200" indent="-228600">
              <a:defRPr spc="300"/>
            </a:lvl4pPr>
            <a:lvl5pPr marL="2057400" indent="-228600">
              <a:defRPr spc="300"/>
            </a:lvl5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custDataLst>
              <p:tags r:id="rId3"/>
            </p:custDataLst>
          </p:nvPr>
        </p:nvSpPr>
        <p:spPr/>
        <p:txBody>
          <a:bodyPr/>
          <a:lstStyle/>
          <a:p>
            <a:fld id="{760FBDFE-C587-4B4C-A407-44438C67B59E}" type="datetimeFigureOut">
              <a:rPr lang="zh-CN" altLang="en-US" smtClean="0"/>
              <a:t/>
            </a:fld>
            <a:endParaRPr lang="zh-CN" altLang="en-US"/>
          </a:p>
        </p:txBody>
      </p:sp>
      <p:sp>
        <p:nvSpPr>
          <p:cNvPr id="5" name="页脚占位符 4"/>
          <p:cNvSpPr>
            <a:spLocks noGrp="1"/>
          </p:cNvSpPr>
          <p:nvPr>
            <p:ph type="ftr" sz="quarter" idx="11"/>
            <p:custDataLst>
              <p:tags r:id="rId4"/>
            </p:custDataLst>
          </p:nvPr>
        </p:nvSpPr>
        <p:spPr/>
        <p:txBody>
          <a:bodyPr/>
          <a:lstStyle/>
          <a:p>
            <a:endParaRPr lang="zh-CN" altLang="en-US"/>
          </a:p>
        </p:txBody>
      </p:sp>
      <p:sp>
        <p:nvSpPr>
          <p:cNvPr id="6" name="灯片编号占位符 5"/>
          <p:cNvSpPr>
            <a:spLocks noGrp="1"/>
          </p:cNvSpPr>
          <p:nvPr>
            <p:ph type="sldNum" sz="quarter" idx="12"/>
            <p:custDataLst>
              <p:tags r:id="rId5"/>
            </p:custDataLst>
          </p:nvPr>
        </p:nvSpPr>
        <p:spPr/>
        <p:txBody>
          <a:bodyPr/>
          <a:lstStyle/>
          <a:p>
            <a:fld id="{49AE70B2-8BF9-45C0-BB95-33D1B9D3A854}" type="slidenum">
              <a:rPr lang="zh-CN" altLang="en-US" smtClean="0"/>
              <a:t/>
            </a:fld>
            <a:endParaRPr lang="zh-CN" altLang="en-US"/>
          </a:p>
        </p:txBody>
      </p:sp>
    </p:spTree>
  </p:cSld>
  <p:clrMapOvr>
    <a:masterClrMapping/>
  </p:clrMapOvr>
  <p:transition/>
  <p:timing/>
</p:sldLayout>
</file>

<file path=ppt/slideLayouts/slideLayout10.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reserve="1" userDrawn="1">
  <p:cSld name="内容">
    <p:spTree>
      <p:nvGrpSpPr>
        <p:cNvPr id="1" name=""/>
        <p:cNvGrpSpPr/>
        <p:nvPr/>
      </p:nvGrpSpPr>
      <p:grpSpPr>
        <a:xfrm>
          <a:off x="0" y="0"/>
          <a:ext cx="0" cy="0"/>
        </a:xfrm>
      </p:grpSpPr>
      <p:sp>
        <p:nvSpPr>
          <p:cNvPr id="3" name="日期占位符 2"/>
          <p:cNvSpPr>
            <a:spLocks noGrp="1"/>
          </p:cNvSpPr>
          <p:nvPr>
            <p:ph type="dt" sz="half" idx="10"/>
            <p:custDataLst>
              <p:tags r:id="rId1"/>
            </p:custDataLst>
          </p:nvPr>
        </p:nvSpPr>
        <p:spPr/>
        <p:txBody>
          <a:bodyPr/>
          <a:lstStyle/>
          <a:p>
            <a:fld id="{760FBDFE-C587-4B4C-A407-44438C67B59E}" type="datetimeFigureOut">
              <a:rPr lang="zh-CN" altLang="en-US" smtClean="0"/>
              <a:t/>
            </a:fld>
            <a:endParaRPr lang="zh-CN" altLang="en-US"/>
          </a:p>
        </p:txBody>
      </p:sp>
      <p:sp>
        <p:nvSpPr>
          <p:cNvPr id="4" name="页脚占位符 3"/>
          <p:cNvSpPr>
            <a:spLocks noGrp="1"/>
          </p:cNvSpPr>
          <p:nvPr>
            <p:ph type="ftr" sz="quarter" idx="11"/>
            <p:custDataLst>
              <p:tags r:id="rId2"/>
            </p:custDataLst>
          </p:nvPr>
        </p:nvSpPr>
        <p:spPr/>
        <p:txBody>
          <a:bodyPr/>
          <a:lstStyle/>
          <a:p>
            <a:endParaRPr lang="zh-CN" altLang="en-US"/>
          </a:p>
        </p:txBody>
      </p:sp>
      <p:sp>
        <p:nvSpPr>
          <p:cNvPr id="5" name="灯片编号占位符 4"/>
          <p:cNvSpPr>
            <a:spLocks noGrp="1"/>
          </p:cNvSpPr>
          <p:nvPr>
            <p:ph type="sldNum" sz="quarter" idx="12"/>
            <p:custDataLst>
              <p:tags r:id="rId3"/>
            </p:custDataLst>
          </p:nvPr>
        </p:nvSpPr>
        <p:spPr/>
        <p:txBody>
          <a:bodyPr/>
          <a:lstStyle/>
          <a:p>
            <a:fld id="{49AE70B2-8BF9-45C0-BB95-33D1B9D3A854}" type="slidenum">
              <a:rPr lang="zh-CN" altLang="en-US" smtClean="0"/>
              <a:t/>
            </a:fld>
            <a:endParaRPr lang="zh-CN" altLang="en-US"/>
          </a:p>
        </p:txBody>
      </p:sp>
      <p:sp>
        <p:nvSpPr>
          <p:cNvPr id="7" name="内容占位符 6"/>
          <p:cNvSpPr>
            <a:spLocks noGrp="1"/>
          </p:cNvSpPr>
          <p:nvPr>
            <p:ph sz="quarter" idx="13"/>
            <p:custDataLst>
              <p:tags r:id="rId4"/>
            </p:custDataLst>
          </p:nvPr>
        </p:nvSpPr>
        <p:spPr>
          <a:xfrm>
            <a:off x="608400" y="774000"/>
            <a:ext cx="10972800" cy="5482800"/>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transition/>
  <p:timing/>
</p:sldLayout>
</file>

<file path=ppt/slideLayouts/slideLayout11.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reserve="1" userDrawn="1">
  <p:cSld name="末尾幻灯片">
    <p:spTree>
      <p:nvGrpSpPr>
        <p:cNvPr id="1" name=""/>
        <p:cNvGrpSpPr/>
        <p:nvPr/>
      </p:nvGrpSpPr>
      <p:grpSpPr>
        <a:xfrm>
          <a:off x="0" y="0"/>
          <a:ext cx="0" cy="0"/>
        </a:xfrm>
      </p:grpSpPr>
      <p:sp>
        <p:nvSpPr>
          <p:cNvPr id="3" name="日期占位符 2"/>
          <p:cNvSpPr>
            <a:spLocks noGrp="1"/>
          </p:cNvSpPr>
          <p:nvPr>
            <p:ph type="dt" sz="half" idx="10"/>
            <p:custDataLst>
              <p:tags r:id="rId1"/>
            </p:custDataLst>
          </p:nvPr>
        </p:nvSpPr>
        <p:spPr/>
        <p:txBody>
          <a:bodyPr/>
          <a:lstStyle/>
          <a:p>
            <a:fld id="{760FBDFE-C587-4B4C-A407-44438C67B59E}" type="datetimeFigureOut">
              <a:rPr lang="zh-CN" altLang="en-US" smtClean="0"/>
              <a:t/>
            </a:fld>
            <a:endParaRPr lang="zh-CN" altLang="en-US"/>
          </a:p>
        </p:txBody>
      </p:sp>
      <p:sp>
        <p:nvSpPr>
          <p:cNvPr id="4" name="页脚占位符 3"/>
          <p:cNvSpPr>
            <a:spLocks noGrp="1"/>
          </p:cNvSpPr>
          <p:nvPr>
            <p:ph type="ftr" sz="quarter" idx="11"/>
            <p:custDataLst>
              <p:tags r:id="rId2"/>
            </p:custDataLst>
          </p:nvPr>
        </p:nvSpPr>
        <p:spPr/>
        <p:txBody>
          <a:bodyPr/>
          <a:lstStyle/>
          <a:p>
            <a:endParaRPr lang="zh-CN" altLang="en-US"/>
          </a:p>
        </p:txBody>
      </p:sp>
      <p:sp>
        <p:nvSpPr>
          <p:cNvPr id="5" name="灯片编号占位符 4"/>
          <p:cNvSpPr>
            <a:spLocks noGrp="1"/>
          </p:cNvSpPr>
          <p:nvPr>
            <p:ph type="sldNum" sz="quarter" idx="12"/>
            <p:custDataLst>
              <p:tags r:id="rId3"/>
            </p:custDataLst>
          </p:nvPr>
        </p:nvSpPr>
        <p:spPr/>
        <p:txBody>
          <a:bodyPr/>
          <a:lstStyle/>
          <a:p>
            <a:fld id="{49AE70B2-8BF9-45C0-BB95-33D1B9D3A854}" type="slidenum">
              <a:rPr lang="zh-CN" altLang="en-US" smtClean="0"/>
              <a:t/>
            </a:fld>
            <a:endParaRPr lang="zh-CN" altLang="en-US"/>
          </a:p>
        </p:txBody>
      </p:sp>
      <p:sp>
        <p:nvSpPr>
          <p:cNvPr id="2" name="标题 1"/>
          <p:cNvSpPr>
            <a:spLocks noGrp="1"/>
          </p:cNvSpPr>
          <p:nvPr>
            <p:ph type="title" hasCustomPrompt="1"/>
            <p:custDataLst>
              <p:tags r:id="rId4"/>
            </p:custDataLst>
          </p:nvPr>
        </p:nvSpPr>
        <p:spPr>
          <a:xfrm>
            <a:off x="1198800" y="2484000"/>
            <a:ext cx="9799200" cy="1018800"/>
          </a:xfrm>
        </p:spPr>
        <p:txBody>
          <a:bodyPr vert="horz" lIns="90000" tIns="46800" rIns="90000" bIns="46800" rtlCol="0" anchor="t" anchorCtr="0">
            <a:normAutofit/>
          </a:bodyPr>
          <a:lstStyle>
            <a:lvl1pPr algn="ctr">
              <a:defRPr sz="6000"/>
            </a:lvl1pPr>
          </a:lstStyle>
          <a:p>
            <a:pPr lvl="0"/>
            <a:r>
              <a:rPr lang="zh-CN" altLang="en-US" smtClean="0"/>
              <a:t>单击此处编辑标题</a:t>
            </a:r>
            <a:endParaRPr lang="zh-CN" altLang="en-US"/>
          </a:p>
        </p:txBody>
      </p:sp>
      <p:sp>
        <p:nvSpPr>
          <p:cNvPr id="7" name="文本占位符 6"/>
          <p:cNvSpPr>
            <a:spLocks noGrp="1"/>
          </p:cNvSpPr>
          <p:nvPr>
            <p:ph type="body" sz="quarter" idx="13"/>
            <p:custDataLst>
              <p:tags r:id="rId5"/>
            </p:custDataLst>
          </p:nvPr>
        </p:nvSpPr>
        <p:spPr>
          <a:xfrm>
            <a:off x="1198800" y="3560400"/>
            <a:ext cx="9799200" cy="471600"/>
          </a:xfrm>
        </p:spPr>
        <p:txBody>
          <a:bodyPr lIns="90000" tIns="46800" rIns="90000" bIns="46800">
            <a:normAutofit/>
          </a:bodyPr>
          <a:lstStyle>
            <a:lvl1pPr algn="ctr">
              <a:lnSpc>
                <a:spcPct val="110000"/>
              </a:lnSpc>
              <a:buNone/>
              <a:defRPr sz="2400" spc="200"/>
            </a:lvl1pPr>
          </a:lstStyle>
          <a:p>
            <a:pPr lvl="0"/>
            <a:r>
              <a:rPr lang="zh-CN" altLang="en-US"/>
              <a:t>单击此处编辑母版文本样式</a:t>
            </a:r>
            <a:endParaRPr lang="zh-CN" altLang="en-US"/>
          </a:p>
        </p:txBody>
      </p:sp>
    </p:spTree>
  </p:cSld>
  <p:clrMapOvr>
    <a:masterClrMapping/>
  </p:clrMapOvr>
  <p:transition/>
  <p:timing/>
</p:sldLayout>
</file>

<file path=ppt/slideMasters/_rels/slideMaster1.xml.rels>&#65279;<?xml version="1.0" encoding="utf-8" standalone="yes"?><Relationships xmlns="http://schemas.openxmlformats.org/package/2006/relationships"><Relationship Id="rId1" Type="http://schemas.openxmlformats.org/officeDocument/2006/relationships/slideLayout" Target="../slideLayouts/slideLayout1.xml" /><Relationship Id="rId10" Type="http://schemas.openxmlformats.org/officeDocument/2006/relationships/slideLayout" Target="../slideLayouts/slideLayout10.xml" /><Relationship Id="rId11" Type="http://schemas.openxmlformats.org/officeDocument/2006/relationships/slideLayout" Target="../slideLayouts/slideLayout11.xml" /><Relationship Id="rId12" Type="http://schemas.openxmlformats.org/officeDocument/2006/relationships/tags" Target="../tags/tag57.xml" /><Relationship Id="rId13" Type="http://schemas.openxmlformats.org/officeDocument/2006/relationships/tags" Target="../tags/tag58.xml" /><Relationship Id="rId14" Type="http://schemas.openxmlformats.org/officeDocument/2006/relationships/tags" Target="../tags/tag59.xml" /><Relationship Id="rId15" Type="http://schemas.openxmlformats.org/officeDocument/2006/relationships/tags" Target="../tags/tag60.xml" /><Relationship Id="rId16" Type="http://schemas.openxmlformats.org/officeDocument/2006/relationships/tags" Target="../tags/tag61.xml" /><Relationship Id="rId17" Type="http://schemas.openxmlformats.org/officeDocument/2006/relationships/image" Target="file:///D:\qq&#25991;&#20214;\712321467\Image\C2C\Image2\%7b75232B38-A165-1FB7-499C-2E1C792CACB5%7d.png" TargetMode="External" /><Relationship Id="rId18" Type="http://schemas.openxmlformats.org/officeDocument/2006/relationships/image" Target="../media/image1.png" /><Relationship Id="rId19" Type="http://schemas.openxmlformats.org/officeDocument/2006/relationships/image" Target="../media/image2.jpeg" /><Relationship Id="rId2" Type="http://schemas.openxmlformats.org/officeDocument/2006/relationships/slideLayout" Target="../slideLayouts/slideLayout2.xml" /><Relationship Id="rId20" Type="http://schemas.openxmlformats.org/officeDocument/2006/relationships/tags" Target="../tags/tag62.xml" /><Relationship Id="rId21" Type="http://schemas.openxmlformats.org/officeDocument/2006/relationships/theme" Target="../theme/theme1.xml" /><Relationship Id="rId3" Type="http://schemas.openxmlformats.org/officeDocument/2006/relationships/slideLayout" Target="../slideLayouts/slideLayout3.xml" /><Relationship Id="rId4" Type="http://schemas.openxmlformats.org/officeDocument/2006/relationships/slideLayout" Target="../slideLayouts/slideLayout4.xml" /><Relationship Id="rId5" Type="http://schemas.openxmlformats.org/officeDocument/2006/relationships/slideLayout" Target="../slideLayouts/slideLayout5.xml" /><Relationship Id="rId6" Type="http://schemas.openxmlformats.org/officeDocument/2006/relationships/slideLayout" Target="../slideLayouts/slideLayout6.xml" /><Relationship Id="rId7" Type="http://schemas.openxmlformats.org/officeDocument/2006/relationships/slideLayout" Target="../slideLayouts/slideLayout7.xml" /><Relationship Id="rId8" Type="http://schemas.openxmlformats.org/officeDocument/2006/relationships/slideLayout" Target="../slideLayouts/slideLayout8.xml" /><Relationship Id="rId9" Type="http://schemas.openxmlformats.org/officeDocument/2006/relationships/slideLayout" Target="../slideLayouts/slideLayout9.xml" /></Relationships>
</file>

<file path=ppt/slideMasters/slideMaster1.xml><?xml version="1.0" encoding="utf-8"?>
<p:sldMaster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p:bg>
      <p:bgPr>
        <a:blipFill rotWithShape="0">
          <a:blip r:embed="rId19"/>
          <a:stretch>
            <a:fillRect/>
          </a:stretch>
        </a:blipFill>
        <a:effectLst/>
      </p:bgPr>
    </p:bg>
    <p:spTree>
      <p:nvGrpSpPr>
        <p:cNvPr id="1" name=""/>
        <p:cNvGrpSpPr/>
        <p:nvPr/>
      </p:nvGrpSpPr>
      <p:grpSpPr>
        <a:xfrm>
          <a:off x="0" y="0"/>
          <a:ext cx="0" cy="0"/>
        </a:xfrm>
      </p:grpSpPr>
      <p:sp>
        <p:nvSpPr>
          <p:cNvPr id="2" name="标题占位符 1"/>
          <p:cNvSpPr>
            <a:spLocks noGrp="1"/>
          </p:cNvSpPr>
          <p:nvPr>
            <p:ph type="title"/>
            <p:custDataLst>
              <p:tags r:id="rId12"/>
            </p:custDataLst>
          </p:nvPr>
        </p:nvSpPr>
        <p:spPr>
          <a:xfrm>
            <a:off x="608400" y="608400"/>
            <a:ext cx="10969200" cy="705600"/>
          </a:xfrm>
          <a:prstGeom prst="rect">
            <a:avLst/>
          </a:prstGeom>
        </p:spPr>
        <p:txBody>
          <a:bodyPr vert="horz" lIns="90170" tIns="46990" rIns="90170" bIns="46990" rtlCol="0" anchor="ctr" anchorCtr="0">
            <a:normAutofit/>
          </a:bodyPr>
          <a:lstStyle/>
          <a:p>
            <a:r>
              <a:rPr lang="zh-CN" altLang="en-US"/>
              <a:t>单击此处编辑母版标题样式</a:t>
            </a:r>
            <a:endParaRPr lang="zh-CN" altLang="en-US"/>
          </a:p>
        </p:txBody>
      </p:sp>
      <p:sp>
        <p:nvSpPr>
          <p:cNvPr id="3" name="文本占位符 2"/>
          <p:cNvSpPr>
            <a:spLocks noGrp="1"/>
          </p:cNvSpPr>
          <p:nvPr>
            <p:ph type="body" idx="1"/>
            <p:custDataLst>
              <p:tags r:id="rId13"/>
            </p:custDataLst>
          </p:nvPr>
        </p:nvSpPr>
        <p:spPr>
          <a:xfrm>
            <a:off x="608400" y="1490400"/>
            <a:ext cx="10969200" cy="4759200"/>
          </a:xfrm>
          <a:prstGeom prst="rect">
            <a:avLst/>
          </a:prstGeom>
        </p:spPr>
        <p:txBody>
          <a:bodyPr vert="horz" lIns="90000" tIns="46800" rIns="90000" bIns="4680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2"/>
            <p:custDataLst>
              <p:tags r:id="rId14"/>
            </p:custDataLst>
          </p:nvPr>
        </p:nvSpPr>
        <p:spPr>
          <a:xfrm>
            <a:off x="612000" y="6314400"/>
            <a:ext cx="2700000" cy="316800"/>
          </a:xfrm>
          <a:prstGeom prst="rect">
            <a:avLst/>
          </a:prstGeom>
        </p:spPr>
        <p:txBody>
          <a:bodyPr vert="horz" lIns="91440" tIns="45720" rIns="91440" bIns="45720" rtlCol="0" anchor="ctr">
            <a:normAutofit/>
          </a:bodyPr>
          <a:lstStyle>
            <a:lvl1pPr algn="l">
              <a:defRPr sz="1000" baseline="0">
                <a:solidFill>
                  <a:schemeClr val="tx1">
                    <a:tint val="75000"/>
                  </a:schemeClr>
                </a:solidFill>
              </a:defRPr>
            </a:lvl1pPr>
          </a:lstStyle>
          <a:p>
            <a:fld id="{760FBDFE-C587-4B4C-A407-44438C67B59E}" type="datetimeFigureOut">
              <a:rPr lang="zh-CN" altLang="en-US" smtClean="0"/>
              <a:t/>
            </a:fld>
            <a:endParaRPr lang="zh-CN" altLang="en-US"/>
          </a:p>
        </p:txBody>
      </p:sp>
      <p:sp>
        <p:nvSpPr>
          <p:cNvPr id="5" name="页脚占位符 4"/>
          <p:cNvSpPr>
            <a:spLocks noGrp="1"/>
          </p:cNvSpPr>
          <p:nvPr>
            <p:ph type="ftr" sz="quarter" idx="3"/>
            <p:custDataLst>
              <p:tags r:id="rId15"/>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defRPr>
            </a:lvl1pPr>
          </a:lstStyle>
          <a:p>
            <a:endParaRPr lang="zh-CN" altLang="en-US"/>
          </a:p>
        </p:txBody>
      </p:sp>
      <p:sp>
        <p:nvSpPr>
          <p:cNvPr id="6" name="灯片编号占位符 5"/>
          <p:cNvSpPr>
            <a:spLocks noGrp="1"/>
          </p:cNvSpPr>
          <p:nvPr>
            <p:ph type="sldNum" sz="quarter" idx="4"/>
            <p:custDataLst>
              <p:tags r:id="rId16"/>
            </p:custDataLst>
          </p:nvPr>
        </p:nvSpPr>
        <p:spPr>
          <a:xfrm>
            <a:off x="8877600" y="6314400"/>
            <a:ext cx="2700000" cy="316800"/>
          </a:xfrm>
          <a:prstGeom prst="rect">
            <a:avLst/>
          </a:prstGeom>
        </p:spPr>
        <p:txBody>
          <a:bodyPr vert="horz" lIns="91440" tIns="45720" rIns="91440" bIns="45720" rtlCol="0" anchor="ctr">
            <a:normAutofit/>
          </a:bodyPr>
          <a:lstStyle>
            <a:lvl1pPr algn="r">
              <a:defRPr sz="1000" baseline="0">
                <a:solidFill>
                  <a:schemeClr val="tx1">
                    <a:tint val="75000"/>
                  </a:schemeClr>
                </a:solidFill>
              </a:defRPr>
            </a:lvl1pPr>
          </a:lstStyle>
          <a:p>
            <a:fld id="{49AE70B2-8BF9-45C0-BB95-33D1B9D3A854}" type="slidenum">
              <a:rPr lang="zh-CN" altLang="en-US" smtClean="0"/>
              <a:t>0</a:t>
            </a:fld>
            <a:endParaRPr lang="zh-CN" altLang="en-US"/>
          </a:p>
        </p:txBody>
      </p:sp>
      <p:pic>
        <p:nvPicPr>
          <p:cNvPr id="7" name="图片 1073743875" descr="学科网 zxxk.com" title=""/>
          <p:cNvPicPr>
            <a:picLocks noChangeAspect="1"/>
          </p:cNvPicPr>
          <p:nvPr/>
        </p:nvPicPr>
        <p:blipFill>
          <a:blip r:embed="rId18" r:link="rId17"/>
          <a:stretch>
            <a:fillRect/>
          </a:stretch>
        </p:blipFill>
        <p:spPr>
          <a:xfrm>
            <a:off x="838200" y="365125"/>
            <a:ext cx="9525" cy="9525"/>
          </a:xfrm>
          <a:prstGeom prst="rect">
            <a:avLst/>
          </a:prstGeom>
          <a:noFill/>
          <a:ln>
            <a:noFill/>
            <a:miter lim="800000"/>
          </a:ln>
        </p:spPr>
      </p:pic>
    </p:spTree>
    <p:custDataLst>
      <p:tags r:id="rId20"/>
    </p:custData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p:timing/>
  <p:txStyles>
    <p:titleStyle>
      <a:lvl1pPr algn="l" defTabSz="914400" rtl="0" eaLnBrk="1" fontAlgn="auto" latinLnBrk="0" hangingPunct="1">
        <a:lnSpc>
          <a:spcPct val="100000"/>
        </a:lnSpc>
        <a:spcBef>
          <a:spcPct val="0"/>
        </a:spcBef>
        <a:buNone/>
        <a:defRPr sz="3600" b="0" u="none" strike="noStrike" kern="1200" cap="none" spc="300" normalizeH="0" baseline="0">
          <a:solidFill>
            <a:schemeClr val="tx1">
              <a:lumMod val="85000"/>
              <a:lumOff val="15000"/>
            </a:schemeClr>
          </a:solidFill>
          <a:uFillTx/>
          <a:latin typeface="+mj-lt"/>
          <a:ea typeface="+mj-ea"/>
          <a:cs typeface="+mj-cs"/>
        </a:defRPr>
      </a:lvl1pPr>
    </p:titleStyle>
    <p:bodyStyle>
      <a:lvl1pPr marL="228600" indent="-228600" algn="l" defTabSz="914400" rtl="0" eaLnBrk="1" fontAlgn="auto" latinLnBrk="0" hangingPunct="1">
        <a:lnSpc>
          <a:spcPct val="130000"/>
        </a:lnSpc>
        <a:spcBef>
          <a:spcPct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ct val="0"/>
        </a:spcBef>
        <a:spcAft>
          <a:spcPts val="600"/>
        </a:spcAft>
        <a:buFont typeface="Arial" panose="020b0604020202020204" pitchFamily="34" charset="0"/>
        <a:buChar char="●"/>
        <a:tabLst>
          <a:tab pos="1609725"/>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ct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ct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ct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&#65279;<?xml version="1.0" encoding="utf-8" standalone="yes"?><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tags" Target="../tags/tag63.xml" /><Relationship Id="rId3" Type="http://schemas.openxmlformats.org/officeDocument/2006/relationships/image" Target="../media/image3.png" /><Relationship Id="rId4" Type="http://schemas.openxmlformats.org/officeDocument/2006/relationships/image" Target="../media/image4.jpeg" /><Relationship Id="rId5" Type="http://schemas.openxmlformats.org/officeDocument/2006/relationships/tags" Target="../tags/tag64.xml" /></Relationships>
</file>

<file path=ppt/slides/_rels/slide2.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notesSlide" Target="../notesSlides/notesSlide1.xml" /></Relationships>
</file>

<file path=ppt/slides/_rels/slide3.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notesSlide" Target="../notesSlides/notesSlide2.xml" /></Relationships>
</file>

<file path=ppt/slides/_rels/slide4.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notesSlide" Target="../notesSlides/notesSlide3.xml" /></Relationships>
</file>

<file path=ppt/slides/_rels/slide5.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notesSlide" Target="../notesSlides/notesSlide4.xml" /></Relationships>
</file>

<file path=ppt/slides/_rels/slide6.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notesSlide" Target="../notesSlides/notesSlide5.xml" /></Relationships>
</file>

<file path=ppt/slides/_rels/slide7.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notesSlide" Target="../notesSlides/notesSlide6.xml" /></Relationships>
</file>

<file path=ppt/slides/_rels/slide8.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notesSlide" Target="../notesSlides/notesSlide7.xml" /></Relationships>
</file>

<file path=ppt/slides/_rels/slide9.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notesSlide" Target="../notesSlides/notesSlide8.xml" /></Relationships>
</file>

<file path=ppt/slides/_rels/slide10.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notesSlide" Target="../notesSlides/notesSlide9.xml" /></Relationships>
</file>

<file path=ppt/slides/_rels/slide11.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notesSlide" Target="../notesSlides/notesSlide10.xml" /></Relationships>
</file>

<file path=ppt/slides/_rels/slide12.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notesSlide" Target="../notesSlides/notesSlide11.xml" /></Relationships>
</file>

<file path=ppt/slides/slide1.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bg>
      <p:bgPr>
        <a:blipFill rotWithShape="1">
          <a:blip r:embed="rId4"/>
          <a:stretch>
            <a:fillRect/>
          </a:stretch>
        </a:blipFill>
        <a:effectLst/>
      </p:bgPr>
    </p:bg>
    <p:spTree>
      <p:nvGrpSpPr>
        <p:cNvPr id="1" name=""/>
        <p:cNvGrpSpPr/>
        <p:nvPr/>
      </p:nvGrpSpPr>
      <p:grpSpPr>
        <a:xfrm>
          <a:off x="0" y="0"/>
          <a:ext cx="0" cy="0"/>
        </a:xfrm>
      </p:grpSpPr>
      <p:sp>
        <p:nvSpPr>
          <p:cNvPr id="3" name="副标题 2" title=""/>
          <p:cNvSpPr>
            <a:spLocks noGrp="1"/>
          </p:cNvSpPr>
          <p:nvPr>
            <p:ph type="subTitle" idx="1"/>
            <p:custDataLst>
              <p:tags r:id="rId2"/>
            </p:custDataLst>
          </p:nvPr>
        </p:nvSpPr>
        <p:spPr>
          <a:xfrm>
            <a:off x="1198800" y="2087835"/>
            <a:ext cx="9799200" cy="1472400"/>
          </a:xfrm>
        </p:spPr>
        <p:txBody>
          <a:bodyPr/>
          <a:lstStyle/>
          <a:p>
            <a:r>
              <a:rPr lang="zh-CN" altLang="en-US" sz="2500" b="1">
                <a:latin typeface="Times New Roman" panose="02020603050405020304" pitchFamily="18" charset="0"/>
                <a:ea typeface="宋体" panose="02010600030101010101" pitchFamily="2" charset="-122"/>
              </a:rPr>
              <a:t>衔接的选择与巧用</a:t>
            </a:r>
            <a:endParaRPr lang="zh-CN" altLang="en-US" sz="2500" b="1">
              <a:latin typeface="Times New Roman" panose="02020603050405020304" pitchFamily="18" charset="0"/>
              <a:ea typeface="宋体" panose="02010600030101010101" pitchFamily="2" charset="-122"/>
            </a:endParaRPr>
          </a:p>
        </p:txBody>
      </p:sp>
      <p:pic>
        <p:nvPicPr>
          <p:cNvPr id="2" name="Picture 2"/>
          <p:cNvPicPr>
            <a:picLocks noChangeAspect="1"/>
          </p:cNvPicPr>
          <p:nvPr/>
        </p:nvPicPr>
        <p:blipFill>
          <a:blip r:embed="rId3"/>
          <a:stretch>
            <a:fillRect/>
          </a:stretch>
        </p:blipFill>
        <p:spPr>
          <a:xfrm flipH="1">
            <a:off x="12484100" y="11988800"/>
            <a:ext cx="0" cy="0"/>
          </a:xfrm>
          <a:prstGeom prst="rect">
            <a:avLst/>
          </a:prstGeom>
          <a:ln>
            <a:noFill/>
          </a:ln>
        </p:spPr>
      </p:pic>
    </p:spTree>
    <p:custDataLst>
      <p:tags r:id="rId5"/>
    </p:custDataLst>
  </p:cSld>
  <p:clrMapOvr>
    <a:masterClrMapping/>
  </p:clrMapOvr>
  <p:transition/>
  <p:timing/>
</p:sld>
</file>

<file path=ppt/slides/slide2.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a:xfrm>
          <a:off x="0" y="0"/>
          <a:ext cx="0" cy="0"/>
        </a:xfrm>
      </p:grpSpPr>
      <p:sp>
        <p:nvSpPr>
          <p:cNvPr id="2" name="TextBox 1" title=""/>
          <p:cNvSpPr txBox="1"/>
          <p:nvPr/>
        </p:nvSpPr>
        <p:spPr>
          <a:xfrm>
            <a:off x="534762" y="721184"/>
            <a:ext cx="11276510" cy="3553460"/>
          </a:xfrm>
          <a:prstGeom prst="rect">
            <a:avLst/>
          </a:prstGeom>
          <a:noFill/>
        </p:spPr>
        <p:txBody>
          <a:bodyPr wrap="square" rtlCol="0">
            <a:spAutoFit/>
          </a:bodyPr>
          <a:lstStyle/>
          <a:p>
            <a:pPr algn="just">
              <a:lnSpc>
                <a:spcPct val="150000"/>
              </a:lnSpc>
              <a:spcAft>
                <a:spcPct val="0"/>
              </a:spcAft>
            </a:pPr>
            <a:r>
              <a:rPr lang="en-US" altLang="zh-CN" sz="2500" b="1" kern="100">
                <a:latin typeface="Times New Roman" panose="02020603050405020304" pitchFamily="18" charset="0"/>
                <a:ea typeface="宋体" panose="02010600030101010101" pitchFamily="2" charset="-122"/>
              </a:rPr>
              <a:t>1.</a:t>
            </a:r>
            <a:r>
              <a:rPr lang="zh-CN" altLang="zh-CN" sz="2500" kern="100">
                <a:latin typeface="Times New Roman" panose="02020603050405020304" pitchFamily="18" charset="0"/>
                <a:ea typeface="宋体" panose="02010600030101010101" pitchFamily="2" charset="-122"/>
              </a:rPr>
              <a:t>用好连接词</a:t>
            </a:r>
            <a:endParaRPr lang="zh-CN" altLang="zh-CN" sz="2500" kern="100">
              <a:latin typeface="Times New Roman" panose="02020603050405020304" pitchFamily="18" charset="0"/>
              <a:ea typeface="宋体" panose="02010600030101010101" pitchFamily="2" charset="-122"/>
            </a:endParaRPr>
          </a:p>
          <a:p>
            <a:pPr algn="just">
              <a:lnSpc>
                <a:spcPct val="150000"/>
              </a:lnSpc>
              <a:spcAft>
                <a:spcPct val="0"/>
              </a:spcAft>
            </a:pPr>
            <a:r>
              <a:rPr lang="zh-CN" altLang="zh-CN" sz="2500" kern="100">
                <a:latin typeface="Times New Roman" panose="02020603050405020304" pitchFamily="18" charset="0"/>
                <a:ea typeface="宋体" panose="02010600030101010101" pitchFamily="2" charset="-122"/>
              </a:rPr>
              <a:t>在句与句之间、段与段之间恰当地使用一些承上启下的连接性词语是语言连贯性得以实现的最常用手段。常见的连接性词语归纳如下</a:t>
            </a:r>
            <a:r>
              <a:rPr lang="en-US" altLang="zh-CN" sz="2500" kern="100">
                <a:latin typeface="Times New Roman" panose="02020603050405020304" pitchFamily="18" charset="0"/>
                <a:ea typeface="宋体" panose="02010600030101010101" pitchFamily="2" charset="-122"/>
              </a:rPr>
              <a:t>:</a:t>
            </a:r>
            <a:endParaRPr lang="zh-CN" altLang="zh-CN" sz="2500" kern="100">
              <a:latin typeface="Times New Roman" panose="02020603050405020304" pitchFamily="18" charset="0"/>
              <a:ea typeface="宋体" panose="02010600030101010101" pitchFamily="2" charset="-122"/>
            </a:endParaRPr>
          </a:p>
          <a:p>
            <a:pPr algn="just">
              <a:lnSpc>
                <a:spcPct val="150000"/>
              </a:lnSpc>
              <a:spcAft>
                <a:spcPct val="0"/>
              </a:spcAft>
            </a:pPr>
            <a:r>
              <a:rPr lang="en-US" altLang="zh-CN" sz="2500" kern="100">
                <a:latin typeface="Times New Roman" panose="02020603050405020304" pitchFamily="18" charset="0"/>
                <a:ea typeface="宋体" panose="02010600030101010101" pitchFamily="2" charset="-122"/>
              </a:rPr>
              <a:t>(1)</a:t>
            </a:r>
            <a:r>
              <a:rPr lang="zh-CN" altLang="zh-CN" sz="2500" kern="100">
                <a:latin typeface="Times New Roman" panose="02020603050405020304" pitchFamily="18" charset="0"/>
                <a:ea typeface="宋体" panose="02010600030101010101" pitchFamily="2" charset="-122"/>
              </a:rPr>
              <a:t>起始关系</a:t>
            </a:r>
            <a:r>
              <a:rPr lang="en-US" altLang="zh-CN" sz="2500" kern="100">
                <a:latin typeface="Times New Roman" panose="02020603050405020304" pitchFamily="18" charset="0"/>
                <a:ea typeface="宋体" panose="02010600030101010101" pitchFamily="2" charset="-122"/>
              </a:rPr>
              <a:t>: to begin with, first of all, as we all know, as is known, as is shown in..., according to </a:t>
            </a:r>
            <a:r>
              <a:rPr lang="zh-CN" altLang="zh-CN" sz="2500" kern="100">
                <a:latin typeface="Times New Roman" panose="02020603050405020304" pitchFamily="18" charset="0"/>
                <a:ea typeface="宋体" panose="02010600030101010101" pitchFamily="2" charset="-122"/>
              </a:rPr>
              <a:t>等。</a:t>
            </a:r>
            <a:endParaRPr lang="zh-CN" altLang="zh-CN" sz="2500" kern="100">
              <a:latin typeface="Times New Roman" panose="02020603050405020304" pitchFamily="18" charset="0"/>
              <a:ea typeface="宋体" panose="02010600030101010101" pitchFamily="2" charset="-122"/>
            </a:endParaRPr>
          </a:p>
          <a:p>
            <a:pPr algn="just">
              <a:lnSpc>
                <a:spcPct val="150000"/>
              </a:lnSpc>
              <a:spcAft>
                <a:spcPct val="0"/>
              </a:spcAft>
            </a:pPr>
            <a:r>
              <a:rPr lang="en-US" altLang="zh-CN" sz="2500" b="1" kern="100">
                <a:latin typeface="Times New Roman" panose="02020603050405020304" pitchFamily="18" charset="0"/>
                <a:ea typeface="宋体" panose="02010600030101010101" pitchFamily="2" charset="-122"/>
              </a:rPr>
              <a:t>As</a:t>
            </a:r>
            <a:r>
              <a:rPr lang="en-US" altLang="zh-CN" sz="2500" kern="100">
                <a:latin typeface="Times New Roman" panose="02020603050405020304" pitchFamily="18" charset="0"/>
                <a:ea typeface="宋体" panose="02010600030101010101" pitchFamily="2" charset="-122"/>
              </a:rPr>
              <a:t> </a:t>
            </a:r>
            <a:r>
              <a:rPr lang="en-US" altLang="zh-CN" sz="2500" b="1" kern="100">
                <a:latin typeface="Times New Roman" panose="02020603050405020304" pitchFamily="18" charset="0"/>
                <a:ea typeface="宋体" panose="02010600030101010101" pitchFamily="2" charset="-122"/>
              </a:rPr>
              <a:t>we</a:t>
            </a:r>
            <a:r>
              <a:rPr lang="en-US" altLang="zh-CN" sz="2500" kern="100">
                <a:latin typeface="Times New Roman" panose="02020603050405020304" pitchFamily="18" charset="0"/>
                <a:ea typeface="宋体" panose="02010600030101010101" pitchFamily="2" charset="-122"/>
              </a:rPr>
              <a:t> </a:t>
            </a:r>
            <a:r>
              <a:rPr lang="en-US" altLang="zh-CN" sz="2500" b="1" kern="100">
                <a:latin typeface="Times New Roman" panose="02020603050405020304" pitchFamily="18" charset="0"/>
                <a:ea typeface="宋体" panose="02010600030101010101" pitchFamily="2" charset="-122"/>
              </a:rPr>
              <a:t>all</a:t>
            </a:r>
            <a:r>
              <a:rPr lang="en-US" altLang="zh-CN" sz="2500" kern="100">
                <a:latin typeface="Times New Roman" panose="02020603050405020304" pitchFamily="18" charset="0"/>
                <a:ea typeface="宋体" panose="02010600030101010101" pitchFamily="2" charset="-122"/>
              </a:rPr>
              <a:t> </a:t>
            </a:r>
            <a:r>
              <a:rPr lang="en-US" altLang="zh-CN" sz="2500" b="1" kern="100">
                <a:latin typeface="Times New Roman" panose="02020603050405020304" pitchFamily="18" charset="0"/>
                <a:ea typeface="宋体" panose="02010600030101010101" pitchFamily="2" charset="-122"/>
              </a:rPr>
              <a:t>know</a:t>
            </a:r>
            <a:r>
              <a:rPr lang="en-US" altLang="zh-CN" sz="2500" kern="100">
                <a:latin typeface="Times New Roman" panose="02020603050405020304" pitchFamily="18" charset="0"/>
                <a:ea typeface="宋体" panose="02010600030101010101" pitchFamily="2" charset="-122"/>
              </a:rPr>
              <a:t>(</a:t>
            </a:r>
            <a:r>
              <a:rPr lang="zh-CN" altLang="zh-CN" sz="2500" kern="100">
                <a:latin typeface="Times New Roman" panose="02020603050405020304" pitchFamily="18" charset="0"/>
                <a:ea typeface="宋体" panose="02010600030101010101" pitchFamily="2" charset="-122"/>
              </a:rPr>
              <a:t>众所周知</a:t>
            </a:r>
            <a:r>
              <a:rPr lang="en-US" altLang="zh-CN" sz="2500" kern="100">
                <a:latin typeface="Times New Roman" panose="02020603050405020304" pitchFamily="18" charset="0"/>
                <a:ea typeface="宋体" panose="02010600030101010101" pitchFamily="2" charset="-122"/>
              </a:rPr>
              <a:t>), good learning habits contribute to efficient study</a:t>
            </a:r>
            <a:r>
              <a:rPr lang="en-US" altLang="zh-CN" sz="2500" kern="100" smtClean="0">
                <a:latin typeface="Times New Roman" panose="02020603050405020304" pitchFamily="18" charset="0"/>
                <a:ea typeface="宋体" panose="02010600030101010101" pitchFamily="2" charset="-122"/>
              </a:rPr>
              <a:t>.</a:t>
            </a:r>
            <a:endParaRPr lang="zh-CN" altLang="zh-CN" sz="2500" kern="100">
              <a:latin typeface="Times New Roman" panose="02020603050405020304" pitchFamily="18" charset="0"/>
              <a:ea typeface="宋体" panose="02010600030101010101" pitchFamily="2" charset="-122"/>
            </a:endParaRPr>
          </a:p>
        </p:txBody>
      </p:sp>
    </p:spTree>
  </p:cSld>
  <p:clrMapOvr>
    <a:masterClrMapping/>
  </p:clrMapOvr>
  <p:transition/>
  <p:timing/>
</p:sld>
</file>

<file path=ppt/slides/slide3.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a:xfrm>
          <a:off x="0" y="0"/>
          <a:ext cx="0" cy="0"/>
        </a:xfrm>
      </p:grpSpPr>
      <p:sp>
        <p:nvSpPr>
          <p:cNvPr id="2" name="TextBox 1" title=""/>
          <p:cNvSpPr txBox="1"/>
          <p:nvPr/>
        </p:nvSpPr>
        <p:spPr>
          <a:xfrm>
            <a:off x="534762" y="721184"/>
            <a:ext cx="11276510" cy="3553460"/>
          </a:xfrm>
          <a:prstGeom prst="rect">
            <a:avLst/>
          </a:prstGeom>
          <a:noFill/>
        </p:spPr>
        <p:txBody>
          <a:bodyPr wrap="square" rtlCol="0">
            <a:spAutoFit/>
          </a:bodyPr>
          <a:lstStyle/>
          <a:p>
            <a:pPr algn="just">
              <a:lnSpc>
                <a:spcPct val="150000"/>
              </a:lnSpc>
              <a:spcAft>
                <a:spcPct val="0"/>
              </a:spcAft>
            </a:pPr>
            <a:r>
              <a:rPr lang="en-US" altLang="zh-CN" sz="2500" kern="100">
                <a:latin typeface="Times New Roman" panose="02020603050405020304" pitchFamily="18" charset="0"/>
                <a:ea typeface="宋体" panose="02010600030101010101" pitchFamily="2" charset="-122"/>
              </a:rPr>
              <a:t>(2)</a:t>
            </a:r>
            <a:r>
              <a:rPr lang="zh-CN" altLang="zh-CN" sz="2500" kern="100">
                <a:latin typeface="Times New Roman" panose="02020603050405020304" pitchFamily="18" charset="0"/>
                <a:ea typeface="宋体" panose="02010600030101010101" pitchFamily="2" charset="-122"/>
              </a:rPr>
              <a:t>时间顺序</a:t>
            </a:r>
            <a:r>
              <a:rPr lang="en-US" altLang="zh-CN" sz="2500" kern="100">
                <a:latin typeface="Times New Roman" panose="02020603050405020304" pitchFamily="18" charset="0"/>
                <a:ea typeface="宋体" panose="02010600030101010101" pitchFamily="2" charset="-122"/>
              </a:rPr>
              <a:t>: at the beginning, then, later, finally, at last, in the end, afterwards, since then, after that, immediately, meanwhile</a:t>
            </a:r>
            <a:r>
              <a:rPr lang="zh-CN" altLang="zh-CN" sz="2500" kern="100">
                <a:latin typeface="Times New Roman" panose="02020603050405020304" pitchFamily="18" charset="0"/>
                <a:ea typeface="宋体" panose="02010600030101010101" pitchFamily="2" charset="-122"/>
              </a:rPr>
              <a:t>等。</a:t>
            </a:r>
            <a:endParaRPr lang="zh-CN" altLang="zh-CN" sz="2500" kern="100">
              <a:latin typeface="Times New Roman" panose="02020603050405020304" pitchFamily="18" charset="0"/>
              <a:ea typeface="宋体" panose="02010600030101010101" pitchFamily="2" charset="-122"/>
            </a:endParaRPr>
          </a:p>
          <a:p>
            <a:pPr algn="just">
              <a:lnSpc>
                <a:spcPct val="150000"/>
              </a:lnSpc>
              <a:spcAft>
                <a:spcPct val="0"/>
              </a:spcAft>
            </a:pPr>
            <a:r>
              <a:rPr lang="en-US" altLang="zh-CN" sz="2500" b="1" kern="100">
                <a:latin typeface="Times New Roman" panose="02020603050405020304" pitchFamily="18" charset="0"/>
                <a:ea typeface="宋体" panose="02010600030101010101" pitchFamily="2" charset="-122"/>
              </a:rPr>
              <a:t>At</a:t>
            </a:r>
            <a:r>
              <a:rPr lang="en-US" altLang="zh-CN" sz="2500" kern="100">
                <a:latin typeface="Times New Roman" panose="02020603050405020304" pitchFamily="18" charset="0"/>
                <a:ea typeface="宋体" panose="02010600030101010101" pitchFamily="2" charset="-122"/>
              </a:rPr>
              <a:t> </a:t>
            </a:r>
            <a:r>
              <a:rPr lang="en-US" altLang="zh-CN" sz="2500" b="1" kern="100">
                <a:latin typeface="Times New Roman" panose="02020603050405020304" pitchFamily="18" charset="0"/>
                <a:ea typeface="宋体" panose="02010600030101010101" pitchFamily="2" charset="-122"/>
              </a:rPr>
              <a:t>the</a:t>
            </a:r>
            <a:r>
              <a:rPr lang="en-US" altLang="zh-CN" sz="2500" kern="100">
                <a:latin typeface="Times New Roman" panose="02020603050405020304" pitchFamily="18" charset="0"/>
                <a:ea typeface="宋体" panose="02010600030101010101" pitchFamily="2" charset="-122"/>
              </a:rPr>
              <a:t> </a:t>
            </a:r>
            <a:r>
              <a:rPr lang="en-US" altLang="zh-CN" sz="2500" b="1" kern="100">
                <a:latin typeface="Times New Roman" panose="02020603050405020304" pitchFamily="18" charset="0"/>
                <a:ea typeface="宋体" panose="02010600030101010101" pitchFamily="2" charset="-122"/>
              </a:rPr>
              <a:t>beginning</a:t>
            </a:r>
            <a:r>
              <a:rPr lang="en-US" altLang="zh-CN" sz="2500" kern="100">
                <a:latin typeface="Times New Roman" panose="02020603050405020304" pitchFamily="18" charset="0"/>
                <a:ea typeface="宋体" panose="02010600030101010101" pitchFamily="2" charset="-122"/>
              </a:rPr>
              <a:t>(</a:t>
            </a:r>
            <a:r>
              <a:rPr lang="zh-CN" altLang="zh-CN" sz="2500" kern="100">
                <a:latin typeface="Times New Roman" panose="02020603050405020304" pitchFamily="18" charset="0"/>
                <a:ea typeface="宋体" panose="02010600030101010101" pitchFamily="2" charset="-122"/>
              </a:rPr>
              <a:t>起初</a:t>
            </a:r>
            <a:r>
              <a:rPr lang="en-US" altLang="zh-CN" sz="2500" kern="100">
                <a:latin typeface="Times New Roman" panose="02020603050405020304" pitchFamily="18" charset="0"/>
                <a:ea typeface="宋体" panose="02010600030101010101" pitchFamily="2" charset="-122"/>
              </a:rPr>
              <a:t>), I collected all the things scattered in the rooms and put them in place.</a:t>
            </a:r>
            <a:r>
              <a:rPr lang="en-US" altLang="zh-CN" sz="2500" b="1" kern="100">
                <a:latin typeface="Times New Roman" panose="02020603050405020304" pitchFamily="18" charset="0"/>
                <a:ea typeface="宋体" panose="02010600030101010101" pitchFamily="2" charset="-122"/>
              </a:rPr>
              <a:t>Then</a:t>
            </a:r>
            <a:r>
              <a:rPr lang="en-US" altLang="zh-CN" sz="2500" kern="100">
                <a:latin typeface="Times New Roman" panose="02020603050405020304" pitchFamily="18" charset="0"/>
                <a:ea typeface="宋体" panose="02010600030101010101" pitchFamily="2" charset="-122"/>
              </a:rPr>
              <a:t> I wiped the dust off all the furniture.</a:t>
            </a:r>
            <a:r>
              <a:rPr lang="en-US" altLang="zh-CN" sz="2500" b="1" kern="100">
                <a:latin typeface="Times New Roman" panose="02020603050405020304" pitchFamily="18" charset="0"/>
                <a:ea typeface="宋体" panose="02010600030101010101" pitchFamily="2" charset="-122"/>
              </a:rPr>
              <a:t>After</a:t>
            </a:r>
            <a:r>
              <a:rPr lang="en-US" altLang="zh-CN" sz="2500" kern="100">
                <a:latin typeface="Times New Roman" panose="02020603050405020304" pitchFamily="18" charset="0"/>
                <a:ea typeface="宋体" panose="02010600030101010101" pitchFamily="2" charset="-122"/>
              </a:rPr>
              <a:t> </a:t>
            </a:r>
            <a:r>
              <a:rPr lang="en-US" altLang="zh-CN" sz="2500" b="1" kern="100">
                <a:latin typeface="Times New Roman" panose="02020603050405020304" pitchFamily="18" charset="0"/>
                <a:ea typeface="宋体" panose="02010600030101010101" pitchFamily="2" charset="-122"/>
              </a:rPr>
              <a:t>that</a:t>
            </a:r>
            <a:r>
              <a:rPr lang="en-US" altLang="zh-CN" sz="2500" kern="100">
                <a:latin typeface="Times New Roman" panose="02020603050405020304" pitchFamily="18" charset="0"/>
                <a:ea typeface="宋体" panose="02010600030101010101" pitchFamily="2" charset="-122"/>
              </a:rPr>
              <a:t>, I mopped the floor.</a:t>
            </a:r>
            <a:endParaRPr lang="zh-CN" altLang="zh-CN" sz="2500" kern="100">
              <a:latin typeface="Times New Roman" panose="02020603050405020304" pitchFamily="18" charset="0"/>
              <a:ea typeface="宋体" panose="02010600030101010101" pitchFamily="2" charset="-122"/>
            </a:endParaRPr>
          </a:p>
          <a:p>
            <a:pPr algn="just">
              <a:lnSpc>
                <a:spcPct val="150000"/>
              </a:lnSpc>
              <a:spcAft>
                <a:spcPct val="0"/>
              </a:spcAft>
            </a:pPr>
            <a:r>
              <a:rPr lang="en-US" altLang="zh-CN" sz="2500" kern="100">
                <a:latin typeface="Times New Roman" panose="02020603050405020304" pitchFamily="18" charset="0"/>
                <a:ea typeface="宋体" panose="02010600030101010101" pitchFamily="2" charset="-122"/>
              </a:rPr>
              <a:t>(3)</a:t>
            </a:r>
            <a:r>
              <a:rPr lang="zh-CN" altLang="zh-CN" sz="2500" kern="100">
                <a:latin typeface="Times New Roman" panose="02020603050405020304" pitchFamily="18" charset="0"/>
                <a:ea typeface="宋体" panose="02010600030101010101" pitchFamily="2" charset="-122"/>
              </a:rPr>
              <a:t>条件关系</a:t>
            </a:r>
            <a:r>
              <a:rPr lang="en-US" altLang="zh-CN" sz="2500" kern="100">
                <a:latin typeface="Times New Roman" panose="02020603050405020304" pitchFamily="18" charset="0"/>
                <a:ea typeface="宋体" panose="02010600030101010101" pitchFamily="2" charset="-122"/>
              </a:rPr>
              <a:t>: if, unless, in case(of), as/so long as, on condition that, provided (that)</a:t>
            </a:r>
            <a:r>
              <a:rPr lang="zh-CN" altLang="zh-CN" sz="2500" kern="100">
                <a:latin typeface="Times New Roman" panose="02020603050405020304" pitchFamily="18" charset="0"/>
                <a:ea typeface="宋体" panose="02010600030101010101" pitchFamily="2" charset="-122"/>
              </a:rPr>
              <a:t>等。</a:t>
            </a:r>
            <a:endParaRPr lang="zh-CN" altLang="zh-CN" sz="2500" kern="100">
              <a:latin typeface="Times New Roman" panose="02020603050405020304" pitchFamily="18" charset="0"/>
              <a:ea typeface="宋体" panose="02010600030101010101" pitchFamily="2" charset="-122"/>
            </a:endParaRPr>
          </a:p>
          <a:p>
            <a:pPr algn="just">
              <a:lnSpc>
                <a:spcPct val="150000"/>
              </a:lnSpc>
              <a:spcAft>
                <a:spcPct val="0"/>
              </a:spcAft>
            </a:pPr>
            <a:r>
              <a:rPr lang="en-US" altLang="zh-CN" sz="2500" kern="100">
                <a:latin typeface="Times New Roman" panose="02020603050405020304" pitchFamily="18" charset="0"/>
                <a:ea typeface="宋体" panose="02010600030101010101" pitchFamily="2" charset="-122"/>
              </a:rPr>
              <a:t>I would be very grateful </a:t>
            </a:r>
            <a:r>
              <a:rPr lang="en-US" altLang="zh-CN" sz="2500" b="1" kern="100">
                <a:latin typeface="Times New Roman" panose="02020603050405020304" pitchFamily="18" charset="0"/>
                <a:ea typeface="宋体" panose="02010600030101010101" pitchFamily="2" charset="-122"/>
              </a:rPr>
              <a:t>if</a:t>
            </a:r>
            <a:r>
              <a:rPr lang="en-US" altLang="zh-CN" sz="2500" kern="100">
                <a:latin typeface="Times New Roman" panose="02020603050405020304" pitchFamily="18" charset="0"/>
                <a:ea typeface="宋体" panose="02010600030101010101" pitchFamily="2" charset="-122"/>
              </a:rPr>
              <a:t> you could meet my uncle at the airport.</a:t>
            </a:r>
            <a:endParaRPr lang="zh-CN" altLang="zh-CN" sz="2500" kern="100">
              <a:latin typeface="Times New Roman" panose="02020603050405020304" pitchFamily="18" charset="0"/>
              <a:ea typeface="宋体" panose="02010600030101010101" pitchFamily="2" charset="-122"/>
            </a:endParaRPr>
          </a:p>
        </p:txBody>
      </p:sp>
    </p:spTree>
  </p:cSld>
  <p:clrMapOvr>
    <a:masterClrMapping/>
  </p:clrMapOvr>
  <p:transition/>
  <p:timing/>
</p:sld>
</file>

<file path=ppt/slides/slide4.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a:xfrm>
          <a:off x="0" y="0"/>
          <a:ext cx="0" cy="0"/>
        </a:xfrm>
      </p:grpSpPr>
      <p:sp>
        <p:nvSpPr>
          <p:cNvPr id="2" name="TextBox 1" title=""/>
          <p:cNvSpPr txBox="1"/>
          <p:nvPr/>
        </p:nvSpPr>
        <p:spPr>
          <a:xfrm>
            <a:off x="534762" y="721184"/>
            <a:ext cx="11276510" cy="4707890"/>
          </a:xfrm>
          <a:prstGeom prst="rect">
            <a:avLst/>
          </a:prstGeom>
          <a:noFill/>
        </p:spPr>
        <p:txBody>
          <a:bodyPr wrap="square" rtlCol="0">
            <a:spAutoFit/>
          </a:bodyPr>
          <a:lstStyle/>
          <a:p>
            <a:pPr algn="just">
              <a:lnSpc>
                <a:spcPct val="150000"/>
              </a:lnSpc>
              <a:spcAft>
                <a:spcPct val="0"/>
              </a:spcAft>
            </a:pPr>
            <a:r>
              <a:rPr lang="en-US" altLang="zh-CN" sz="2500" kern="100">
                <a:latin typeface="Times New Roman" panose="02020603050405020304" pitchFamily="18" charset="0"/>
                <a:ea typeface="宋体" panose="02010600030101010101" pitchFamily="2" charset="-122"/>
              </a:rPr>
              <a:t>(4)</a:t>
            </a:r>
            <a:r>
              <a:rPr lang="zh-CN" altLang="zh-CN" sz="2500" kern="100">
                <a:latin typeface="Times New Roman" panose="02020603050405020304" pitchFamily="18" charset="0"/>
                <a:ea typeface="宋体" panose="02010600030101010101" pitchFamily="2" charset="-122"/>
              </a:rPr>
              <a:t>转折关系</a:t>
            </a:r>
            <a:r>
              <a:rPr lang="en-US" altLang="zh-CN" sz="2500" kern="100">
                <a:latin typeface="Times New Roman" panose="02020603050405020304" pitchFamily="18" charset="0"/>
                <a:ea typeface="宋体" panose="02010600030101010101" pitchFamily="2" charset="-122"/>
              </a:rPr>
              <a:t>: but, yet, however, while, otherwise, on the contrary, nevertheless</a:t>
            </a:r>
            <a:r>
              <a:rPr lang="zh-CN" altLang="zh-CN" sz="2500" kern="100">
                <a:latin typeface="Times New Roman" panose="02020603050405020304" pitchFamily="18" charset="0"/>
                <a:ea typeface="宋体" panose="02010600030101010101" pitchFamily="2" charset="-122"/>
              </a:rPr>
              <a:t>等。</a:t>
            </a:r>
            <a:endParaRPr lang="zh-CN" altLang="zh-CN" sz="2500" kern="100">
              <a:latin typeface="Times New Roman" panose="02020603050405020304" pitchFamily="18" charset="0"/>
              <a:ea typeface="宋体" panose="02010600030101010101" pitchFamily="2" charset="-122"/>
            </a:endParaRPr>
          </a:p>
          <a:p>
            <a:pPr algn="just">
              <a:lnSpc>
                <a:spcPct val="150000"/>
              </a:lnSpc>
              <a:spcAft>
                <a:spcPct val="0"/>
              </a:spcAft>
            </a:pPr>
            <a:r>
              <a:rPr lang="en-US" altLang="zh-CN" sz="2500" b="1" kern="100">
                <a:latin typeface="Times New Roman" panose="02020603050405020304" pitchFamily="18" charset="0"/>
                <a:ea typeface="宋体" panose="02010600030101010101" pitchFamily="2" charset="-122"/>
              </a:rPr>
              <a:t>However</a:t>
            </a:r>
            <a:r>
              <a:rPr lang="en-US" altLang="zh-CN" sz="2500" kern="100">
                <a:latin typeface="Times New Roman" panose="02020603050405020304" pitchFamily="18" charset="0"/>
                <a:ea typeface="宋体" panose="02010600030101010101" pitchFamily="2" charset="-122"/>
              </a:rPr>
              <a:t>, not until the match was over did we realize that we lost it.</a:t>
            </a:r>
            <a:endParaRPr lang="zh-CN" altLang="zh-CN" sz="2500" kern="100">
              <a:latin typeface="Times New Roman" panose="02020603050405020304" pitchFamily="18" charset="0"/>
              <a:ea typeface="宋体" panose="02010600030101010101" pitchFamily="2" charset="-122"/>
            </a:endParaRPr>
          </a:p>
          <a:p>
            <a:pPr algn="just">
              <a:lnSpc>
                <a:spcPct val="150000"/>
              </a:lnSpc>
              <a:spcAft>
                <a:spcPct val="0"/>
              </a:spcAft>
            </a:pPr>
            <a:r>
              <a:rPr lang="en-US" altLang="zh-CN" sz="2500" kern="100">
                <a:latin typeface="Times New Roman" panose="02020603050405020304" pitchFamily="18" charset="0"/>
                <a:ea typeface="宋体" panose="02010600030101010101" pitchFamily="2" charset="-122"/>
              </a:rPr>
              <a:t>(5)</a:t>
            </a:r>
            <a:r>
              <a:rPr lang="zh-CN" altLang="zh-CN" sz="2500" kern="100">
                <a:latin typeface="Times New Roman" panose="02020603050405020304" pitchFamily="18" charset="0"/>
                <a:ea typeface="宋体" panose="02010600030101010101" pitchFamily="2" charset="-122"/>
              </a:rPr>
              <a:t>因果关系</a:t>
            </a:r>
            <a:r>
              <a:rPr lang="en-US" altLang="zh-CN" sz="2500" kern="100">
                <a:latin typeface="Times New Roman" panose="02020603050405020304" pitchFamily="18" charset="0"/>
                <a:ea typeface="宋体" panose="02010600030101010101" pitchFamily="2" charset="-122"/>
              </a:rPr>
              <a:t>: because, as, since, for, thanks to, due to, as a result of, so, therefore, as a result/consequence</a:t>
            </a:r>
            <a:r>
              <a:rPr lang="zh-CN" altLang="zh-CN" sz="2500" kern="100">
                <a:latin typeface="Times New Roman" panose="02020603050405020304" pitchFamily="18" charset="0"/>
                <a:ea typeface="宋体" panose="02010600030101010101" pitchFamily="2" charset="-122"/>
              </a:rPr>
              <a:t>等。</a:t>
            </a:r>
            <a:endParaRPr lang="zh-CN" altLang="zh-CN" sz="2500" kern="100">
              <a:latin typeface="Times New Roman" panose="02020603050405020304" pitchFamily="18" charset="0"/>
              <a:ea typeface="宋体" panose="02010600030101010101" pitchFamily="2" charset="-122"/>
            </a:endParaRPr>
          </a:p>
          <a:p>
            <a:pPr algn="just">
              <a:lnSpc>
                <a:spcPct val="150000"/>
              </a:lnSpc>
              <a:spcAft>
                <a:spcPct val="0"/>
              </a:spcAft>
            </a:pPr>
            <a:r>
              <a:rPr lang="en-US" altLang="zh-CN" sz="2500" b="1" kern="100">
                <a:latin typeface="Times New Roman" panose="02020603050405020304" pitchFamily="18" charset="0"/>
                <a:ea typeface="宋体" panose="02010600030101010101" pitchFamily="2" charset="-122"/>
              </a:rPr>
              <a:t>Therefore</a:t>
            </a:r>
            <a:r>
              <a:rPr lang="en-US" altLang="zh-CN" sz="2500" kern="100">
                <a:latin typeface="Times New Roman" panose="02020603050405020304" pitchFamily="18" charset="0"/>
                <a:ea typeface="宋体" panose="02010600030101010101" pitchFamily="2" charset="-122"/>
              </a:rPr>
              <a:t>, there is no reason for us to look down upon ordinary jobs.</a:t>
            </a:r>
            <a:endParaRPr lang="zh-CN" altLang="zh-CN" sz="2500" kern="100">
              <a:latin typeface="Times New Roman" panose="02020603050405020304" pitchFamily="18" charset="0"/>
              <a:ea typeface="宋体" panose="02010600030101010101" pitchFamily="2" charset="-122"/>
            </a:endParaRPr>
          </a:p>
          <a:p>
            <a:pPr algn="just">
              <a:lnSpc>
                <a:spcPct val="150000"/>
              </a:lnSpc>
              <a:spcAft>
                <a:spcPct val="0"/>
              </a:spcAft>
            </a:pPr>
            <a:r>
              <a:rPr lang="en-US" altLang="zh-CN" sz="2500" kern="100">
                <a:latin typeface="Times New Roman" panose="02020603050405020304" pitchFamily="18" charset="0"/>
                <a:ea typeface="宋体" panose="02010600030101010101" pitchFamily="2" charset="-122"/>
              </a:rPr>
              <a:t>(6)</a:t>
            </a:r>
            <a:r>
              <a:rPr lang="zh-CN" altLang="zh-CN" sz="2500" kern="100">
                <a:latin typeface="Times New Roman" panose="02020603050405020304" pitchFamily="18" charset="0"/>
                <a:ea typeface="宋体" panose="02010600030101010101" pitchFamily="2" charset="-122"/>
              </a:rPr>
              <a:t>并列关系</a:t>
            </a:r>
            <a:r>
              <a:rPr lang="en-US" altLang="zh-CN" sz="2500" kern="100">
                <a:latin typeface="Times New Roman" panose="02020603050405020304" pitchFamily="18" charset="0"/>
                <a:ea typeface="宋体" panose="02010600030101010101" pitchFamily="2" charset="-122"/>
              </a:rPr>
              <a:t>: and, or, as well as, not only...but also..., either...or..., not...but..., neither...nor...</a:t>
            </a:r>
            <a:r>
              <a:rPr lang="zh-CN" altLang="zh-CN" sz="2500" kern="100">
                <a:latin typeface="Times New Roman" panose="02020603050405020304" pitchFamily="18" charset="0"/>
                <a:ea typeface="宋体" panose="02010600030101010101" pitchFamily="2" charset="-122"/>
              </a:rPr>
              <a:t>等。</a:t>
            </a:r>
            <a:endParaRPr lang="zh-CN" altLang="zh-CN" sz="2500" kern="100">
              <a:latin typeface="Times New Roman" panose="02020603050405020304" pitchFamily="18" charset="0"/>
              <a:ea typeface="宋体" panose="02010600030101010101" pitchFamily="2" charset="-122"/>
            </a:endParaRPr>
          </a:p>
          <a:p>
            <a:pPr algn="just">
              <a:lnSpc>
                <a:spcPct val="150000"/>
              </a:lnSpc>
              <a:spcAft>
                <a:spcPct val="0"/>
              </a:spcAft>
            </a:pPr>
            <a:r>
              <a:rPr lang="en-US" altLang="zh-CN" sz="2500" kern="100">
                <a:latin typeface="Times New Roman" panose="02020603050405020304" pitchFamily="18" charset="0"/>
                <a:ea typeface="宋体" panose="02010600030101010101" pitchFamily="2" charset="-122"/>
              </a:rPr>
              <a:t>We will have a good time there </a:t>
            </a:r>
            <a:r>
              <a:rPr lang="en-US" altLang="zh-CN" sz="2500" b="1" kern="100">
                <a:latin typeface="Times New Roman" panose="02020603050405020304" pitchFamily="18" charset="0"/>
                <a:ea typeface="宋体" panose="02010600030101010101" pitchFamily="2" charset="-122"/>
              </a:rPr>
              <a:t>and</a:t>
            </a:r>
            <a:r>
              <a:rPr lang="en-US" altLang="zh-CN" sz="2500" kern="100">
                <a:latin typeface="Times New Roman" panose="02020603050405020304" pitchFamily="18" charset="0"/>
                <a:ea typeface="宋体" panose="02010600030101010101" pitchFamily="2" charset="-122"/>
              </a:rPr>
              <a:t> I will send you some photos taken there.</a:t>
            </a:r>
            <a:endParaRPr lang="zh-CN" altLang="zh-CN" sz="2500" kern="100">
              <a:latin typeface="Times New Roman" panose="02020603050405020304" pitchFamily="18" charset="0"/>
              <a:ea typeface="宋体" panose="02010600030101010101" pitchFamily="2" charset="-122"/>
            </a:endParaRPr>
          </a:p>
        </p:txBody>
      </p:sp>
    </p:spTree>
  </p:cSld>
  <p:clrMapOvr>
    <a:masterClrMapping/>
  </p:clrMapOvr>
  <p:transition/>
  <p:timing/>
</p:sld>
</file>

<file path=ppt/slides/slide5.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a:xfrm>
          <a:off x="0" y="0"/>
          <a:ext cx="0" cy="0"/>
        </a:xfrm>
      </p:grpSpPr>
      <p:sp>
        <p:nvSpPr>
          <p:cNvPr id="2" name="TextBox 1" title=""/>
          <p:cNvSpPr txBox="1"/>
          <p:nvPr/>
        </p:nvSpPr>
        <p:spPr>
          <a:xfrm>
            <a:off x="534762" y="721184"/>
            <a:ext cx="11276510" cy="5285105"/>
          </a:xfrm>
          <a:prstGeom prst="rect">
            <a:avLst/>
          </a:prstGeom>
          <a:noFill/>
        </p:spPr>
        <p:txBody>
          <a:bodyPr wrap="square" rtlCol="0">
            <a:spAutoFit/>
          </a:bodyPr>
          <a:lstStyle/>
          <a:p>
            <a:pPr algn="just">
              <a:lnSpc>
                <a:spcPct val="150000"/>
              </a:lnSpc>
              <a:spcAft>
                <a:spcPct val="0"/>
              </a:spcAft>
            </a:pPr>
            <a:r>
              <a:rPr lang="en-US" altLang="zh-CN" sz="2500" kern="100">
                <a:latin typeface="Times New Roman" panose="02020603050405020304" pitchFamily="18" charset="0"/>
                <a:ea typeface="宋体" panose="02010600030101010101" pitchFamily="2" charset="-122"/>
              </a:rPr>
              <a:t>(7)</a:t>
            </a:r>
            <a:r>
              <a:rPr lang="zh-CN" altLang="zh-CN" sz="2500" kern="100">
                <a:latin typeface="Times New Roman" panose="02020603050405020304" pitchFamily="18" charset="0"/>
                <a:ea typeface="宋体" panose="02010600030101010101" pitchFamily="2" charset="-122"/>
              </a:rPr>
              <a:t>递进关系</a:t>
            </a:r>
            <a:r>
              <a:rPr lang="en-US" altLang="zh-CN" sz="2500" kern="100">
                <a:latin typeface="Times New Roman" panose="02020603050405020304" pitchFamily="18" charset="0"/>
                <a:ea typeface="宋体" panose="02010600030101010101" pitchFamily="2" charset="-122"/>
              </a:rPr>
              <a:t>: besides, what’s more, moreover, furthermore, what’s worse, still less, to make matters worse, worse still, more importantly</a:t>
            </a:r>
            <a:r>
              <a:rPr lang="zh-CN" altLang="zh-CN" sz="2500" kern="100">
                <a:latin typeface="Times New Roman" panose="02020603050405020304" pitchFamily="18" charset="0"/>
                <a:ea typeface="宋体" panose="02010600030101010101" pitchFamily="2" charset="-122"/>
              </a:rPr>
              <a:t>等。</a:t>
            </a:r>
            <a:endParaRPr lang="zh-CN" altLang="zh-CN" sz="2500" kern="100">
              <a:latin typeface="Times New Roman" panose="02020603050405020304" pitchFamily="18" charset="0"/>
              <a:ea typeface="宋体" panose="02010600030101010101" pitchFamily="2" charset="-122"/>
            </a:endParaRPr>
          </a:p>
          <a:p>
            <a:pPr algn="just">
              <a:lnSpc>
                <a:spcPct val="150000"/>
              </a:lnSpc>
              <a:spcAft>
                <a:spcPct val="0"/>
              </a:spcAft>
            </a:pPr>
            <a:r>
              <a:rPr lang="en-US" altLang="zh-CN" sz="2500" kern="100">
                <a:latin typeface="Times New Roman" panose="02020603050405020304" pitchFamily="18" charset="0"/>
                <a:ea typeface="宋体" panose="02010600030101010101" pitchFamily="2" charset="-122"/>
              </a:rPr>
              <a:t>Many of them can hardly look after themselves,</a:t>
            </a:r>
            <a:r>
              <a:rPr lang="en-US" altLang="zh-CN" sz="2500" b="1" kern="100">
                <a:latin typeface="Times New Roman" panose="02020603050405020304" pitchFamily="18" charset="0"/>
                <a:ea typeface="宋体" panose="02010600030101010101" pitchFamily="2" charset="-122"/>
              </a:rPr>
              <a:t>still</a:t>
            </a:r>
            <a:r>
              <a:rPr lang="en-US" altLang="zh-CN" sz="2500" kern="100">
                <a:latin typeface="Times New Roman" panose="02020603050405020304" pitchFamily="18" charset="0"/>
                <a:ea typeface="宋体" panose="02010600030101010101" pitchFamily="2" charset="-122"/>
              </a:rPr>
              <a:t> </a:t>
            </a:r>
            <a:r>
              <a:rPr lang="en-US" altLang="zh-CN" sz="2500" b="1" kern="100">
                <a:latin typeface="Times New Roman" panose="02020603050405020304" pitchFamily="18" charset="0"/>
                <a:ea typeface="宋体" panose="02010600030101010101" pitchFamily="2" charset="-122"/>
              </a:rPr>
              <a:t>less</a:t>
            </a:r>
            <a:r>
              <a:rPr lang="en-US" altLang="zh-CN" sz="2500" kern="100">
                <a:latin typeface="Times New Roman" panose="02020603050405020304" pitchFamily="18" charset="0"/>
                <a:ea typeface="宋体" panose="02010600030101010101" pitchFamily="2" charset="-122"/>
              </a:rPr>
              <a:t> manage their own lives.</a:t>
            </a:r>
            <a:endParaRPr lang="zh-CN" altLang="zh-CN" sz="2500" kern="100">
              <a:latin typeface="Times New Roman" panose="02020603050405020304" pitchFamily="18" charset="0"/>
              <a:ea typeface="宋体" panose="02010600030101010101" pitchFamily="2" charset="-122"/>
            </a:endParaRPr>
          </a:p>
          <a:p>
            <a:pPr algn="just">
              <a:lnSpc>
                <a:spcPct val="150000"/>
              </a:lnSpc>
              <a:spcAft>
                <a:spcPct val="0"/>
              </a:spcAft>
            </a:pPr>
            <a:r>
              <a:rPr lang="en-US" altLang="zh-CN" sz="2500" kern="100">
                <a:latin typeface="Times New Roman" panose="02020603050405020304" pitchFamily="18" charset="0"/>
                <a:ea typeface="宋体" panose="02010600030101010101" pitchFamily="2" charset="-122"/>
              </a:rPr>
              <a:t>(8)</a:t>
            </a:r>
            <a:r>
              <a:rPr lang="zh-CN" altLang="zh-CN" sz="2500" kern="100">
                <a:latin typeface="Times New Roman" panose="02020603050405020304" pitchFamily="18" charset="0"/>
                <a:ea typeface="宋体" panose="02010600030101010101" pitchFamily="2" charset="-122"/>
              </a:rPr>
              <a:t>列举事实</a:t>
            </a:r>
            <a:r>
              <a:rPr lang="en-US" altLang="zh-CN" sz="2500" kern="100">
                <a:latin typeface="Times New Roman" panose="02020603050405020304" pitchFamily="18" charset="0"/>
                <a:ea typeface="宋体" panose="02010600030101010101" pitchFamily="2" charset="-122"/>
              </a:rPr>
              <a:t>: such as, for example/instance, take...for example, that is to say, as follows, in other words, on the one hand...on the other hand..., for one thing...for another...</a:t>
            </a:r>
            <a:r>
              <a:rPr lang="zh-CN" altLang="zh-CN" sz="2500" kern="100">
                <a:latin typeface="Times New Roman" panose="02020603050405020304" pitchFamily="18" charset="0"/>
                <a:ea typeface="宋体" panose="02010600030101010101" pitchFamily="2" charset="-122"/>
              </a:rPr>
              <a:t>等。</a:t>
            </a:r>
            <a:endParaRPr lang="zh-CN" altLang="zh-CN" sz="2500" kern="100">
              <a:latin typeface="Times New Roman" panose="02020603050405020304" pitchFamily="18" charset="0"/>
              <a:ea typeface="宋体" panose="02010600030101010101" pitchFamily="2" charset="-122"/>
            </a:endParaRPr>
          </a:p>
          <a:p>
            <a:pPr algn="just">
              <a:lnSpc>
                <a:spcPct val="150000"/>
              </a:lnSpc>
              <a:spcAft>
                <a:spcPct val="0"/>
              </a:spcAft>
            </a:pPr>
            <a:r>
              <a:rPr lang="en-US" altLang="zh-CN" sz="2500" b="1" kern="100">
                <a:latin typeface="Times New Roman" panose="02020603050405020304" pitchFamily="18" charset="0"/>
                <a:ea typeface="宋体" panose="02010600030101010101" pitchFamily="2" charset="-122"/>
              </a:rPr>
              <a:t>On</a:t>
            </a:r>
            <a:r>
              <a:rPr lang="en-US" altLang="zh-CN" sz="2500" kern="100">
                <a:latin typeface="Times New Roman" panose="02020603050405020304" pitchFamily="18" charset="0"/>
                <a:ea typeface="宋体" panose="02010600030101010101" pitchFamily="2" charset="-122"/>
              </a:rPr>
              <a:t> </a:t>
            </a:r>
            <a:r>
              <a:rPr lang="en-US" altLang="zh-CN" sz="2500" b="1" kern="100">
                <a:latin typeface="Times New Roman" panose="02020603050405020304" pitchFamily="18" charset="0"/>
                <a:ea typeface="宋体" panose="02010600030101010101" pitchFamily="2" charset="-122"/>
              </a:rPr>
              <a:t>the</a:t>
            </a:r>
            <a:r>
              <a:rPr lang="en-US" altLang="zh-CN" sz="2500" kern="100">
                <a:latin typeface="Times New Roman" panose="02020603050405020304" pitchFamily="18" charset="0"/>
                <a:ea typeface="宋体" panose="02010600030101010101" pitchFamily="2" charset="-122"/>
              </a:rPr>
              <a:t> </a:t>
            </a:r>
            <a:r>
              <a:rPr lang="en-US" altLang="zh-CN" sz="2500" b="1" kern="100">
                <a:latin typeface="Times New Roman" panose="02020603050405020304" pitchFamily="18" charset="0"/>
                <a:ea typeface="宋体" panose="02010600030101010101" pitchFamily="2" charset="-122"/>
              </a:rPr>
              <a:t>one</a:t>
            </a:r>
            <a:r>
              <a:rPr lang="en-US" altLang="zh-CN" sz="2500" kern="100">
                <a:latin typeface="Times New Roman" panose="02020603050405020304" pitchFamily="18" charset="0"/>
                <a:ea typeface="宋体" panose="02010600030101010101" pitchFamily="2" charset="-122"/>
              </a:rPr>
              <a:t> </a:t>
            </a:r>
            <a:r>
              <a:rPr lang="en-US" altLang="zh-CN" sz="2500" b="1" kern="100">
                <a:latin typeface="Times New Roman" panose="02020603050405020304" pitchFamily="18" charset="0"/>
                <a:ea typeface="宋体" panose="02010600030101010101" pitchFamily="2" charset="-122"/>
              </a:rPr>
              <a:t>hand</a:t>
            </a:r>
            <a:r>
              <a:rPr lang="en-US" altLang="zh-CN" sz="2500" kern="100">
                <a:latin typeface="Times New Roman" panose="02020603050405020304" pitchFamily="18" charset="0"/>
                <a:ea typeface="宋体" panose="02010600030101010101" pitchFamily="2" charset="-122"/>
              </a:rPr>
              <a:t>(</a:t>
            </a:r>
            <a:r>
              <a:rPr lang="zh-CN" altLang="zh-CN" sz="2500" kern="100">
                <a:latin typeface="Times New Roman" panose="02020603050405020304" pitchFamily="18" charset="0"/>
                <a:ea typeface="宋体" panose="02010600030101010101" pitchFamily="2" charset="-122"/>
              </a:rPr>
              <a:t>一方面</a:t>
            </a:r>
            <a:r>
              <a:rPr lang="en-US" altLang="zh-CN" sz="2500" kern="100">
                <a:latin typeface="Times New Roman" panose="02020603050405020304" pitchFamily="18" charset="0"/>
                <a:ea typeface="宋体" panose="02010600030101010101" pitchFamily="2" charset="-122"/>
              </a:rPr>
              <a:t>), I can earn some money by doing it to help my parents; </a:t>
            </a:r>
            <a:r>
              <a:rPr lang="en-US" altLang="zh-CN" sz="2500" b="1" kern="100">
                <a:latin typeface="Times New Roman" panose="02020603050405020304" pitchFamily="18" charset="0"/>
                <a:ea typeface="宋体" panose="02010600030101010101" pitchFamily="2" charset="-122"/>
              </a:rPr>
              <a:t>on</a:t>
            </a:r>
            <a:r>
              <a:rPr lang="en-US" altLang="zh-CN" sz="2500" kern="100">
                <a:latin typeface="Times New Roman" panose="02020603050405020304" pitchFamily="18" charset="0"/>
                <a:ea typeface="宋体" panose="02010600030101010101" pitchFamily="2" charset="-122"/>
              </a:rPr>
              <a:t> </a:t>
            </a:r>
            <a:r>
              <a:rPr lang="en-US" altLang="zh-CN" sz="2500" b="1" kern="100">
                <a:latin typeface="Times New Roman" panose="02020603050405020304" pitchFamily="18" charset="0"/>
                <a:ea typeface="宋体" panose="02010600030101010101" pitchFamily="2" charset="-122"/>
              </a:rPr>
              <a:t>the</a:t>
            </a:r>
            <a:r>
              <a:rPr lang="en-US" altLang="zh-CN" sz="2500" kern="100">
                <a:latin typeface="Times New Roman" panose="02020603050405020304" pitchFamily="18" charset="0"/>
                <a:ea typeface="宋体" panose="02010600030101010101" pitchFamily="2" charset="-122"/>
              </a:rPr>
              <a:t> </a:t>
            </a:r>
            <a:r>
              <a:rPr lang="en-US" altLang="zh-CN" sz="2500" b="1" kern="100">
                <a:latin typeface="Times New Roman" panose="02020603050405020304" pitchFamily="18" charset="0"/>
                <a:ea typeface="宋体" panose="02010600030101010101" pitchFamily="2" charset="-122"/>
              </a:rPr>
              <a:t>other</a:t>
            </a:r>
            <a:r>
              <a:rPr lang="en-US" altLang="zh-CN" sz="2500" kern="100">
                <a:latin typeface="Times New Roman" panose="02020603050405020304" pitchFamily="18" charset="0"/>
                <a:ea typeface="宋体" panose="02010600030101010101" pitchFamily="2" charset="-122"/>
              </a:rPr>
              <a:t> </a:t>
            </a:r>
            <a:r>
              <a:rPr lang="en-US" altLang="zh-CN" sz="2500" b="1" kern="100">
                <a:latin typeface="Times New Roman" panose="02020603050405020304" pitchFamily="18" charset="0"/>
                <a:ea typeface="宋体" panose="02010600030101010101" pitchFamily="2" charset="-122"/>
              </a:rPr>
              <a:t>hand</a:t>
            </a:r>
            <a:r>
              <a:rPr lang="en-US" altLang="zh-CN" sz="2500" kern="100">
                <a:latin typeface="Times New Roman" panose="02020603050405020304" pitchFamily="18" charset="0"/>
                <a:ea typeface="宋体" panose="02010600030101010101" pitchFamily="2" charset="-122"/>
              </a:rPr>
              <a:t>(</a:t>
            </a:r>
            <a:r>
              <a:rPr lang="zh-CN" altLang="zh-CN" sz="2500" kern="100">
                <a:latin typeface="Times New Roman" panose="02020603050405020304" pitchFamily="18" charset="0"/>
                <a:ea typeface="宋体" panose="02010600030101010101" pitchFamily="2" charset="-122"/>
              </a:rPr>
              <a:t>另一方面</a:t>
            </a:r>
            <a:r>
              <a:rPr lang="en-US" altLang="zh-CN" sz="2500" kern="100">
                <a:latin typeface="Times New Roman" panose="02020603050405020304" pitchFamily="18" charset="0"/>
                <a:ea typeface="宋体" panose="02010600030101010101" pitchFamily="2" charset="-122"/>
              </a:rPr>
              <a:t>), I can gain some experience from it, which will do good to my future life.</a:t>
            </a:r>
            <a:endParaRPr lang="zh-CN" altLang="zh-CN" sz="2500" kern="100">
              <a:latin typeface="Times New Roman" panose="02020603050405020304" pitchFamily="18" charset="0"/>
              <a:ea typeface="宋体" panose="02010600030101010101" pitchFamily="2" charset="-122"/>
            </a:endParaRPr>
          </a:p>
        </p:txBody>
      </p:sp>
    </p:spTree>
  </p:cSld>
  <p:clrMapOvr>
    <a:masterClrMapping/>
  </p:clrMapOvr>
  <p:transition/>
  <p:timing/>
</p:sld>
</file>

<file path=ppt/slides/slide6.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a:xfrm>
          <a:off x="0" y="0"/>
          <a:ext cx="0" cy="0"/>
        </a:xfrm>
      </p:grpSpPr>
      <p:sp>
        <p:nvSpPr>
          <p:cNvPr id="2" name="TextBox 1" title=""/>
          <p:cNvSpPr txBox="1"/>
          <p:nvPr/>
        </p:nvSpPr>
        <p:spPr>
          <a:xfrm>
            <a:off x="534762" y="721184"/>
            <a:ext cx="11276510" cy="4130675"/>
          </a:xfrm>
          <a:prstGeom prst="rect">
            <a:avLst/>
          </a:prstGeom>
          <a:noFill/>
        </p:spPr>
        <p:txBody>
          <a:bodyPr wrap="square" rtlCol="0">
            <a:spAutoFit/>
          </a:bodyPr>
          <a:lstStyle/>
          <a:p>
            <a:pPr algn="just">
              <a:lnSpc>
                <a:spcPct val="150000"/>
              </a:lnSpc>
              <a:spcAft>
                <a:spcPct val="0"/>
              </a:spcAft>
            </a:pPr>
            <a:r>
              <a:rPr lang="en-US" altLang="zh-CN" sz="2500" kern="100">
                <a:latin typeface="Times New Roman" panose="02020603050405020304" pitchFamily="18" charset="0"/>
                <a:ea typeface="宋体" panose="02010600030101010101" pitchFamily="2" charset="-122"/>
              </a:rPr>
              <a:t>(9)</a:t>
            </a:r>
            <a:r>
              <a:rPr lang="zh-CN" altLang="zh-CN" sz="2500" kern="100">
                <a:latin typeface="Times New Roman" panose="02020603050405020304" pitchFamily="18" charset="0"/>
                <a:ea typeface="宋体" panose="02010600030101010101" pitchFamily="2" charset="-122"/>
              </a:rPr>
              <a:t>表示观点</a:t>
            </a:r>
            <a:r>
              <a:rPr lang="en-US" altLang="zh-CN" sz="2500" kern="100">
                <a:latin typeface="Times New Roman" panose="02020603050405020304" pitchFamily="18" charset="0"/>
                <a:ea typeface="宋体" panose="02010600030101010101" pitchFamily="2" charset="-122"/>
              </a:rPr>
              <a:t>: in my opinion, in my view, from my point of view, as far as I am concerned, as for me, personally</a:t>
            </a:r>
            <a:r>
              <a:rPr lang="zh-CN" altLang="zh-CN" sz="2500" kern="100">
                <a:latin typeface="Times New Roman" panose="02020603050405020304" pitchFamily="18" charset="0"/>
                <a:ea typeface="宋体" panose="02010600030101010101" pitchFamily="2" charset="-122"/>
              </a:rPr>
              <a:t>等。</a:t>
            </a:r>
            <a:endParaRPr lang="zh-CN" altLang="zh-CN" sz="2500" kern="100">
              <a:latin typeface="Times New Roman" panose="02020603050405020304" pitchFamily="18" charset="0"/>
              <a:ea typeface="宋体" panose="02010600030101010101" pitchFamily="2" charset="-122"/>
            </a:endParaRPr>
          </a:p>
          <a:p>
            <a:pPr algn="just">
              <a:lnSpc>
                <a:spcPct val="150000"/>
              </a:lnSpc>
              <a:spcAft>
                <a:spcPct val="0"/>
              </a:spcAft>
            </a:pPr>
            <a:r>
              <a:rPr lang="en-US" altLang="zh-CN" sz="2500" b="1" kern="100">
                <a:latin typeface="Times New Roman" panose="02020603050405020304" pitchFamily="18" charset="0"/>
                <a:ea typeface="宋体" panose="02010600030101010101" pitchFamily="2" charset="-122"/>
              </a:rPr>
              <a:t>As</a:t>
            </a:r>
            <a:r>
              <a:rPr lang="en-US" altLang="zh-CN" sz="2500" kern="100">
                <a:latin typeface="Times New Roman" panose="02020603050405020304" pitchFamily="18" charset="0"/>
                <a:ea typeface="宋体" panose="02010600030101010101" pitchFamily="2" charset="-122"/>
              </a:rPr>
              <a:t> </a:t>
            </a:r>
            <a:r>
              <a:rPr lang="en-US" altLang="zh-CN" sz="2500" b="1" kern="100">
                <a:latin typeface="Times New Roman" panose="02020603050405020304" pitchFamily="18" charset="0"/>
                <a:ea typeface="宋体" panose="02010600030101010101" pitchFamily="2" charset="-122"/>
              </a:rPr>
              <a:t>far</a:t>
            </a:r>
            <a:r>
              <a:rPr lang="en-US" altLang="zh-CN" sz="2500" kern="100">
                <a:latin typeface="Times New Roman" panose="02020603050405020304" pitchFamily="18" charset="0"/>
                <a:ea typeface="宋体" panose="02010600030101010101" pitchFamily="2" charset="-122"/>
              </a:rPr>
              <a:t> </a:t>
            </a:r>
            <a:r>
              <a:rPr lang="en-US" altLang="zh-CN" sz="2500" b="1" kern="100">
                <a:latin typeface="Times New Roman" panose="02020603050405020304" pitchFamily="18" charset="0"/>
                <a:ea typeface="宋体" panose="02010600030101010101" pitchFamily="2" charset="-122"/>
              </a:rPr>
              <a:t>as</a:t>
            </a:r>
            <a:r>
              <a:rPr lang="en-US" altLang="zh-CN" sz="2500" kern="100">
                <a:latin typeface="Times New Roman" panose="02020603050405020304" pitchFamily="18" charset="0"/>
                <a:ea typeface="宋体" panose="02010600030101010101" pitchFamily="2" charset="-122"/>
              </a:rPr>
              <a:t> </a:t>
            </a:r>
            <a:r>
              <a:rPr lang="en-US" altLang="zh-CN" sz="2500" b="1" kern="100">
                <a:latin typeface="Times New Roman" panose="02020603050405020304" pitchFamily="18" charset="0"/>
                <a:ea typeface="宋体" panose="02010600030101010101" pitchFamily="2" charset="-122"/>
              </a:rPr>
              <a:t>I</a:t>
            </a:r>
            <a:r>
              <a:rPr lang="en-US" altLang="zh-CN" sz="2500" kern="100">
                <a:latin typeface="Times New Roman" panose="02020603050405020304" pitchFamily="18" charset="0"/>
                <a:ea typeface="宋体" panose="02010600030101010101" pitchFamily="2" charset="-122"/>
              </a:rPr>
              <a:t> </a:t>
            </a:r>
            <a:r>
              <a:rPr lang="en-US" altLang="zh-CN" sz="2500" b="1" kern="100">
                <a:latin typeface="Times New Roman" panose="02020603050405020304" pitchFamily="18" charset="0"/>
                <a:ea typeface="宋体" panose="02010600030101010101" pitchFamily="2" charset="-122"/>
              </a:rPr>
              <a:t>am</a:t>
            </a:r>
            <a:r>
              <a:rPr lang="en-US" altLang="zh-CN" sz="2500" kern="100">
                <a:latin typeface="Times New Roman" panose="02020603050405020304" pitchFamily="18" charset="0"/>
                <a:ea typeface="宋体" panose="02010600030101010101" pitchFamily="2" charset="-122"/>
              </a:rPr>
              <a:t> </a:t>
            </a:r>
            <a:r>
              <a:rPr lang="en-US" altLang="zh-CN" sz="2500" b="1" kern="100">
                <a:latin typeface="Times New Roman" panose="02020603050405020304" pitchFamily="18" charset="0"/>
                <a:ea typeface="宋体" panose="02010600030101010101" pitchFamily="2" charset="-122"/>
              </a:rPr>
              <a:t>concerned</a:t>
            </a:r>
            <a:r>
              <a:rPr lang="en-US" altLang="zh-CN" sz="2500" kern="100">
                <a:latin typeface="Times New Roman" panose="02020603050405020304" pitchFamily="18" charset="0"/>
                <a:ea typeface="宋体" panose="02010600030101010101" pitchFamily="2" charset="-122"/>
              </a:rPr>
              <a:t>(</a:t>
            </a:r>
            <a:r>
              <a:rPr lang="zh-CN" altLang="zh-CN" sz="2500" kern="100">
                <a:latin typeface="Times New Roman" panose="02020603050405020304" pitchFamily="18" charset="0"/>
                <a:ea typeface="宋体" panose="02010600030101010101" pitchFamily="2" charset="-122"/>
              </a:rPr>
              <a:t>就我而言</a:t>
            </a:r>
            <a:r>
              <a:rPr lang="en-US" altLang="zh-CN" sz="2500" kern="100">
                <a:latin typeface="Times New Roman" panose="02020603050405020304" pitchFamily="18" charset="0"/>
                <a:ea typeface="宋体" panose="02010600030101010101" pitchFamily="2" charset="-122"/>
              </a:rPr>
              <a:t>), they stand for love, friendship and unity.</a:t>
            </a:r>
            <a:endParaRPr lang="zh-CN" altLang="zh-CN" sz="2500" kern="100">
              <a:latin typeface="Times New Roman" panose="02020603050405020304" pitchFamily="18" charset="0"/>
              <a:ea typeface="宋体" panose="02010600030101010101" pitchFamily="2" charset="-122"/>
            </a:endParaRPr>
          </a:p>
          <a:p>
            <a:pPr algn="just">
              <a:lnSpc>
                <a:spcPct val="150000"/>
              </a:lnSpc>
              <a:spcAft>
                <a:spcPct val="0"/>
              </a:spcAft>
            </a:pPr>
            <a:r>
              <a:rPr lang="en-US" altLang="zh-CN" sz="2500" kern="100">
                <a:latin typeface="Times New Roman" panose="02020603050405020304" pitchFamily="18" charset="0"/>
                <a:ea typeface="宋体" panose="02010600030101010101" pitchFamily="2" charset="-122"/>
              </a:rPr>
              <a:t>(10)</a:t>
            </a:r>
            <a:r>
              <a:rPr lang="zh-CN" altLang="zh-CN" sz="2500" kern="100">
                <a:latin typeface="Times New Roman" panose="02020603050405020304" pitchFamily="18" charset="0"/>
                <a:ea typeface="宋体" panose="02010600030101010101" pitchFamily="2" charset="-122"/>
              </a:rPr>
              <a:t>总结</a:t>
            </a:r>
            <a:r>
              <a:rPr lang="en-US" altLang="zh-CN" sz="2500" kern="100">
                <a:latin typeface="Times New Roman" panose="02020603050405020304" pitchFamily="18" charset="0"/>
                <a:ea typeface="宋体" panose="02010600030101010101" pitchFamily="2" charset="-122"/>
              </a:rPr>
              <a:t>: in short, in brief, in conclusion, in a word, to sum up, all in all, on the whole, in general, generally speaking</a:t>
            </a:r>
            <a:r>
              <a:rPr lang="zh-CN" altLang="zh-CN" sz="2500" kern="100">
                <a:latin typeface="Times New Roman" panose="02020603050405020304" pitchFamily="18" charset="0"/>
                <a:ea typeface="宋体" panose="02010600030101010101" pitchFamily="2" charset="-122"/>
              </a:rPr>
              <a:t>等。</a:t>
            </a:r>
            <a:endParaRPr lang="zh-CN" altLang="zh-CN" sz="2500" kern="100">
              <a:latin typeface="Times New Roman" panose="02020603050405020304" pitchFamily="18" charset="0"/>
              <a:ea typeface="宋体" panose="02010600030101010101" pitchFamily="2" charset="-122"/>
            </a:endParaRPr>
          </a:p>
          <a:p>
            <a:pPr algn="just">
              <a:lnSpc>
                <a:spcPct val="150000"/>
              </a:lnSpc>
              <a:spcAft>
                <a:spcPct val="0"/>
              </a:spcAft>
            </a:pPr>
            <a:r>
              <a:rPr lang="en-US" altLang="zh-CN" sz="2500" b="1" kern="100">
                <a:latin typeface="Times New Roman" panose="02020603050405020304" pitchFamily="18" charset="0"/>
                <a:ea typeface="宋体" panose="02010600030101010101" pitchFamily="2" charset="-122"/>
              </a:rPr>
              <a:t>All</a:t>
            </a:r>
            <a:r>
              <a:rPr lang="en-US" altLang="zh-CN" sz="2500" kern="100">
                <a:latin typeface="Times New Roman" panose="02020603050405020304" pitchFamily="18" charset="0"/>
                <a:ea typeface="宋体" panose="02010600030101010101" pitchFamily="2" charset="-122"/>
              </a:rPr>
              <a:t> </a:t>
            </a:r>
            <a:r>
              <a:rPr lang="en-US" altLang="zh-CN" sz="2500" b="1" kern="100">
                <a:latin typeface="Times New Roman" panose="02020603050405020304" pitchFamily="18" charset="0"/>
                <a:ea typeface="宋体" panose="02010600030101010101" pitchFamily="2" charset="-122"/>
              </a:rPr>
              <a:t>in</a:t>
            </a:r>
            <a:r>
              <a:rPr lang="en-US" altLang="zh-CN" sz="2500" kern="100">
                <a:latin typeface="Times New Roman" panose="02020603050405020304" pitchFamily="18" charset="0"/>
                <a:ea typeface="宋体" panose="02010600030101010101" pitchFamily="2" charset="-122"/>
              </a:rPr>
              <a:t> </a:t>
            </a:r>
            <a:r>
              <a:rPr lang="en-US" altLang="zh-CN" sz="2500" b="1" kern="100">
                <a:latin typeface="Times New Roman" panose="02020603050405020304" pitchFamily="18" charset="0"/>
                <a:ea typeface="宋体" panose="02010600030101010101" pitchFamily="2" charset="-122"/>
              </a:rPr>
              <a:t>all</a:t>
            </a:r>
            <a:r>
              <a:rPr lang="en-US" altLang="zh-CN" sz="2500" kern="100">
                <a:latin typeface="Times New Roman" panose="02020603050405020304" pitchFamily="18" charset="0"/>
                <a:ea typeface="宋体" panose="02010600030101010101" pitchFamily="2" charset="-122"/>
              </a:rPr>
              <a:t>(</a:t>
            </a:r>
            <a:r>
              <a:rPr lang="zh-CN" altLang="zh-CN" sz="2500" kern="100">
                <a:latin typeface="Times New Roman" panose="02020603050405020304" pitchFamily="18" charset="0"/>
                <a:ea typeface="宋体" panose="02010600030101010101" pitchFamily="2" charset="-122"/>
              </a:rPr>
              <a:t>总之</a:t>
            </a:r>
            <a:r>
              <a:rPr lang="en-US" altLang="zh-CN" sz="2500" kern="100">
                <a:latin typeface="Times New Roman" panose="02020603050405020304" pitchFamily="18" charset="0"/>
                <a:ea typeface="宋体" panose="02010600030101010101" pitchFamily="2" charset="-122"/>
              </a:rPr>
              <a:t>), traveling is the best choice for us to enrich our lives and get ready for the new challenges.</a:t>
            </a:r>
            <a:endParaRPr lang="zh-CN" altLang="zh-CN" sz="2500" kern="100">
              <a:latin typeface="Times New Roman" panose="02020603050405020304" pitchFamily="18" charset="0"/>
              <a:ea typeface="宋体" panose="02010600030101010101" pitchFamily="2" charset="-122"/>
            </a:endParaRPr>
          </a:p>
        </p:txBody>
      </p:sp>
    </p:spTree>
  </p:cSld>
  <p:clrMapOvr>
    <a:masterClrMapping/>
  </p:clrMapOvr>
  <p:transition/>
  <p:timing/>
</p:sld>
</file>

<file path=ppt/slides/slide7.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a:xfrm>
          <a:off x="0" y="0"/>
          <a:ext cx="0" cy="0"/>
        </a:xfrm>
      </p:grpSpPr>
      <p:sp>
        <p:nvSpPr>
          <p:cNvPr id="2" name="TextBox 1" title=""/>
          <p:cNvSpPr txBox="1"/>
          <p:nvPr/>
        </p:nvSpPr>
        <p:spPr>
          <a:xfrm>
            <a:off x="534762" y="721184"/>
            <a:ext cx="11276510" cy="5285105"/>
          </a:xfrm>
          <a:prstGeom prst="rect">
            <a:avLst/>
          </a:prstGeom>
          <a:noFill/>
        </p:spPr>
        <p:txBody>
          <a:bodyPr wrap="square" rtlCol="0">
            <a:spAutoFit/>
          </a:bodyPr>
          <a:lstStyle/>
          <a:p>
            <a:pPr algn="just">
              <a:lnSpc>
                <a:spcPct val="150000"/>
              </a:lnSpc>
              <a:spcAft>
                <a:spcPct val="0"/>
              </a:spcAft>
            </a:pPr>
            <a:r>
              <a:rPr lang="en-US" altLang="zh-CN" sz="2500" b="1" kern="100">
                <a:latin typeface="Times New Roman" panose="02020603050405020304" pitchFamily="18" charset="0"/>
                <a:ea typeface="宋体" panose="02010600030101010101" pitchFamily="2" charset="-122"/>
              </a:rPr>
              <a:t>2.</a:t>
            </a:r>
            <a:r>
              <a:rPr lang="zh-CN" altLang="zh-CN" sz="2500" kern="100">
                <a:latin typeface="Times New Roman" panose="02020603050405020304" pitchFamily="18" charset="0"/>
                <a:ea typeface="宋体" panose="02010600030101010101" pitchFamily="2" charset="-122"/>
              </a:rPr>
              <a:t>写好衔接句</a:t>
            </a:r>
            <a:endParaRPr lang="zh-CN" altLang="zh-CN" sz="2500" kern="100">
              <a:latin typeface="Times New Roman" panose="02020603050405020304" pitchFamily="18" charset="0"/>
              <a:ea typeface="宋体" panose="02010600030101010101" pitchFamily="2" charset="-122"/>
            </a:endParaRPr>
          </a:p>
          <a:p>
            <a:pPr algn="just">
              <a:lnSpc>
                <a:spcPct val="150000"/>
              </a:lnSpc>
              <a:spcAft>
                <a:spcPct val="0"/>
              </a:spcAft>
            </a:pPr>
            <a:r>
              <a:rPr lang="en-US" altLang="zh-CN" sz="2500" kern="100">
                <a:latin typeface="Times New Roman" panose="02020603050405020304" pitchFamily="18" charset="0"/>
                <a:ea typeface="宋体" panose="02010600030101010101" pitchFamily="2" charset="-122"/>
              </a:rPr>
              <a:t>(1)</a:t>
            </a:r>
            <a:r>
              <a:rPr lang="zh-CN" altLang="zh-CN" sz="2500" kern="100">
                <a:latin typeface="Times New Roman" panose="02020603050405020304" pitchFamily="18" charset="0"/>
                <a:ea typeface="宋体" panose="02010600030101010101" pitchFamily="2" charset="-122"/>
              </a:rPr>
              <a:t>引出开头</a:t>
            </a:r>
            <a:endParaRPr lang="zh-CN" altLang="zh-CN" sz="2500" kern="100">
              <a:latin typeface="Times New Roman" panose="02020603050405020304" pitchFamily="18" charset="0"/>
              <a:ea typeface="宋体" panose="02010600030101010101" pitchFamily="2" charset="-122"/>
            </a:endParaRPr>
          </a:p>
          <a:p>
            <a:pPr algn="just">
              <a:lnSpc>
                <a:spcPct val="150000"/>
              </a:lnSpc>
              <a:spcAft>
                <a:spcPct val="0"/>
              </a:spcAft>
            </a:pPr>
            <a:r>
              <a:rPr lang="en-US" altLang="zh-CN" sz="2500" kern="100">
                <a:latin typeface="Times New Roman" panose="02020603050405020304" pitchFamily="18" charset="0"/>
                <a:ea typeface="宋体" panose="02010600030101010101" pitchFamily="2" charset="-122"/>
              </a:rPr>
              <a:t>It is well-known to us that...</a:t>
            </a:r>
            <a:endParaRPr lang="zh-CN" altLang="zh-CN" sz="2500" kern="100">
              <a:latin typeface="Times New Roman" panose="02020603050405020304" pitchFamily="18" charset="0"/>
              <a:ea typeface="宋体" panose="02010600030101010101" pitchFamily="2" charset="-122"/>
            </a:endParaRPr>
          </a:p>
          <a:p>
            <a:pPr algn="just">
              <a:lnSpc>
                <a:spcPct val="150000"/>
              </a:lnSpc>
              <a:spcAft>
                <a:spcPct val="0"/>
              </a:spcAft>
            </a:pPr>
            <a:r>
              <a:rPr lang="zh-CN" altLang="zh-CN" sz="2500" kern="100">
                <a:latin typeface="Times New Roman" panose="02020603050405020304" pitchFamily="18" charset="0"/>
                <a:ea typeface="宋体" panose="02010600030101010101" pitchFamily="2" charset="-122"/>
              </a:rPr>
              <a:t>我们都知道</a:t>
            </a:r>
            <a:r>
              <a:rPr lang="en-US" altLang="zh-CN" sz="2500" kern="100">
                <a:latin typeface="Times New Roman" panose="02020603050405020304" pitchFamily="18" charset="0"/>
                <a:ea typeface="宋体" panose="02010600030101010101" pitchFamily="2" charset="-122"/>
              </a:rPr>
              <a:t>……</a:t>
            </a:r>
            <a:endParaRPr lang="zh-CN" altLang="zh-CN" sz="2500" kern="100">
              <a:latin typeface="Times New Roman" panose="02020603050405020304" pitchFamily="18" charset="0"/>
              <a:ea typeface="宋体" panose="02010600030101010101" pitchFamily="2" charset="-122"/>
            </a:endParaRPr>
          </a:p>
          <a:p>
            <a:pPr algn="just">
              <a:lnSpc>
                <a:spcPct val="150000"/>
              </a:lnSpc>
              <a:spcAft>
                <a:spcPct val="0"/>
              </a:spcAft>
            </a:pPr>
            <a:r>
              <a:rPr lang="en-US" altLang="zh-CN" sz="2500" kern="100">
                <a:latin typeface="Times New Roman" panose="02020603050405020304" pitchFamily="18" charset="0"/>
                <a:ea typeface="宋体" panose="02010600030101010101" pitchFamily="2" charset="-122"/>
              </a:rPr>
              <a:t>As far as my knowledge is concerned...</a:t>
            </a:r>
            <a:endParaRPr lang="zh-CN" altLang="zh-CN" sz="2500" kern="100">
              <a:latin typeface="Times New Roman" panose="02020603050405020304" pitchFamily="18" charset="0"/>
              <a:ea typeface="宋体" panose="02010600030101010101" pitchFamily="2" charset="-122"/>
            </a:endParaRPr>
          </a:p>
          <a:p>
            <a:pPr algn="just">
              <a:lnSpc>
                <a:spcPct val="150000"/>
              </a:lnSpc>
              <a:spcAft>
                <a:spcPct val="0"/>
              </a:spcAft>
            </a:pPr>
            <a:r>
              <a:rPr lang="zh-CN" altLang="zh-CN" sz="2500" kern="100">
                <a:latin typeface="Times New Roman" panose="02020603050405020304" pitchFamily="18" charset="0"/>
                <a:ea typeface="宋体" panose="02010600030101010101" pitchFamily="2" charset="-122"/>
              </a:rPr>
              <a:t>据我所知</a:t>
            </a:r>
            <a:r>
              <a:rPr lang="en-US" altLang="zh-CN" sz="2500" kern="100">
                <a:latin typeface="Times New Roman" panose="02020603050405020304" pitchFamily="18" charset="0"/>
                <a:ea typeface="宋体" panose="02010600030101010101" pitchFamily="2" charset="-122"/>
              </a:rPr>
              <a:t>……</a:t>
            </a:r>
            <a:endParaRPr lang="zh-CN" altLang="zh-CN" sz="2500" kern="100">
              <a:latin typeface="Times New Roman" panose="02020603050405020304" pitchFamily="18" charset="0"/>
              <a:ea typeface="宋体" panose="02010600030101010101" pitchFamily="2" charset="-122"/>
            </a:endParaRPr>
          </a:p>
          <a:p>
            <a:pPr algn="just">
              <a:lnSpc>
                <a:spcPct val="150000"/>
              </a:lnSpc>
              <a:spcAft>
                <a:spcPct val="0"/>
              </a:spcAft>
            </a:pPr>
            <a:r>
              <a:rPr lang="en-US" altLang="zh-CN" sz="2500" kern="100">
                <a:latin typeface="Times New Roman" panose="02020603050405020304" pitchFamily="18" charset="0"/>
                <a:ea typeface="宋体" panose="02010600030101010101" pitchFamily="2" charset="-122"/>
              </a:rPr>
              <a:t>Recently the problem of...has been brought into focus.</a:t>
            </a:r>
            <a:endParaRPr lang="zh-CN" altLang="zh-CN" sz="2500" kern="100">
              <a:latin typeface="Times New Roman" panose="02020603050405020304" pitchFamily="18" charset="0"/>
              <a:ea typeface="宋体" panose="02010600030101010101" pitchFamily="2" charset="-122"/>
            </a:endParaRPr>
          </a:p>
          <a:p>
            <a:pPr algn="just">
              <a:lnSpc>
                <a:spcPct val="150000"/>
              </a:lnSpc>
              <a:spcAft>
                <a:spcPct val="0"/>
              </a:spcAft>
            </a:pPr>
            <a:r>
              <a:rPr lang="en-US" altLang="zh-CN" sz="2500" kern="100">
                <a:latin typeface="Times New Roman" panose="02020603050405020304" pitchFamily="18" charset="0"/>
                <a:ea typeface="宋体" panose="02010600030101010101" pitchFamily="2" charset="-122"/>
              </a:rPr>
              <a:t>=Nowadays there is growing concern over the problem of...</a:t>
            </a:r>
            <a:endParaRPr lang="zh-CN" altLang="zh-CN" sz="2500" kern="100">
              <a:latin typeface="Times New Roman" panose="02020603050405020304" pitchFamily="18" charset="0"/>
              <a:ea typeface="宋体" panose="02010600030101010101" pitchFamily="2" charset="-122"/>
            </a:endParaRPr>
          </a:p>
          <a:p>
            <a:pPr algn="just">
              <a:lnSpc>
                <a:spcPct val="150000"/>
              </a:lnSpc>
              <a:spcAft>
                <a:spcPct val="0"/>
              </a:spcAft>
            </a:pPr>
            <a:r>
              <a:rPr lang="zh-CN" altLang="zh-CN" sz="2500" kern="100">
                <a:latin typeface="Times New Roman" panose="02020603050405020304" pitchFamily="18" charset="0"/>
                <a:ea typeface="宋体" panose="02010600030101010101" pitchFamily="2" charset="-122"/>
              </a:rPr>
              <a:t>最近</a:t>
            </a:r>
            <a:r>
              <a:rPr lang="en-US" altLang="zh-CN" sz="2500" kern="100">
                <a:latin typeface="Times New Roman" panose="02020603050405020304" pitchFamily="18" charset="0"/>
                <a:ea typeface="宋体" panose="02010600030101010101" pitchFamily="2" charset="-122"/>
              </a:rPr>
              <a:t>……</a:t>
            </a:r>
            <a:r>
              <a:rPr lang="zh-CN" altLang="zh-CN" sz="2500" kern="100">
                <a:latin typeface="Times New Roman" panose="02020603050405020304" pitchFamily="18" charset="0"/>
                <a:ea typeface="宋体" panose="02010600030101010101" pitchFamily="2" charset="-122"/>
              </a:rPr>
              <a:t>问题引起了关注。</a:t>
            </a:r>
            <a:endParaRPr lang="zh-CN" altLang="zh-CN" sz="2500" kern="100">
              <a:latin typeface="Times New Roman" panose="02020603050405020304" pitchFamily="18" charset="0"/>
              <a:ea typeface="宋体" panose="02010600030101010101" pitchFamily="2" charset="-122"/>
            </a:endParaRPr>
          </a:p>
        </p:txBody>
      </p:sp>
    </p:spTree>
  </p:cSld>
  <p:clrMapOvr>
    <a:masterClrMapping/>
  </p:clrMapOvr>
  <p:transition/>
  <p:timing/>
</p:sld>
</file>

<file path=ppt/slides/slide8.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a:xfrm>
          <a:off x="0" y="0"/>
          <a:ext cx="0" cy="0"/>
        </a:xfrm>
      </p:grpSpPr>
      <p:sp>
        <p:nvSpPr>
          <p:cNvPr id="2" name="TextBox 1" title=""/>
          <p:cNvSpPr txBox="1"/>
          <p:nvPr/>
        </p:nvSpPr>
        <p:spPr>
          <a:xfrm>
            <a:off x="534762" y="721184"/>
            <a:ext cx="11276510" cy="2976880"/>
          </a:xfrm>
          <a:prstGeom prst="rect">
            <a:avLst/>
          </a:prstGeom>
          <a:noFill/>
        </p:spPr>
        <p:txBody>
          <a:bodyPr wrap="square" rtlCol="0">
            <a:spAutoFit/>
          </a:bodyPr>
          <a:lstStyle/>
          <a:p>
            <a:pPr algn="just">
              <a:lnSpc>
                <a:spcPct val="150000"/>
              </a:lnSpc>
              <a:spcAft>
                <a:spcPct val="0"/>
              </a:spcAft>
            </a:pPr>
            <a:r>
              <a:rPr lang="en-US" altLang="zh-CN" sz="2500" kern="100">
                <a:latin typeface="Times New Roman" panose="02020603050405020304" pitchFamily="18" charset="0"/>
                <a:ea typeface="宋体" panose="02010600030101010101" pitchFamily="2" charset="-122"/>
              </a:rPr>
              <a:t>(2)</a:t>
            </a:r>
            <a:r>
              <a:rPr lang="zh-CN" altLang="zh-CN" sz="2500" kern="100">
                <a:latin typeface="Times New Roman" panose="02020603050405020304" pitchFamily="18" charset="0"/>
                <a:ea typeface="宋体" panose="02010600030101010101" pitchFamily="2" charset="-122"/>
              </a:rPr>
              <a:t>表达不同观点</a:t>
            </a:r>
            <a:endParaRPr lang="zh-CN" altLang="zh-CN" sz="2500" kern="100">
              <a:latin typeface="Times New Roman" panose="02020603050405020304" pitchFamily="18" charset="0"/>
              <a:ea typeface="宋体" panose="02010600030101010101" pitchFamily="2" charset="-122"/>
            </a:endParaRPr>
          </a:p>
          <a:p>
            <a:pPr algn="just">
              <a:lnSpc>
                <a:spcPct val="150000"/>
              </a:lnSpc>
              <a:spcAft>
                <a:spcPct val="0"/>
              </a:spcAft>
            </a:pPr>
            <a:r>
              <a:rPr lang="en-US" altLang="zh-CN" sz="2500" kern="100">
                <a:latin typeface="Times New Roman" panose="02020603050405020304" pitchFamily="18" charset="0"/>
                <a:ea typeface="宋体" panose="02010600030101010101" pitchFamily="2" charset="-122"/>
              </a:rPr>
              <a:t>People’s views on...vary from person to person.Some hold that...However, others believe that...</a:t>
            </a:r>
            <a:r>
              <a:rPr lang="zh-CN" altLang="zh-CN" sz="2500" kern="100">
                <a:latin typeface="Times New Roman" panose="02020603050405020304" pitchFamily="18" charset="0"/>
                <a:ea typeface="宋体" panose="02010600030101010101" pitchFamily="2" charset="-122"/>
              </a:rPr>
              <a:t>人们对</a:t>
            </a:r>
            <a:r>
              <a:rPr lang="en-US" altLang="zh-CN" sz="2500" kern="100">
                <a:latin typeface="Times New Roman" panose="02020603050405020304" pitchFamily="18" charset="0"/>
                <a:ea typeface="宋体" panose="02010600030101010101" pitchFamily="2" charset="-122"/>
              </a:rPr>
              <a:t>……</a:t>
            </a:r>
            <a:r>
              <a:rPr lang="zh-CN" altLang="zh-CN" sz="2500" kern="100">
                <a:latin typeface="Times New Roman" panose="02020603050405020304" pitchFamily="18" charset="0"/>
                <a:ea typeface="宋体" panose="02010600030101010101" pitchFamily="2" charset="-122"/>
              </a:rPr>
              <a:t>的观点因人而异。有些人认为</a:t>
            </a:r>
            <a:r>
              <a:rPr lang="en-US" altLang="zh-CN" sz="2500" kern="100">
                <a:latin typeface="Times New Roman" panose="02020603050405020304" pitchFamily="18" charset="0"/>
                <a:ea typeface="宋体" panose="02010600030101010101" pitchFamily="2" charset="-122"/>
              </a:rPr>
              <a:t>……</a:t>
            </a:r>
            <a:r>
              <a:rPr lang="zh-CN" altLang="zh-CN" sz="2500" kern="100">
                <a:latin typeface="Times New Roman" panose="02020603050405020304" pitchFamily="18" charset="0"/>
                <a:ea typeface="宋体" panose="02010600030101010101" pitchFamily="2" charset="-122"/>
              </a:rPr>
              <a:t>然而</a:t>
            </a:r>
            <a:r>
              <a:rPr lang="en-US" altLang="zh-CN" sz="2500" kern="100">
                <a:latin typeface="Times New Roman" panose="02020603050405020304" pitchFamily="18" charset="0"/>
                <a:ea typeface="宋体" panose="02010600030101010101" pitchFamily="2" charset="-122"/>
              </a:rPr>
              <a:t>,</a:t>
            </a:r>
            <a:r>
              <a:rPr lang="zh-CN" altLang="zh-CN" sz="2500" kern="100">
                <a:latin typeface="Times New Roman" panose="02020603050405020304" pitchFamily="18" charset="0"/>
                <a:ea typeface="宋体" panose="02010600030101010101" pitchFamily="2" charset="-122"/>
              </a:rPr>
              <a:t>其他人相信</a:t>
            </a:r>
            <a:r>
              <a:rPr lang="en-US" altLang="zh-CN" sz="2500" kern="100">
                <a:latin typeface="Times New Roman" panose="02020603050405020304" pitchFamily="18" charset="0"/>
                <a:ea typeface="宋体" panose="02010600030101010101" pitchFamily="2" charset="-122"/>
              </a:rPr>
              <a:t>……</a:t>
            </a:r>
            <a:endParaRPr lang="zh-CN" altLang="zh-CN" sz="2500" kern="100">
              <a:latin typeface="Times New Roman" panose="02020603050405020304" pitchFamily="18" charset="0"/>
              <a:ea typeface="宋体" panose="02010600030101010101" pitchFamily="2" charset="-122"/>
            </a:endParaRPr>
          </a:p>
          <a:p>
            <a:pPr algn="just">
              <a:lnSpc>
                <a:spcPct val="150000"/>
              </a:lnSpc>
              <a:spcAft>
                <a:spcPct val="0"/>
              </a:spcAft>
            </a:pPr>
            <a:r>
              <a:rPr lang="en-US" altLang="zh-CN" sz="2500" kern="100">
                <a:latin typeface="Times New Roman" panose="02020603050405020304" pitchFamily="18" charset="0"/>
                <a:ea typeface="宋体" panose="02010600030101010101" pitchFamily="2" charset="-122"/>
              </a:rPr>
              <a:t>People may have different opinions on...</a:t>
            </a:r>
            <a:endParaRPr lang="zh-CN" altLang="zh-CN" sz="2500" kern="100">
              <a:latin typeface="Times New Roman" panose="02020603050405020304" pitchFamily="18" charset="0"/>
              <a:ea typeface="宋体" panose="02010600030101010101" pitchFamily="2" charset="-122"/>
            </a:endParaRPr>
          </a:p>
          <a:p>
            <a:pPr algn="just">
              <a:lnSpc>
                <a:spcPct val="150000"/>
              </a:lnSpc>
              <a:spcAft>
                <a:spcPct val="0"/>
              </a:spcAft>
            </a:pPr>
            <a:r>
              <a:rPr lang="zh-CN" altLang="zh-CN" sz="2500" kern="100">
                <a:latin typeface="Times New Roman" panose="02020603050405020304" pitchFamily="18" charset="0"/>
                <a:ea typeface="宋体" panose="02010600030101010101" pitchFamily="2" charset="-122"/>
              </a:rPr>
              <a:t>人们对</a:t>
            </a:r>
            <a:r>
              <a:rPr lang="en-US" altLang="zh-CN" sz="2500" kern="100">
                <a:latin typeface="Times New Roman" panose="02020603050405020304" pitchFamily="18" charset="0"/>
                <a:ea typeface="宋体" panose="02010600030101010101" pitchFamily="2" charset="-122"/>
              </a:rPr>
              <a:t>……</a:t>
            </a:r>
            <a:r>
              <a:rPr lang="zh-CN" altLang="zh-CN" sz="2500" kern="100">
                <a:latin typeface="Times New Roman" panose="02020603050405020304" pitchFamily="18" charset="0"/>
                <a:ea typeface="宋体" panose="02010600030101010101" pitchFamily="2" charset="-122"/>
              </a:rPr>
              <a:t>可能会持有不同见解。</a:t>
            </a:r>
            <a:endParaRPr lang="zh-CN" altLang="zh-CN" sz="2500" kern="100">
              <a:latin typeface="Times New Roman" panose="02020603050405020304" pitchFamily="18" charset="0"/>
              <a:ea typeface="宋体" panose="02010600030101010101" pitchFamily="2" charset="-122"/>
            </a:endParaRPr>
          </a:p>
        </p:txBody>
      </p:sp>
    </p:spTree>
  </p:cSld>
  <p:clrMapOvr>
    <a:masterClrMapping/>
  </p:clrMapOvr>
  <p:transition/>
  <p:timing/>
</p:sld>
</file>

<file path=ppt/slides/slide9.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a:xfrm>
          <a:off x="0" y="0"/>
          <a:ext cx="0" cy="0"/>
        </a:xfrm>
      </p:grpSpPr>
      <p:sp>
        <p:nvSpPr>
          <p:cNvPr id="2" name="TextBox 1" title=""/>
          <p:cNvSpPr txBox="1"/>
          <p:nvPr/>
        </p:nvSpPr>
        <p:spPr>
          <a:xfrm>
            <a:off x="534762" y="721184"/>
            <a:ext cx="11276510" cy="5862320"/>
          </a:xfrm>
          <a:prstGeom prst="rect">
            <a:avLst/>
          </a:prstGeom>
          <a:noFill/>
        </p:spPr>
        <p:txBody>
          <a:bodyPr wrap="square" rtlCol="0">
            <a:spAutoFit/>
          </a:bodyPr>
          <a:lstStyle/>
          <a:p>
            <a:pPr algn="just">
              <a:lnSpc>
                <a:spcPct val="150000"/>
              </a:lnSpc>
              <a:spcAft>
                <a:spcPct val="0"/>
              </a:spcAft>
            </a:pPr>
            <a:r>
              <a:rPr lang="en-US" altLang="zh-CN" sz="2500" kern="100">
                <a:latin typeface="Times New Roman" panose="02020603050405020304" pitchFamily="18" charset="0"/>
                <a:ea typeface="宋体" panose="02010600030101010101" pitchFamily="2" charset="-122"/>
              </a:rPr>
              <a:t>(3)</a:t>
            </a:r>
            <a:r>
              <a:rPr lang="zh-CN" altLang="zh-CN" sz="2500" kern="100">
                <a:latin typeface="Times New Roman" panose="02020603050405020304" pitchFamily="18" charset="0"/>
                <a:ea typeface="宋体" panose="02010600030101010101" pitchFamily="2" charset="-122"/>
              </a:rPr>
              <a:t>表示结尾</a:t>
            </a:r>
            <a:endParaRPr lang="zh-CN" altLang="zh-CN" sz="2500" kern="100">
              <a:latin typeface="Times New Roman" panose="02020603050405020304" pitchFamily="18" charset="0"/>
              <a:ea typeface="宋体" panose="02010600030101010101" pitchFamily="2" charset="-122"/>
            </a:endParaRPr>
          </a:p>
          <a:p>
            <a:pPr algn="just">
              <a:lnSpc>
                <a:spcPct val="150000"/>
              </a:lnSpc>
              <a:spcAft>
                <a:spcPct val="0"/>
              </a:spcAft>
            </a:pPr>
            <a:r>
              <a:rPr lang="en-US" altLang="zh-CN" sz="2500" kern="100">
                <a:latin typeface="Times New Roman" panose="02020603050405020304" pitchFamily="18" charset="0"/>
                <a:ea typeface="宋体" panose="02010600030101010101" pitchFamily="2" charset="-122"/>
              </a:rPr>
              <a:t>In short, it can be said that...</a:t>
            </a:r>
            <a:endParaRPr lang="zh-CN" altLang="zh-CN" sz="2500" kern="100">
              <a:latin typeface="Times New Roman" panose="02020603050405020304" pitchFamily="18" charset="0"/>
              <a:ea typeface="宋体" panose="02010600030101010101" pitchFamily="2" charset="-122"/>
            </a:endParaRPr>
          </a:p>
          <a:p>
            <a:pPr algn="just">
              <a:lnSpc>
                <a:spcPct val="150000"/>
              </a:lnSpc>
              <a:spcAft>
                <a:spcPct val="0"/>
              </a:spcAft>
            </a:pPr>
            <a:r>
              <a:rPr lang="zh-CN" altLang="zh-CN" sz="2500" kern="100">
                <a:latin typeface="Times New Roman" panose="02020603050405020304" pitchFamily="18" charset="0"/>
                <a:ea typeface="宋体" panose="02010600030101010101" pitchFamily="2" charset="-122"/>
              </a:rPr>
              <a:t>总之</a:t>
            </a:r>
            <a:r>
              <a:rPr lang="en-US" altLang="zh-CN" sz="2500" kern="100">
                <a:latin typeface="Times New Roman" panose="02020603050405020304" pitchFamily="18" charset="0"/>
                <a:ea typeface="宋体" panose="02010600030101010101" pitchFamily="2" charset="-122"/>
              </a:rPr>
              <a:t>, </a:t>
            </a:r>
            <a:r>
              <a:rPr lang="zh-CN" altLang="zh-CN" sz="2500" kern="100">
                <a:latin typeface="Times New Roman" panose="02020603050405020304" pitchFamily="18" charset="0"/>
                <a:ea typeface="宋体" panose="02010600030101010101" pitchFamily="2" charset="-122"/>
              </a:rPr>
              <a:t>可以说</a:t>
            </a:r>
            <a:r>
              <a:rPr lang="en-US" altLang="zh-CN" sz="2500" kern="100">
                <a:latin typeface="Times New Roman" panose="02020603050405020304" pitchFamily="18" charset="0"/>
                <a:ea typeface="宋体" panose="02010600030101010101" pitchFamily="2" charset="-122"/>
              </a:rPr>
              <a:t>……</a:t>
            </a:r>
            <a:endParaRPr lang="zh-CN" altLang="zh-CN" sz="2500" kern="100">
              <a:latin typeface="Times New Roman" panose="02020603050405020304" pitchFamily="18" charset="0"/>
              <a:ea typeface="宋体" panose="02010600030101010101" pitchFamily="2" charset="-122"/>
            </a:endParaRPr>
          </a:p>
          <a:p>
            <a:pPr algn="just">
              <a:lnSpc>
                <a:spcPct val="150000"/>
              </a:lnSpc>
              <a:spcAft>
                <a:spcPct val="0"/>
              </a:spcAft>
            </a:pPr>
            <a:r>
              <a:rPr lang="en-US" altLang="zh-CN" sz="2500" kern="100">
                <a:latin typeface="Times New Roman" panose="02020603050405020304" pitchFamily="18" charset="0"/>
                <a:ea typeface="宋体" panose="02010600030101010101" pitchFamily="2" charset="-122"/>
              </a:rPr>
              <a:t>From what has been mentioned above, we can come to the conclusion that...</a:t>
            </a:r>
            <a:endParaRPr lang="zh-CN" altLang="zh-CN" sz="2500" kern="100">
              <a:latin typeface="Times New Roman" panose="02020603050405020304" pitchFamily="18" charset="0"/>
              <a:ea typeface="宋体" panose="02010600030101010101" pitchFamily="2" charset="-122"/>
            </a:endParaRPr>
          </a:p>
          <a:p>
            <a:pPr algn="just">
              <a:lnSpc>
                <a:spcPct val="150000"/>
              </a:lnSpc>
              <a:spcAft>
                <a:spcPct val="0"/>
              </a:spcAft>
            </a:pPr>
            <a:r>
              <a:rPr lang="zh-CN" altLang="zh-CN" sz="2500" kern="100">
                <a:latin typeface="Times New Roman" panose="02020603050405020304" pitchFamily="18" charset="0"/>
                <a:ea typeface="宋体" panose="02010600030101010101" pitchFamily="2" charset="-122"/>
              </a:rPr>
              <a:t>综上所述</a:t>
            </a:r>
            <a:r>
              <a:rPr lang="en-US" altLang="zh-CN" sz="2500" kern="100">
                <a:latin typeface="Times New Roman" panose="02020603050405020304" pitchFamily="18" charset="0"/>
                <a:ea typeface="宋体" panose="02010600030101010101" pitchFamily="2" charset="-122"/>
              </a:rPr>
              <a:t>, </a:t>
            </a:r>
            <a:r>
              <a:rPr lang="zh-CN" altLang="zh-CN" sz="2500" kern="100">
                <a:latin typeface="Times New Roman" panose="02020603050405020304" pitchFamily="18" charset="0"/>
                <a:ea typeface="宋体" panose="02010600030101010101" pitchFamily="2" charset="-122"/>
              </a:rPr>
              <a:t>我们可以得出结论</a:t>
            </a:r>
            <a:r>
              <a:rPr lang="en-US" altLang="zh-CN" sz="2500" kern="100">
                <a:latin typeface="Times New Roman" panose="02020603050405020304" pitchFamily="18" charset="0"/>
                <a:ea typeface="宋体" panose="02010600030101010101" pitchFamily="2" charset="-122"/>
              </a:rPr>
              <a:t>……</a:t>
            </a:r>
            <a:endParaRPr lang="zh-CN" altLang="zh-CN" sz="2500" kern="100">
              <a:latin typeface="Times New Roman" panose="02020603050405020304" pitchFamily="18" charset="0"/>
              <a:ea typeface="宋体" panose="02010600030101010101" pitchFamily="2" charset="-122"/>
            </a:endParaRPr>
          </a:p>
          <a:p>
            <a:pPr algn="just">
              <a:lnSpc>
                <a:spcPct val="150000"/>
              </a:lnSpc>
              <a:spcAft>
                <a:spcPct val="0"/>
              </a:spcAft>
            </a:pPr>
            <a:r>
              <a:rPr lang="en-US" altLang="zh-CN" sz="2500" kern="100">
                <a:latin typeface="Times New Roman" panose="02020603050405020304" pitchFamily="18" charset="0"/>
                <a:ea typeface="宋体" panose="02010600030101010101" pitchFamily="2" charset="-122"/>
              </a:rPr>
              <a:t>(4)</a:t>
            </a:r>
            <a:r>
              <a:rPr lang="zh-CN" altLang="zh-CN" sz="2500" kern="100">
                <a:latin typeface="Times New Roman" panose="02020603050405020304" pitchFamily="18" charset="0"/>
                <a:ea typeface="宋体" panose="02010600030101010101" pitchFamily="2" charset="-122"/>
              </a:rPr>
              <a:t>提出建议</a:t>
            </a:r>
            <a:endParaRPr lang="zh-CN" altLang="zh-CN" sz="2500" kern="100">
              <a:latin typeface="Times New Roman" panose="02020603050405020304" pitchFamily="18" charset="0"/>
              <a:ea typeface="宋体" panose="02010600030101010101" pitchFamily="2" charset="-122"/>
            </a:endParaRPr>
          </a:p>
          <a:p>
            <a:pPr algn="just">
              <a:lnSpc>
                <a:spcPct val="150000"/>
              </a:lnSpc>
              <a:spcAft>
                <a:spcPct val="0"/>
              </a:spcAft>
            </a:pPr>
            <a:r>
              <a:rPr lang="en-US" altLang="zh-CN" sz="2500" kern="100">
                <a:latin typeface="Times New Roman" panose="02020603050405020304" pitchFamily="18" charset="0"/>
                <a:ea typeface="宋体" panose="02010600030101010101" pitchFamily="2" charset="-122"/>
              </a:rPr>
              <a:t>It is high time that...</a:t>
            </a:r>
            <a:endParaRPr lang="zh-CN" altLang="zh-CN" sz="2500" kern="100">
              <a:latin typeface="Times New Roman" panose="02020603050405020304" pitchFamily="18" charset="0"/>
              <a:ea typeface="宋体" panose="02010600030101010101" pitchFamily="2" charset="-122"/>
            </a:endParaRPr>
          </a:p>
          <a:p>
            <a:pPr algn="just">
              <a:lnSpc>
                <a:spcPct val="150000"/>
              </a:lnSpc>
              <a:spcAft>
                <a:spcPct val="0"/>
              </a:spcAft>
            </a:pPr>
            <a:r>
              <a:rPr lang="zh-CN" altLang="zh-CN" sz="2500" kern="100">
                <a:latin typeface="Times New Roman" panose="02020603050405020304" pitchFamily="18" charset="0"/>
                <a:ea typeface="宋体" panose="02010600030101010101" pitchFamily="2" charset="-122"/>
              </a:rPr>
              <a:t>该是</a:t>
            </a:r>
            <a:r>
              <a:rPr lang="en-US" altLang="zh-CN" sz="2500" kern="100">
                <a:latin typeface="Times New Roman" panose="02020603050405020304" pitchFamily="18" charset="0"/>
                <a:ea typeface="宋体" panose="02010600030101010101" pitchFamily="2" charset="-122"/>
              </a:rPr>
              <a:t>……</a:t>
            </a:r>
            <a:r>
              <a:rPr lang="zh-CN" altLang="zh-CN" sz="2500" kern="100">
                <a:latin typeface="Times New Roman" panose="02020603050405020304" pitchFamily="18" charset="0"/>
                <a:ea typeface="宋体" panose="02010600030101010101" pitchFamily="2" charset="-122"/>
              </a:rPr>
              <a:t>的时候了。</a:t>
            </a:r>
            <a:endParaRPr lang="zh-CN" altLang="zh-CN" sz="2500" kern="100">
              <a:latin typeface="Times New Roman" panose="02020603050405020304" pitchFamily="18" charset="0"/>
              <a:ea typeface="宋体" panose="02010600030101010101" pitchFamily="2" charset="-122"/>
            </a:endParaRPr>
          </a:p>
          <a:p>
            <a:pPr algn="just">
              <a:lnSpc>
                <a:spcPct val="150000"/>
              </a:lnSpc>
              <a:spcAft>
                <a:spcPct val="0"/>
              </a:spcAft>
            </a:pPr>
            <a:r>
              <a:rPr lang="en-US" altLang="zh-CN" sz="2500" kern="100">
                <a:latin typeface="Times New Roman" panose="02020603050405020304" pitchFamily="18" charset="0"/>
                <a:ea typeface="宋体" panose="02010600030101010101" pitchFamily="2" charset="-122"/>
              </a:rPr>
              <a:t>Only in this way can we...</a:t>
            </a:r>
            <a:endParaRPr lang="zh-CN" altLang="zh-CN" sz="2500" kern="100">
              <a:latin typeface="Times New Roman" panose="02020603050405020304" pitchFamily="18" charset="0"/>
              <a:ea typeface="宋体" panose="02010600030101010101" pitchFamily="2" charset="-122"/>
            </a:endParaRPr>
          </a:p>
          <a:p>
            <a:pPr algn="just">
              <a:lnSpc>
                <a:spcPct val="150000"/>
              </a:lnSpc>
              <a:spcAft>
                <a:spcPct val="0"/>
              </a:spcAft>
            </a:pPr>
            <a:r>
              <a:rPr lang="zh-CN" altLang="zh-CN" sz="2500" kern="100">
                <a:latin typeface="Times New Roman" panose="02020603050405020304" pitchFamily="18" charset="0"/>
                <a:ea typeface="宋体" panose="02010600030101010101" pitchFamily="2" charset="-122"/>
              </a:rPr>
              <a:t>只有这样</a:t>
            </a:r>
            <a:r>
              <a:rPr lang="en-US" altLang="zh-CN" sz="2500" kern="100">
                <a:latin typeface="Times New Roman" panose="02020603050405020304" pitchFamily="18" charset="0"/>
                <a:ea typeface="宋体" panose="02010600030101010101" pitchFamily="2" charset="-122"/>
              </a:rPr>
              <a:t>, </a:t>
            </a:r>
            <a:r>
              <a:rPr lang="zh-CN" altLang="zh-CN" sz="2500" kern="100">
                <a:latin typeface="Times New Roman" panose="02020603050405020304" pitchFamily="18" charset="0"/>
                <a:ea typeface="宋体" panose="02010600030101010101" pitchFamily="2" charset="-122"/>
              </a:rPr>
              <a:t>我们才能</a:t>
            </a:r>
            <a:r>
              <a:rPr lang="en-US" altLang="zh-CN" sz="2500" kern="100">
                <a:latin typeface="Times New Roman" panose="02020603050405020304" pitchFamily="18" charset="0"/>
                <a:ea typeface="宋体" panose="02010600030101010101" pitchFamily="2" charset="-122"/>
              </a:rPr>
              <a:t>……</a:t>
            </a:r>
            <a:endParaRPr lang="zh-CN" altLang="zh-CN" sz="2500" kern="100">
              <a:latin typeface="Times New Roman" panose="02020603050405020304" pitchFamily="18" charset="0"/>
              <a:ea typeface="宋体" panose="02010600030101010101" pitchFamily="2" charset="-122"/>
            </a:endParaRPr>
          </a:p>
        </p:txBody>
      </p:sp>
    </p:spTree>
  </p:cSld>
  <p:clrMapOvr>
    <a:masterClrMapping/>
  </p:clrMapOvr>
  <p:transition/>
  <p:timing/>
</p:sld>
</file>

<file path=ppt/slides/slide10.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a:xfrm>
          <a:off x="0" y="0"/>
          <a:ext cx="0" cy="0"/>
        </a:xfrm>
      </p:grpSpPr>
      <p:sp>
        <p:nvSpPr>
          <p:cNvPr id="2" name="TextBox 1" title=""/>
          <p:cNvSpPr txBox="1"/>
          <p:nvPr/>
        </p:nvSpPr>
        <p:spPr>
          <a:xfrm>
            <a:off x="534762" y="721184"/>
            <a:ext cx="11276510" cy="4130675"/>
          </a:xfrm>
          <a:prstGeom prst="rect">
            <a:avLst/>
          </a:prstGeom>
          <a:noFill/>
        </p:spPr>
        <p:txBody>
          <a:bodyPr wrap="square" rtlCol="0">
            <a:spAutoFit/>
          </a:bodyPr>
          <a:lstStyle/>
          <a:p>
            <a:pPr algn="just">
              <a:lnSpc>
                <a:spcPct val="150000"/>
              </a:lnSpc>
              <a:spcAft>
                <a:spcPct val="0"/>
              </a:spcAft>
            </a:pPr>
            <a:r>
              <a:rPr lang="en-US" altLang="zh-CN" sz="2500" kern="100">
                <a:latin typeface="Times New Roman" panose="02020603050405020304" pitchFamily="18" charset="0"/>
                <a:ea typeface="宋体" panose="02010600030101010101" pitchFamily="2" charset="-122"/>
              </a:rPr>
              <a:t>(5)</a:t>
            </a:r>
            <a:r>
              <a:rPr lang="zh-CN" altLang="zh-CN" sz="2500" kern="100">
                <a:latin typeface="Times New Roman" panose="02020603050405020304" pitchFamily="18" charset="0"/>
                <a:ea typeface="宋体" panose="02010600030101010101" pitchFamily="2" charset="-122"/>
              </a:rPr>
              <a:t>预示后果</a:t>
            </a:r>
            <a:endParaRPr lang="zh-CN" altLang="zh-CN" sz="2500" kern="100">
              <a:latin typeface="Times New Roman" panose="02020603050405020304" pitchFamily="18" charset="0"/>
              <a:ea typeface="宋体" panose="02010600030101010101" pitchFamily="2" charset="-122"/>
            </a:endParaRPr>
          </a:p>
          <a:p>
            <a:pPr algn="just">
              <a:lnSpc>
                <a:spcPct val="150000"/>
              </a:lnSpc>
              <a:spcAft>
                <a:spcPct val="0"/>
              </a:spcAft>
            </a:pPr>
            <a:r>
              <a:rPr lang="en-US" altLang="zh-CN" sz="2500" kern="100">
                <a:latin typeface="Times New Roman" panose="02020603050405020304" pitchFamily="18" charset="0"/>
                <a:ea typeface="宋体" panose="02010600030101010101" pitchFamily="2" charset="-122"/>
              </a:rPr>
              <a:t>Obviously, if we don’t control the problem, the chances are that...will lead us in danger.</a:t>
            </a:r>
            <a:endParaRPr lang="zh-CN" altLang="zh-CN" sz="2500" kern="100">
              <a:latin typeface="Times New Roman" panose="02020603050405020304" pitchFamily="18" charset="0"/>
              <a:ea typeface="宋体" panose="02010600030101010101" pitchFamily="2" charset="-122"/>
            </a:endParaRPr>
          </a:p>
          <a:p>
            <a:pPr algn="just">
              <a:lnSpc>
                <a:spcPct val="150000"/>
              </a:lnSpc>
              <a:spcAft>
                <a:spcPct val="0"/>
              </a:spcAft>
            </a:pPr>
            <a:r>
              <a:rPr lang="zh-CN" altLang="zh-CN" sz="2500" kern="100">
                <a:latin typeface="Times New Roman" panose="02020603050405020304" pitchFamily="18" charset="0"/>
                <a:ea typeface="宋体" panose="02010600030101010101" pitchFamily="2" charset="-122"/>
              </a:rPr>
              <a:t>显然</a:t>
            </a:r>
            <a:r>
              <a:rPr lang="en-US" altLang="zh-CN" sz="2500" kern="100">
                <a:latin typeface="Times New Roman" panose="02020603050405020304" pitchFamily="18" charset="0"/>
                <a:ea typeface="宋体" panose="02010600030101010101" pitchFamily="2" charset="-122"/>
              </a:rPr>
              <a:t>,</a:t>
            </a:r>
            <a:r>
              <a:rPr lang="zh-CN" altLang="zh-CN" sz="2500" kern="100">
                <a:latin typeface="Times New Roman" panose="02020603050405020304" pitchFamily="18" charset="0"/>
                <a:ea typeface="宋体" panose="02010600030101010101" pitchFamily="2" charset="-122"/>
              </a:rPr>
              <a:t>如果我们不控制问题</a:t>
            </a:r>
            <a:r>
              <a:rPr lang="en-US" altLang="zh-CN" sz="2500" kern="100">
                <a:latin typeface="Times New Roman" panose="02020603050405020304" pitchFamily="18" charset="0"/>
                <a:ea typeface="宋体" panose="02010600030101010101" pitchFamily="2" charset="-122"/>
              </a:rPr>
              <a:t>,</a:t>
            </a:r>
            <a:r>
              <a:rPr lang="zh-CN" altLang="zh-CN" sz="2500" kern="100">
                <a:latin typeface="Times New Roman" panose="02020603050405020304" pitchFamily="18" charset="0"/>
                <a:ea typeface="宋体" panose="02010600030101010101" pitchFamily="2" charset="-122"/>
              </a:rPr>
              <a:t>很有可能</a:t>
            </a:r>
            <a:r>
              <a:rPr lang="en-US" altLang="zh-CN" sz="2500" kern="100">
                <a:latin typeface="Times New Roman" panose="02020603050405020304" pitchFamily="18" charset="0"/>
                <a:ea typeface="宋体" panose="02010600030101010101" pitchFamily="2" charset="-122"/>
              </a:rPr>
              <a:t>……</a:t>
            </a:r>
            <a:r>
              <a:rPr lang="zh-CN" altLang="zh-CN" sz="2500" kern="100">
                <a:latin typeface="Times New Roman" panose="02020603050405020304" pitchFamily="18" charset="0"/>
                <a:ea typeface="宋体" panose="02010600030101010101" pitchFamily="2" charset="-122"/>
              </a:rPr>
              <a:t>会把我们引向危险之中。</a:t>
            </a:r>
            <a:endParaRPr lang="zh-CN" altLang="zh-CN" sz="2500" kern="100">
              <a:latin typeface="Times New Roman" panose="02020603050405020304" pitchFamily="18" charset="0"/>
              <a:ea typeface="宋体" panose="02010600030101010101" pitchFamily="2" charset="-122"/>
            </a:endParaRPr>
          </a:p>
          <a:p>
            <a:pPr algn="just">
              <a:lnSpc>
                <a:spcPct val="150000"/>
              </a:lnSpc>
              <a:spcAft>
                <a:spcPct val="0"/>
              </a:spcAft>
            </a:pPr>
            <a:r>
              <a:rPr lang="en-US" altLang="zh-CN" sz="2500" kern="100">
                <a:latin typeface="Times New Roman" panose="02020603050405020304" pitchFamily="18" charset="0"/>
                <a:ea typeface="宋体" panose="02010600030101010101" pitchFamily="2" charset="-122"/>
              </a:rPr>
              <a:t>(6)</a:t>
            </a:r>
            <a:r>
              <a:rPr lang="zh-CN" altLang="zh-CN" sz="2500" kern="100">
                <a:latin typeface="Times New Roman" panose="02020603050405020304" pitchFamily="18" charset="0"/>
                <a:ea typeface="宋体" panose="02010600030101010101" pitchFamily="2" charset="-122"/>
              </a:rPr>
              <a:t>给出原因或顺序</a:t>
            </a:r>
            <a:endParaRPr lang="zh-CN" altLang="zh-CN" sz="2500" kern="100">
              <a:latin typeface="Times New Roman" panose="02020603050405020304" pitchFamily="18" charset="0"/>
              <a:ea typeface="宋体" panose="02010600030101010101" pitchFamily="2" charset="-122"/>
            </a:endParaRPr>
          </a:p>
          <a:p>
            <a:pPr algn="just">
              <a:lnSpc>
                <a:spcPct val="150000"/>
              </a:lnSpc>
              <a:spcAft>
                <a:spcPct val="0"/>
              </a:spcAft>
            </a:pPr>
            <a:r>
              <a:rPr lang="en-US" altLang="zh-CN" sz="2500" kern="100">
                <a:latin typeface="Times New Roman" panose="02020603050405020304" pitchFamily="18" charset="0"/>
                <a:ea typeface="宋体" panose="02010600030101010101" pitchFamily="2" charset="-122"/>
              </a:rPr>
              <a:t>For one thing,...;for another,...</a:t>
            </a:r>
            <a:endParaRPr lang="zh-CN" altLang="zh-CN" sz="2500" kern="100">
              <a:latin typeface="Times New Roman" panose="02020603050405020304" pitchFamily="18" charset="0"/>
              <a:ea typeface="宋体" panose="02010600030101010101" pitchFamily="2" charset="-122"/>
            </a:endParaRPr>
          </a:p>
          <a:p>
            <a:pPr algn="just">
              <a:lnSpc>
                <a:spcPct val="150000"/>
              </a:lnSpc>
              <a:spcAft>
                <a:spcPct val="0"/>
              </a:spcAft>
            </a:pPr>
            <a:r>
              <a:rPr lang="en-US" altLang="zh-CN" sz="2500" kern="100">
                <a:latin typeface="Times New Roman" panose="02020603050405020304" pitchFamily="18" charset="0"/>
                <a:ea typeface="宋体" panose="02010600030101010101" pitchFamily="2" charset="-122"/>
              </a:rPr>
              <a:t>On the one hand,...;on the other hand,...</a:t>
            </a:r>
            <a:endParaRPr lang="zh-CN" altLang="zh-CN" sz="2500" kern="100">
              <a:latin typeface="Times New Roman" panose="02020603050405020304" pitchFamily="18" charset="0"/>
              <a:ea typeface="宋体" panose="02010600030101010101" pitchFamily="2" charset="-122"/>
            </a:endParaRPr>
          </a:p>
          <a:p>
            <a:pPr algn="just">
              <a:lnSpc>
                <a:spcPct val="150000"/>
              </a:lnSpc>
              <a:spcAft>
                <a:spcPct val="0"/>
              </a:spcAft>
            </a:pPr>
            <a:r>
              <a:rPr lang="zh-CN" altLang="zh-CN" sz="2500" kern="100">
                <a:latin typeface="Times New Roman" panose="02020603050405020304" pitchFamily="18" charset="0"/>
                <a:ea typeface="宋体" panose="02010600030101010101" pitchFamily="2" charset="-122"/>
              </a:rPr>
              <a:t>一方面</a:t>
            </a:r>
            <a:r>
              <a:rPr lang="en-US" altLang="zh-CN" sz="2500" kern="100">
                <a:latin typeface="Times New Roman" panose="02020603050405020304" pitchFamily="18" charset="0"/>
                <a:ea typeface="宋体" panose="02010600030101010101" pitchFamily="2" charset="-122"/>
              </a:rPr>
              <a:t>,……;</a:t>
            </a:r>
            <a:r>
              <a:rPr lang="zh-CN" altLang="zh-CN" sz="2500" kern="100">
                <a:latin typeface="Times New Roman" panose="02020603050405020304" pitchFamily="18" charset="0"/>
                <a:ea typeface="宋体" panose="02010600030101010101" pitchFamily="2" charset="-122"/>
              </a:rPr>
              <a:t>另一方面</a:t>
            </a:r>
            <a:r>
              <a:rPr lang="en-US" altLang="zh-CN" sz="2500" kern="100">
                <a:latin typeface="Times New Roman" panose="02020603050405020304" pitchFamily="18" charset="0"/>
                <a:ea typeface="宋体" panose="02010600030101010101" pitchFamily="2" charset="-122"/>
              </a:rPr>
              <a:t>,……</a:t>
            </a:r>
            <a:endParaRPr lang="zh-CN" altLang="zh-CN" sz="2500" kern="100">
              <a:latin typeface="Times New Roman" panose="02020603050405020304" pitchFamily="18" charset="0"/>
              <a:ea typeface="宋体" panose="02010600030101010101" pitchFamily="2" charset="-122"/>
            </a:endParaRPr>
          </a:p>
        </p:txBody>
      </p:sp>
    </p:spTree>
  </p:cSld>
  <p:clrMapOvr>
    <a:masterClrMapping/>
  </p:clrMapOvr>
  <p:transition/>
  <p:timing/>
</p:sld>
</file>

<file path=ppt/slides/slide11.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a:xfrm>
          <a:off x="0" y="0"/>
          <a:ext cx="0" cy="0"/>
        </a:xfrm>
      </p:grpSpPr>
      <p:sp>
        <p:nvSpPr>
          <p:cNvPr id="2" name="TextBox 1" title=""/>
          <p:cNvSpPr txBox="1"/>
          <p:nvPr/>
        </p:nvSpPr>
        <p:spPr>
          <a:xfrm>
            <a:off x="534762" y="721184"/>
            <a:ext cx="11276510" cy="3553460"/>
          </a:xfrm>
          <a:prstGeom prst="rect">
            <a:avLst/>
          </a:prstGeom>
          <a:noFill/>
        </p:spPr>
        <p:txBody>
          <a:bodyPr wrap="square" rtlCol="0">
            <a:spAutoFit/>
          </a:bodyPr>
          <a:lstStyle/>
          <a:p>
            <a:pPr algn="ctr">
              <a:lnSpc>
                <a:spcPct val="150000"/>
              </a:lnSpc>
              <a:spcAft>
                <a:spcPct val="0"/>
              </a:spcAft>
            </a:pPr>
            <a:r>
              <a:rPr lang="zh-CN" altLang="zh-CN" sz="2500" kern="100">
                <a:latin typeface="Times New Roman" panose="02020603050405020304" pitchFamily="18" charset="0"/>
                <a:ea typeface="宋体" panose="02010600030101010101" pitchFamily="2" charset="-122"/>
              </a:rPr>
              <a:t>【语篇填空】</a:t>
            </a:r>
            <a:endParaRPr lang="zh-CN" altLang="zh-CN" sz="2500" kern="100">
              <a:latin typeface="Times New Roman" panose="02020603050405020304" pitchFamily="18" charset="0"/>
              <a:ea typeface="宋体" panose="02010600030101010101" pitchFamily="2" charset="-122"/>
            </a:endParaRPr>
          </a:p>
          <a:p>
            <a:pPr indent="355600" algn="just">
              <a:lnSpc>
                <a:spcPct val="150000"/>
              </a:lnSpc>
              <a:spcAft>
                <a:spcPct val="0"/>
              </a:spcAft>
            </a:pPr>
            <a:r>
              <a:rPr lang="zh-CN" altLang="zh-CN" sz="2500" kern="100">
                <a:latin typeface="Times New Roman" panose="02020603050405020304" pitchFamily="18" charset="0"/>
                <a:ea typeface="宋体" panose="02010600030101010101" pitchFamily="2" charset="-122"/>
              </a:rPr>
              <a:t>请根据上下文填写适当的连接词</a:t>
            </a:r>
            <a:r>
              <a:rPr lang="en-US" altLang="zh-CN" sz="2500" kern="100">
                <a:latin typeface="Times New Roman" panose="02020603050405020304" pitchFamily="18" charset="0"/>
                <a:ea typeface="宋体" panose="02010600030101010101" pitchFamily="2" charset="-122"/>
              </a:rPr>
              <a:t>, </a:t>
            </a:r>
            <a:r>
              <a:rPr lang="zh-CN" altLang="zh-CN" sz="2500" kern="100">
                <a:latin typeface="Times New Roman" panose="02020603050405020304" pitchFamily="18" charset="0"/>
                <a:ea typeface="宋体" panose="02010600030101010101" pitchFamily="2" charset="-122"/>
              </a:rPr>
              <a:t>并体会其用法。</a:t>
            </a:r>
            <a:endParaRPr lang="zh-CN" altLang="zh-CN" sz="2500" kern="100">
              <a:latin typeface="Times New Roman" panose="02020603050405020304" pitchFamily="18" charset="0"/>
              <a:ea typeface="宋体" panose="02010600030101010101" pitchFamily="2" charset="-122"/>
            </a:endParaRPr>
          </a:p>
          <a:p>
            <a:pPr algn="just">
              <a:lnSpc>
                <a:spcPct val="150000"/>
              </a:lnSpc>
              <a:spcAft>
                <a:spcPct val="0"/>
              </a:spcAft>
            </a:pPr>
            <a:r>
              <a:rPr lang="en-US" altLang="zh-CN" sz="2500" kern="100">
                <a:latin typeface="Times New Roman" panose="02020603050405020304" pitchFamily="18" charset="0"/>
                <a:ea typeface="宋体" panose="02010600030101010101" pitchFamily="2" charset="-122"/>
              </a:rPr>
              <a:t>Dear Lucy,</a:t>
            </a:r>
            <a:endParaRPr lang="zh-CN" altLang="zh-CN" sz="2500" kern="100">
              <a:latin typeface="Times New Roman" panose="02020603050405020304" pitchFamily="18" charset="0"/>
              <a:ea typeface="宋体" panose="02010600030101010101" pitchFamily="2" charset="-122"/>
            </a:endParaRPr>
          </a:p>
          <a:p>
            <a:pPr>
              <a:lnSpc>
                <a:spcPct val="150000"/>
              </a:lnSpc>
              <a:spcAft>
                <a:spcPct val="0"/>
              </a:spcAft>
            </a:pPr>
            <a:r>
              <a:rPr lang="en-US" altLang="zh-CN" sz="2500" kern="100" smtClean="0">
                <a:latin typeface="Times New Roman" panose="02020603050405020304" pitchFamily="18" charset="0"/>
                <a:ea typeface="宋体" panose="02010600030101010101" pitchFamily="2" charset="-122"/>
              </a:rPr>
              <a:t>       I’m </a:t>
            </a:r>
            <a:r>
              <a:rPr lang="en-US" altLang="zh-CN" sz="2500" kern="100">
                <a:latin typeface="Times New Roman" panose="02020603050405020304" pitchFamily="18" charset="0"/>
                <a:ea typeface="宋体" panose="02010600030101010101" pitchFamily="2" charset="-122"/>
              </a:rPr>
              <a:t>sorry to hear that you are having difficulty in learning math</a:t>
            </a:r>
            <a:r>
              <a:rPr lang="en-US" altLang="zh-CN" sz="2500" kern="100" smtClean="0">
                <a:latin typeface="Times New Roman" panose="02020603050405020304" pitchFamily="18" charset="0"/>
                <a:ea typeface="宋体" panose="02010600030101010101" pitchFamily="2" charset="-122"/>
              </a:rPr>
              <a:t>.</a:t>
            </a:r>
            <a:r>
              <a:rPr lang="en-US" altLang="zh-CN" sz="2500" b="1" kern="100" smtClean="0">
                <a:uFill>
                  <a:solidFill>
                    <a:srgbClr val="000000"/>
                  </a:solidFill>
                </a:uFill>
                <a:latin typeface="Times New Roman" panose="02020603050405020304" pitchFamily="18" charset="0"/>
                <a:ea typeface="宋体" panose="02010600030101010101" pitchFamily="2" charset="-122"/>
              </a:rPr>
              <a:t>____</a:t>
            </a:r>
            <a:r>
              <a:rPr lang="en-US" altLang="zh-CN" sz="2500" kern="100" smtClean="0">
                <a:latin typeface="Times New Roman" panose="02020603050405020304" pitchFamily="18" charset="0"/>
                <a:ea typeface="宋体" panose="02010600030101010101" pitchFamily="2" charset="-122"/>
              </a:rPr>
              <a:t> </a:t>
            </a:r>
            <a:r>
              <a:rPr lang="en-US" altLang="zh-CN" sz="2500" kern="100">
                <a:latin typeface="Times New Roman" panose="02020603050405020304" pitchFamily="18" charset="0"/>
                <a:ea typeface="宋体" panose="02010600030101010101" pitchFamily="2" charset="-122"/>
              </a:rPr>
              <a:t>is </a:t>
            </a:r>
            <a:endParaRPr lang="en-US" altLang="zh-CN" sz="2500" kern="100" smtClean="0">
              <a:latin typeface="Times New Roman" panose="02020603050405020304" pitchFamily="18" charset="0"/>
              <a:ea typeface="宋体" panose="02010600030101010101" pitchFamily="2" charset="-122"/>
            </a:endParaRPr>
          </a:p>
          <a:p>
            <a:pPr>
              <a:lnSpc>
                <a:spcPct val="150000"/>
              </a:lnSpc>
              <a:spcAft>
                <a:spcPct val="0"/>
              </a:spcAft>
            </a:pPr>
            <a:r>
              <a:rPr lang="en-US" altLang="zh-CN" sz="2500" kern="100" smtClean="0">
                <a:latin typeface="Times New Roman" panose="02020603050405020304" pitchFamily="18" charset="0"/>
                <a:ea typeface="宋体" panose="02010600030101010101" pitchFamily="2" charset="-122"/>
              </a:rPr>
              <a:t>well-known </a:t>
            </a:r>
            <a:r>
              <a:rPr lang="en-US" altLang="zh-CN" sz="2500" kern="100">
                <a:latin typeface="Times New Roman" panose="02020603050405020304" pitchFamily="18" charset="0"/>
                <a:ea typeface="宋体" panose="02010600030101010101" pitchFamily="2" charset="-122"/>
              </a:rPr>
              <a:t>to us, math is playing a more and more important role in the </a:t>
            </a:r>
            <a:endParaRPr lang="en-US" altLang="zh-CN" sz="2500" kern="100" smtClean="0">
              <a:latin typeface="Times New Roman" panose="02020603050405020304" pitchFamily="18" charset="0"/>
              <a:ea typeface="宋体" panose="02010600030101010101" pitchFamily="2" charset="-122"/>
            </a:endParaRPr>
          </a:p>
          <a:p>
            <a:pPr>
              <a:lnSpc>
                <a:spcPct val="150000"/>
              </a:lnSpc>
              <a:spcAft>
                <a:spcPct val="0"/>
              </a:spcAft>
            </a:pPr>
            <a:r>
              <a:rPr lang="en-US" altLang="zh-CN" sz="2500" kern="100" smtClean="0">
                <a:latin typeface="Times New Roman" panose="02020603050405020304" pitchFamily="18" charset="0"/>
                <a:ea typeface="宋体" panose="02010600030101010101" pitchFamily="2" charset="-122"/>
              </a:rPr>
              <a:t>development </a:t>
            </a:r>
            <a:r>
              <a:rPr lang="en-US" altLang="zh-CN" sz="2500" kern="100">
                <a:latin typeface="Times New Roman" panose="02020603050405020304" pitchFamily="18" charset="0"/>
                <a:ea typeface="宋体" panose="02010600030101010101" pitchFamily="2" charset="-122"/>
              </a:rPr>
              <a:t>of science.</a:t>
            </a:r>
            <a:endParaRPr lang="zh-CN" altLang="zh-CN" sz="2500" kern="100">
              <a:latin typeface="Times New Roman" panose="02020603050405020304" pitchFamily="18" charset="0"/>
              <a:ea typeface="宋体" panose="02010600030101010101" pitchFamily="2" charset="-122"/>
            </a:endParaRPr>
          </a:p>
        </p:txBody>
      </p:sp>
      <p:sp>
        <p:nvSpPr>
          <p:cNvPr id="3" name="TextBox 2" title=""/>
          <p:cNvSpPr txBox="1"/>
          <p:nvPr/>
        </p:nvSpPr>
        <p:spPr>
          <a:xfrm>
            <a:off x="9443040" y="2562321"/>
            <a:ext cx="853626" cy="475615"/>
          </a:xfrm>
          <a:prstGeom prst="rect">
            <a:avLst/>
          </a:prstGeom>
          <a:noFill/>
        </p:spPr>
        <p:txBody>
          <a:bodyPr vert="horz" wrap="square" rtlCol="0" anchor="b" anchorCtr="1">
            <a:spAutoFit/>
          </a:bodyPr>
          <a:lstStyle/>
          <a:p>
            <a:r>
              <a:rPr lang="en-US" altLang="zh-CN" sz="2500" b="1" kern="100">
                <a:solidFill>
                  <a:srgbClr val="FF0000"/>
                </a:solidFill>
                <a:uFill>
                  <a:solidFill>
                    <a:srgbClr val="000000"/>
                  </a:solidFill>
                </a:uFill>
                <a:latin typeface="Times New Roman" panose="02020603050405020304" pitchFamily="18" charset="0"/>
                <a:ea typeface="宋体" panose="02010600030101010101" pitchFamily="2" charset="-122"/>
              </a:rPr>
              <a:t>As</a:t>
            </a:r>
            <a:endParaRPr lang="en-US" altLang="zh-CN" sz="2500" b="1" kern="100">
              <a:solidFill>
                <a:srgbClr val="FF0000"/>
              </a:solidFill>
              <a:uFill>
                <a:solidFill>
                  <a:srgbClr val="000000"/>
                </a:solidFill>
              </a:uFill>
              <a:latin typeface="Times New Roman" panose="02020603050405020304" pitchFamily="18" charset="0"/>
              <a:ea typeface="宋体" panose="0201060003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2.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a:xfrm>
          <a:off x="0" y="0"/>
          <a:ext cx="0" cy="0"/>
        </a:xfrm>
      </p:grpSpPr>
      <p:sp>
        <p:nvSpPr>
          <p:cNvPr id="2" name="TextBox 1" title=""/>
          <p:cNvSpPr txBox="1"/>
          <p:nvPr/>
        </p:nvSpPr>
        <p:spPr>
          <a:xfrm>
            <a:off x="534762" y="721184"/>
            <a:ext cx="11462514" cy="4130675"/>
          </a:xfrm>
          <a:prstGeom prst="rect">
            <a:avLst/>
          </a:prstGeom>
          <a:noFill/>
        </p:spPr>
        <p:txBody>
          <a:bodyPr wrap="square" rtlCol="0">
            <a:spAutoFit/>
          </a:bodyPr>
          <a:lstStyle/>
          <a:p>
            <a:pPr>
              <a:lnSpc>
                <a:spcPct val="150000"/>
              </a:lnSpc>
              <a:spcAft>
                <a:spcPct val="0"/>
              </a:spcAft>
            </a:pPr>
            <a:r>
              <a:rPr lang="en-US" altLang="zh-CN" sz="2500" kern="100" smtClean="0">
                <a:latin typeface="Times New Roman" panose="02020603050405020304" pitchFamily="18" charset="0"/>
                <a:ea typeface="宋体" panose="02010600030101010101" pitchFamily="2" charset="-122"/>
              </a:rPr>
              <a:t>     You’d </a:t>
            </a:r>
            <a:r>
              <a:rPr lang="en-US" altLang="zh-CN" sz="2500" kern="100">
                <a:latin typeface="Times New Roman" panose="02020603050405020304" pitchFamily="18" charset="0"/>
                <a:ea typeface="宋体" panose="02010600030101010101" pitchFamily="2" charset="-122"/>
              </a:rPr>
              <a:t>better have both feet on the ground in several </a:t>
            </a:r>
            <a:r>
              <a:rPr lang="en-US" altLang="zh-CN" sz="2500" kern="100" smtClean="0">
                <a:latin typeface="Times New Roman" panose="02020603050405020304" pitchFamily="18" charset="0"/>
                <a:ea typeface="宋体" panose="02010600030101010101" pitchFamily="2" charset="-122"/>
              </a:rPr>
              <a:t>aspects.</a:t>
            </a:r>
            <a:r>
              <a:rPr lang="en-US" altLang="zh-CN" sz="2500" b="1" kern="100" smtClean="0">
                <a:uFill>
                  <a:solidFill>
                    <a:srgbClr val="000000"/>
                  </a:solidFill>
                </a:uFill>
                <a:latin typeface="Times New Roman" panose="02020603050405020304" pitchFamily="18" charset="0"/>
                <a:ea typeface="宋体" panose="02010600030101010101" pitchFamily="2" charset="-122"/>
              </a:rPr>
              <a:t>_______</a:t>
            </a:r>
            <a:r>
              <a:rPr lang="en-US" altLang="zh-CN" sz="2500" kern="100" smtClean="0">
                <a:latin typeface="Times New Roman" panose="02020603050405020304" pitchFamily="18" charset="0"/>
                <a:ea typeface="宋体" panose="02010600030101010101" pitchFamily="2" charset="-122"/>
              </a:rPr>
              <a:t>, </a:t>
            </a:r>
            <a:r>
              <a:rPr lang="en-US" altLang="zh-CN" sz="2500" kern="100">
                <a:latin typeface="Times New Roman" panose="02020603050405020304" pitchFamily="18" charset="0"/>
                <a:ea typeface="宋体" panose="02010600030101010101" pitchFamily="2" charset="-122"/>
              </a:rPr>
              <a:t>interest is </a:t>
            </a:r>
            <a:endParaRPr lang="en-US" altLang="zh-CN" sz="2500" kern="100" smtClean="0">
              <a:latin typeface="Times New Roman" panose="02020603050405020304" pitchFamily="18" charset="0"/>
              <a:ea typeface="宋体" panose="02010600030101010101" pitchFamily="2" charset="-122"/>
            </a:endParaRPr>
          </a:p>
          <a:p>
            <a:pPr>
              <a:lnSpc>
                <a:spcPct val="150000"/>
              </a:lnSpc>
              <a:spcAft>
                <a:spcPct val="0"/>
              </a:spcAft>
            </a:pPr>
            <a:r>
              <a:rPr lang="en-US" altLang="zh-CN" sz="2500" kern="100" smtClean="0">
                <a:latin typeface="Times New Roman" panose="02020603050405020304" pitchFamily="18" charset="0"/>
                <a:ea typeface="宋体" panose="02010600030101010101" pitchFamily="2" charset="-122"/>
              </a:rPr>
              <a:t>the </a:t>
            </a:r>
            <a:r>
              <a:rPr lang="en-US" altLang="zh-CN" sz="2500" kern="100">
                <a:latin typeface="Times New Roman" panose="02020603050405020304" pitchFamily="18" charset="0"/>
                <a:ea typeface="宋体" panose="02010600030101010101" pitchFamily="2" charset="-122"/>
              </a:rPr>
              <a:t>best teacher, </a:t>
            </a:r>
            <a:r>
              <a:rPr lang="en-US" altLang="zh-CN" sz="2500" b="1" kern="100" smtClean="0">
                <a:uFill>
                  <a:solidFill>
                    <a:srgbClr val="000000"/>
                  </a:solidFill>
                </a:uFill>
                <a:latin typeface="Times New Roman" panose="02020603050405020304" pitchFamily="18" charset="0"/>
                <a:ea typeface="宋体" panose="02010600030101010101" pitchFamily="2" charset="-122"/>
              </a:rPr>
              <a:t>___</a:t>
            </a:r>
            <a:r>
              <a:rPr lang="en-US" altLang="zh-CN" sz="2500" kern="100" smtClean="0">
                <a:latin typeface="Times New Roman" panose="02020603050405020304" pitchFamily="18" charset="0"/>
                <a:ea typeface="宋体" panose="02010600030101010101" pitchFamily="2" charset="-122"/>
              </a:rPr>
              <a:t> </a:t>
            </a:r>
            <a:r>
              <a:rPr lang="en-US" altLang="zh-CN" sz="2500" kern="100">
                <a:latin typeface="Times New Roman" panose="02020603050405020304" pitchFamily="18" charset="0"/>
                <a:ea typeface="宋体" panose="02010600030101010101" pitchFamily="2" charset="-122"/>
              </a:rPr>
              <a:t>try to get interested in </a:t>
            </a:r>
            <a:r>
              <a:rPr lang="en-US" altLang="zh-CN" sz="2500" kern="100" smtClean="0">
                <a:latin typeface="Times New Roman" panose="02020603050405020304" pitchFamily="18" charset="0"/>
                <a:ea typeface="宋体" panose="02010600030101010101" pitchFamily="2" charset="-122"/>
              </a:rPr>
              <a:t>it.</a:t>
            </a:r>
            <a:r>
              <a:rPr lang="en-US" altLang="zh-CN" sz="2500" b="1" kern="100" smtClean="0">
                <a:uFill>
                  <a:solidFill>
                    <a:srgbClr val="000000"/>
                  </a:solidFill>
                </a:uFill>
                <a:latin typeface="Times New Roman" panose="02020603050405020304" pitchFamily="18" charset="0"/>
                <a:ea typeface="宋体" panose="02010600030101010101" pitchFamily="2" charset="-122"/>
              </a:rPr>
              <a:t>_________</a:t>
            </a:r>
            <a:r>
              <a:rPr lang="en-US" altLang="zh-CN" sz="2500" kern="100" smtClean="0">
                <a:latin typeface="Times New Roman" panose="02020603050405020304" pitchFamily="18" charset="0"/>
                <a:ea typeface="宋体" panose="02010600030101010101" pitchFamily="2" charset="-122"/>
              </a:rPr>
              <a:t>, </a:t>
            </a:r>
            <a:r>
              <a:rPr lang="en-US" altLang="zh-CN" sz="2500" kern="100">
                <a:latin typeface="Times New Roman" panose="02020603050405020304" pitchFamily="18" charset="0"/>
                <a:ea typeface="宋体" panose="02010600030101010101" pitchFamily="2" charset="-122"/>
              </a:rPr>
              <a:t>it’s really important to form </a:t>
            </a:r>
            <a:endParaRPr lang="en-US" altLang="zh-CN" sz="2500" kern="100" smtClean="0">
              <a:latin typeface="Times New Roman" panose="02020603050405020304" pitchFamily="18" charset="0"/>
              <a:ea typeface="宋体" panose="02010600030101010101" pitchFamily="2" charset="-122"/>
            </a:endParaRPr>
          </a:p>
          <a:p>
            <a:pPr>
              <a:lnSpc>
                <a:spcPct val="150000"/>
              </a:lnSpc>
              <a:spcAft>
                <a:spcPct val="0"/>
              </a:spcAft>
            </a:pPr>
            <a:r>
              <a:rPr lang="en-US" altLang="zh-CN" sz="2500" kern="100" smtClean="0">
                <a:latin typeface="Times New Roman" panose="02020603050405020304" pitchFamily="18" charset="0"/>
                <a:ea typeface="宋体" panose="02010600030101010101" pitchFamily="2" charset="-122"/>
              </a:rPr>
              <a:t>a </a:t>
            </a:r>
            <a:r>
              <a:rPr lang="en-US" altLang="zh-CN" sz="2500" kern="100">
                <a:latin typeface="Times New Roman" panose="02020603050405020304" pitchFamily="18" charset="0"/>
                <a:ea typeface="宋体" panose="02010600030101010101" pitchFamily="2" charset="-122"/>
              </a:rPr>
              <a:t>good habit of learning math</a:t>
            </a:r>
            <a:r>
              <a:rPr lang="en-US" altLang="zh-CN" sz="2500" kern="100" smtClean="0">
                <a:latin typeface="Times New Roman" panose="02020603050405020304" pitchFamily="18" charset="0"/>
                <a:ea typeface="宋体" panose="02010600030101010101" pitchFamily="2" charset="-122"/>
              </a:rPr>
              <a:t>.</a:t>
            </a:r>
            <a:r>
              <a:rPr lang="en-US" altLang="zh-CN" sz="2500" b="1" kern="100" smtClean="0">
                <a:uFill>
                  <a:solidFill>
                    <a:srgbClr val="000000"/>
                  </a:solidFill>
                </a:uFill>
                <a:latin typeface="Times New Roman" panose="02020603050405020304" pitchFamily="18" charset="0"/>
                <a:ea typeface="宋体" panose="02010600030101010101" pitchFamily="2" charset="-122"/>
              </a:rPr>
              <a:t>________________</a:t>
            </a:r>
            <a:r>
              <a:rPr lang="en-US" altLang="zh-CN" sz="2500" kern="100" smtClean="0">
                <a:latin typeface="Times New Roman" panose="02020603050405020304" pitchFamily="18" charset="0"/>
                <a:ea typeface="宋体" panose="02010600030101010101" pitchFamily="2" charset="-122"/>
              </a:rPr>
              <a:t>, </a:t>
            </a:r>
            <a:r>
              <a:rPr lang="en-US" altLang="zh-CN" sz="2500" kern="100">
                <a:latin typeface="Times New Roman" panose="02020603050405020304" pitchFamily="18" charset="0"/>
                <a:ea typeface="宋体" panose="02010600030101010101" pitchFamily="2" charset="-122"/>
              </a:rPr>
              <a:t>you should make every effort to </a:t>
            </a:r>
            <a:endParaRPr lang="en-US" altLang="zh-CN" sz="2500" kern="100" smtClean="0">
              <a:latin typeface="Times New Roman" panose="02020603050405020304" pitchFamily="18" charset="0"/>
              <a:ea typeface="宋体" panose="02010600030101010101" pitchFamily="2" charset="-122"/>
            </a:endParaRPr>
          </a:p>
          <a:p>
            <a:pPr>
              <a:lnSpc>
                <a:spcPct val="150000"/>
              </a:lnSpc>
              <a:spcAft>
                <a:spcPct val="0"/>
              </a:spcAft>
            </a:pPr>
            <a:r>
              <a:rPr lang="en-US" altLang="zh-CN" sz="2500" kern="100" smtClean="0">
                <a:latin typeface="Times New Roman" panose="02020603050405020304" pitchFamily="18" charset="0"/>
                <a:ea typeface="宋体" panose="02010600030101010101" pitchFamily="2" charset="-122"/>
              </a:rPr>
              <a:t>develop </a:t>
            </a:r>
            <a:r>
              <a:rPr lang="en-US" altLang="zh-CN" sz="2500" kern="100">
                <a:latin typeface="Times New Roman" panose="02020603050405020304" pitchFamily="18" charset="0"/>
                <a:ea typeface="宋体" panose="02010600030101010101" pitchFamily="2" charset="-122"/>
              </a:rPr>
              <a:t>all kinds of abilities concerning learning math. </a:t>
            </a:r>
            <a:endParaRPr lang="zh-CN" altLang="zh-CN" sz="2500" kern="100">
              <a:latin typeface="Times New Roman" panose="02020603050405020304" pitchFamily="18" charset="0"/>
              <a:ea typeface="宋体" panose="02010600030101010101" pitchFamily="2" charset="-122"/>
            </a:endParaRPr>
          </a:p>
          <a:p>
            <a:pPr>
              <a:lnSpc>
                <a:spcPct val="150000"/>
              </a:lnSpc>
              <a:spcAft>
                <a:spcPct val="0"/>
              </a:spcAft>
            </a:pPr>
            <a:r>
              <a:rPr lang="en-US" altLang="zh-CN" sz="2500" kern="100" smtClean="0">
                <a:latin typeface="Times New Roman" panose="02020603050405020304" pitchFamily="18" charset="0"/>
                <a:ea typeface="宋体" panose="02010600030101010101" pitchFamily="2" charset="-122"/>
              </a:rPr>
              <a:t>      Please </a:t>
            </a:r>
            <a:r>
              <a:rPr lang="en-US" altLang="zh-CN" sz="2500" kern="100">
                <a:latin typeface="Times New Roman" panose="02020603050405020304" pitchFamily="18" charset="0"/>
                <a:ea typeface="宋体" panose="02010600030101010101" pitchFamily="2" charset="-122"/>
              </a:rPr>
              <a:t>remember that hard work pays off.</a:t>
            </a:r>
            <a:endParaRPr lang="zh-CN" altLang="zh-CN" sz="2500" kern="100">
              <a:latin typeface="Times New Roman" panose="02020603050405020304" pitchFamily="18" charset="0"/>
              <a:ea typeface="宋体" panose="02010600030101010101" pitchFamily="2" charset="-122"/>
            </a:endParaRPr>
          </a:p>
          <a:p>
            <a:pPr algn="r">
              <a:lnSpc>
                <a:spcPct val="150000"/>
              </a:lnSpc>
              <a:spcAft>
                <a:spcPct val="0"/>
              </a:spcAft>
            </a:pPr>
            <a:r>
              <a:rPr lang="en-US" altLang="zh-CN" sz="2500" kern="100">
                <a:latin typeface="Times New Roman" panose="02020603050405020304" pitchFamily="18" charset="0"/>
                <a:ea typeface="宋体" panose="02010600030101010101" pitchFamily="2" charset="-122"/>
              </a:rPr>
              <a:t>Yours,</a:t>
            </a:r>
            <a:endParaRPr lang="zh-CN" altLang="zh-CN" sz="2500" kern="100">
              <a:latin typeface="Times New Roman" panose="02020603050405020304" pitchFamily="18" charset="0"/>
              <a:ea typeface="宋体" panose="02010600030101010101" pitchFamily="2" charset="-122"/>
            </a:endParaRPr>
          </a:p>
          <a:p>
            <a:pPr algn="r">
              <a:lnSpc>
                <a:spcPct val="150000"/>
              </a:lnSpc>
              <a:spcAft>
                <a:spcPct val="0"/>
              </a:spcAft>
            </a:pPr>
            <a:r>
              <a:rPr lang="en-US" altLang="zh-CN" sz="2500" kern="100">
                <a:latin typeface="Times New Roman" panose="02020603050405020304" pitchFamily="18" charset="0"/>
                <a:ea typeface="宋体" panose="02010600030101010101" pitchFamily="2" charset="-122"/>
              </a:rPr>
              <a:t>Li Hua</a:t>
            </a:r>
            <a:endParaRPr lang="zh-CN" altLang="zh-CN" sz="2500" kern="100">
              <a:latin typeface="Times New Roman" panose="02020603050405020304" pitchFamily="18" charset="0"/>
              <a:ea typeface="宋体" panose="02010600030101010101" pitchFamily="2" charset="-122"/>
            </a:endParaRPr>
          </a:p>
        </p:txBody>
      </p:sp>
      <p:sp>
        <p:nvSpPr>
          <p:cNvPr id="5" name="TextBox 4" title=""/>
          <p:cNvSpPr txBox="1"/>
          <p:nvPr/>
        </p:nvSpPr>
        <p:spPr>
          <a:xfrm>
            <a:off x="8672450" y="780334"/>
            <a:ext cx="1557786" cy="475615"/>
          </a:xfrm>
          <a:prstGeom prst="rect">
            <a:avLst/>
          </a:prstGeom>
          <a:noFill/>
        </p:spPr>
        <p:txBody>
          <a:bodyPr vert="horz" wrap="square" rtlCol="0" anchor="b" anchorCtr="1">
            <a:spAutoFit/>
          </a:bodyPr>
          <a:lstStyle/>
          <a:p>
            <a:r>
              <a:rPr lang="en-US" altLang="zh-CN" sz="2500" b="1" kern="100">
                <a:solidFill>
                  <a:srgbClr val="FF0000"/>
                </a:solidFill>
                <a:uFill>
                  <a:solidFill>
                    <a:srgbClr val="000000"/>
                  </a:solidFill>
                </a:uFill>
                <a:latin typeface="Times New Roman" panose="02020603050405020304" pitchFamily="18" charset="0"/>
                <a:ea typeface="宋体" panose="02010600030101010101" pitchFamily="2" charset="-122"/>
              </a:rPr>
              <a:t>Firstly</a:t>
            </a:r>
            <a:endParaRPr lang="en-US" altLang="zh-CN" sz="2500" b="1" kern="100">
              <a:solidFill>
                <a:srgbClr val="FF0000"/>
              </a:solidFill>
              <a:uFill>
                <a:solidFill>
                  <a:srgbClr val="000000"/>
                </a:solidFill>
              </a:uFill>
              <a:latin typeface="Times New Roman" panose="02020603050405020304" pitchFamily="18" charset="0"/>
              <a:ea typeface="宋体" panose="02010600030101010101" pitchFamily="2" charset="-122"/>
            </a:endParaRPr>
          </a:p>
        </p:txBody>
      </p:sp>
      <p:sp>
        <p:nvSpPr>
          <p:cNvPr id="6" name="TextBox 5" title=""/>
          <p:cNvSpPr txBox="1"/>
          <p:nvPr/>
        </p:nvSpPr>
        <p:spPr>
          <a:xfrm>
            <a:off x="2707542" y="1361597"/>
            <a:ext cx="653305" cy="475615"/>
          </a:xfrm>
          <a:prstGeom prst="rect">
            <a:avLst/>
          </a:prstGeom>
          <a:noFill/>
        </p:spPr>
        <p:txBody>
          <a:bodyPr vert="horz" wrap="square" rtlCol="0" anchor="b" anchorCtr="1">
            <a:spAutoFit/>
          </a:bodyPr>
          <a:lstStyle/>
          <a:p>
            <a:r>
              <a:rPr lang="en-US" altLang="zh-CN" sz="2500" b="1" kern="100">
                <a:solidFill>
                  <a:srgbClr val="FF0000"/>
                </a:solidFill>
                <a:uFill>
                  <a:solidFill>
                    <a:srgbClr val="000000"/>
                  </a:solidFill>
                </a:uFill>
                <a:latin typeface="Times New Roman" panose="02020603050405020304" pitchFamily="18" charset="0"/>
                <a:ea typeface="宋体" panose="02010600030101010101" pitchFamily="2" charset="-122"/>
              </a:rPr>
              <a:t>so</a:t>
            </a:r>
            <a:endParaRPr lang="en-US" altLang="zh-CN" sz="2500" b="1" kern="100">
              <a:solidFill>
                <a:srgbClr val="FF0000"/>
              </a:solidFill>
              <a:uFill>
                <a:solidFill>
                  <a:srgbClr val="000000"/>
                </a:solidFill>
              </a:uFill>
              <a:latin typeface="Times New Roman" panose="02020603050405020304" pitchFamily="18" charset="0"/>
              <a:ea typeface="宋体" panose="02010600030101010101" pitchFamily="2" charset="-122"/>
            </a:endParaRPr>
          </a:p>
        </p:txBody>
      </p:sp>
      <p:sp>
        <p:nvSpPr>
          <p:cNvPr id="7" name="TextBox 6" title=""/>
          <p:cNvSpPr txBox="1"/>
          <p:nvPr/>
        </p:nvSpPr>
        <p:spPr>
          <a:xfrm>
            <a:off x="6276232" y="1361597"/>
            <a:ext cx="2025622" cy="475615"/>
          </a:xfrm>
          <a:prstGeom prst="rect">
            <a:avLst/>
          </a:prstGeom>
          <a:noFill/>
        </p:spPr>
        <p:txBody>
          <a:bodyPr vert="horz" wrap="square" rtlCol="0" anchor="b" anchorCtr="1">
            <a:spAutoFit/>
          </a:bodyPr>
          <a:lstStyle/>
          <a:p>
            <a:r>
              <a:rPr lang="en-US" altLang="zh-CN" sz="2500" b="1" kern="100">
                <a:solidFill>
                  <a:srgbClr val="FF0000"/>
                </a:solidFill>
                <a:uFill>
                  <a:solidFill>
                    <a:srgbClr val="000000"/>
                  </a:solidFill>
                </a:uFill>
                <a:latin typeface="Times New Roman" panose="02020603050405020304" pitchFamily="18" charset="0"/>
                <a:ea typeface="宋体" panose="02010600030101010101" pitchFamily="2" charset="-122"/>
              </a:rPr>
              <a:t>Secondly</a:t>
            </a:r>
            <a:endParaRPr lang="en-US" altLang="zh-CN" sz="2500" b="1" kern="100">
              <a:solidFill>
                <a:srgbClr val="FF0000"/>
              </a:solidFill>
              <a:uFill>
                <a:solidFill>
                  <a:srgbClr val="000000"/>
                </a:solidFill>
              </a:uFill>
              <a:latin typeface="Times New Roman" panose="02020603050405020304" pitchFamily="18" charset="0"/>
              <a:ea typeface="宋体" panose="02010600030101010101" pitchFamily="2" charset="-122"/>
            </a:endParaRPr>
          </a:p>
        </p:txBody>
      </p:sp>
      <p:sp>
        <p:nvSpPr>
          <p:cNvPr id="8" name="TextBox 7" title=""/>
          <p:cNvSpPr txBox="1"/>
          <p:nvPr/>
        </p:nvSpPr>
        <p:spPr>
          <a:xfrm>
            <a:off x="3987210" y="1942860"/>
            <a:ext cx="3697350" cy="475615"/>
          </a:xfrm>
          <a:prstGeom prst="rect">
            <a:avLst/>
          </a:prstGeom>
          <a:noFill/>
        </p:spPr>
        <p:txBody>
          <a:bodyPr vert="horz" wrap="square" rtlCol="0" anchor="b" anchorCtr="1">
            <a:spAutoFit/>
          </a:bodyPr>
          <a:lstStyle/>
          <a:p>
            <a:r>
              <a:rPr lang="en-US" altLang="zh-CN" sz="2500" b="1" kern="100">
                <a:solidFill>
                  <a:srgbClr val="FF0000"/>
                </a:solidFill>
                <a:uFill>
                  <a:solidFill>
                    <a:srgbClr val="000000"/>
                  </a:solidFill>
                </a:uFill>
                <a:latin typeface="Times New Roman" panose="02020603050405020304" pitchFamily="18" charset="0"/>
                <a:ea typeface="宋体" panose="02010600030101010101" pitchFamily="2" charset="-122"/>
              </a:rPr>
              <a:t>Last but not least</a:t>
            </a:r>
            <a:endParaRPr lang="en-US" altLang="zh-CN" sz="2500" b="1" kern="100">
              <a:solidFill>
                <a:srgbClr val="FF0000"/>
              </a:solidFill>
              <a:uFill>
                <a:solidFill>
                  <a:srgbClr val="000000"/>
                </a:solidFill>
              </a:uFill>
              <a:latin typeface="Times New Roman" panose="02020603050405020304" pitchFamily="18" charset="0"/>
              <a:ea typeface="宋体" panose="0201060003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P spid="8" grpId="0"/>
    </p:bldLst>
  </p:timing>
</p:sld>
</file>

<file path=ppt/tags/tag1.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1**"/>
  <p:tag name="KSO_WM_UNIT_LAYERLEVEL" val="1"/>
</p:tagLst>
</file>

<file path=ppt/tags/tag2.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1**"/>
  <p:tag name="KSO_WM_UNIT_LAYERLEVEL" val="1"/>
</p:tagLst>
</file>

<file path=ppt/tags/tag3.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1**"/>
  <p:tag name="KSO_WM_UNIT_LAYERLEVEL" val="1"/>
</p:tagLst>
</file>

<file path=ppt/tags/tag4.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1**"/>
  <p:tag name="KSO_WM_UNIT_LAYERLEVEL" val="1"/>
</p:tagLst>
</file>

<file path=ppt/tags/tag5.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1**"/>
  <p:tag name="KSO_WM_UNIT_LAYERLEVEL" val="1"/>
</p:tagLst>
</file>

<file path=ppt/tags/tag6.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2**"/>
  <p:tag name="KSO_WM_UNIT_LAYERLEVEL" val="1"/>
</p:tagLst>
</file>

<file path=ppt/tags/tag7.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2**"/>
  <p:tag name="KSO_WM_UNIT_LAYERLEVEL" val="1"/>
</p:tagLst>
</file>

<file path=ppt/tags/tag8.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2**"/>
  <p:tag name="KSO_WM_UNIT_LAYERLEVEL" val="1"/>
</p:tagLst>
</file>

<file path=ppt/tags/tag9.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2**"/>
  <p:tag name="KSO_WM_UNIT_LAYERLEVEL" val="1"/>
</p:tagLst>
</file>

<file path=ppt/tags/tag10.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2**"/>
  <p:tag name="KSO_WM_UNIT_LAYERLEVEL" val="1"/>
</p:tagLst>
</file>

<file path=ppt/tags/tag11.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3**"/>
  <p:tag name="KSO_WM_UNIT_LAYERLEVEL" val="1"/>
</p:tagLst>
</file>

<file path=ppt/tags/tag12.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3**"/>
  <p:tag name="KSO_WM_UNIT_LAYERLEVEL" val="1"/>
</p:tagLst>
</file>

<file path=ppt/tags/tag13.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3**"/>
  <p:tag name="KSO_WM_UNIT_LAYERLEVEL" val="1"/>
</p:tagLst>
</file>

<file path=ppt/tags/tag14.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3**"/>
  <p:tag name="KSO_WM_UNIT_LAYERLEVEL" val="1"/>
</p:tagLst>
</file>

<file path=ppt/tags/tag15.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3**"/>
  <p:tag name="KSO_WM_UNIT_LAYERLEVEL" val="1"/>
</p:tagLst>
</file>

<file path=ppt/tags/tag16.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4**"/>
  <p:tag name="KSO_WM_UNIT_LAYERLEVEL" val="1"/>
</p:tagLst>
</file>

<file path=ppt/tags/tag17.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4**"/>
  <p:tag name="KSO_WM_UNIT_LAYERLEVEL" val="1"/>
</p:tagLst>
</file>

<file path=ppt/tags/tag18.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4**"/>
  <p:tag name="KSO_WM_UNIT_LAYERLEVEL" val="1"/>
</p:tagLst>
</file>

<file path=ppt/tags/tag19.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4**"/>
  <p:tag name="KSO_WM_UNIT_LAYERLEVEL" val="1"/>
</p:tagLst>
</file>

<file path=ppt/tags/tag20.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4**"/>
  <p:tag name="KSO_WM_UNIT_LAYERLEVEL" val="1"/>
</p:tagLst>
</file>

<file path=ppt/tags/tag21.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4**"/>
  <p:tag name="KSO_WM_UNIT_LAYERLEVEL" val="1"/>
</p:tagLst>
</file>

<file path=ppt/tags/tag22.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5**"/>
  <p:tag name="KSO_WM_UNIT_LAYERLEVEL" val="1"/>
</p:tagLst>
</file>

<file path=ppt/tags/tag23.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5**"/>
  <p:tag name="KSO_WM_UNIT_LAYERLEVEL" val="1"/>
</p:tagLst>
</file>

<file path=ppt/tags/tag24.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5**"/>
  <p:tag name="KSO_WM_UNIT_LAYERLEVEL" val="1"/>
</p:tagLst>
</file>

<file path=ppt/tags/tag25.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5**"/>
  <p:tag name="KSO_WM_UNIT_LAYERLEVEL" val="1"/>
</p:tagLst>
</file>

<file path=ppt/tags/tag26.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5**"/>
  <p:tag name="KSO_WM_UNIT_LAYERLEVEL" val="1"/>
</p:tagLst>
</file>

<file path=ppt/tags/tag27.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5**"/>
  <p:tag name="KSO_WM_UNIT_LAYERLEVEL" val="1"/>
</p:tagLst>
</file>

<file path=ppt/tags/tag28.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5**"/>
  <p:tag name="KSO_WM_UNIT_LAYERLEVEL" val="1"/>
</p:tagLst>
</file>

<file path=ppt/tags/tag29.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5**"/>
  <p:tag name="KSO_WM_UNIT_LAYERLEVEL" val="1"/>
</p:tagLst>
</file>

<file path=ppt/tags/tag30.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6**"/>
  <p:tag name="KSO_WM_UNIT_LAYERLEVEL" val="1"/>
</p:tagLst>
</file>

<file path=ppt/tags/tag31.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6**"/>
  <p:tag name="KSO_WM_UNIT_LAYERLEVEL" val="1"/>
</p:tagLst>
</file>

<file path=ppt/tags/tag32.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6**"/>
  <p:tag name="KSO_WM_UNIT_LAYERLEVEL" val="1"/>
</p:tagLst>
</file>

<file path=ppt/tags/tag33.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6**"/>
  <p:tag name="KSO_WM_UNIT_LAYERLEVEL" val="1"/>
</p:tagLst>
</file>

<file path=ppt/tags/tag34.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7**"/>
  <p:tag name="KSO_WM_UNIT_LAYERLEVEL" val="1"/>
</p:tagLst>
</file>

<file path=ppt/tags/tag35.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7**"/>
  <p:tag name="KSO_WM_UNIT_LAYERLEVEL" val="1"/>
</p:tagLst>
</file>

<file path=ppt/tags/tag36.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7**"/>
  <p:tag name="KSO_WM_UNIT_LAYERLEVEL" val="1"/>
</p:tagLst>
</file>

<file path=ppt/tags/tag37.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8**"/>
  <p:tag name="KSO_WM_UNIT_LAYERLEVEL" val="1"/>
</p:tagLst>
</file>

<file path=ppt/tags/tag38.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8**"/>
  <p:tag name="KSO_WM_UNIT_LAYERLEVEL" val="1"/>
</p:tagLst>
</file>

<file path=ppt/tags/tag39.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8**"/>
  <p:tag name="KSO_WM_UNIT_LAYERLEVEL" val="1"/>
</p:tagLst>
</file>

<file path=ppt/tags/tag40.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8**"/>
  <p:tag name="KSO_WM_UNIT_LAYERLEVEL" val="1"/>
</p:tagLst>
</file>

<file path=ppt/tags/tag41.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8**"/>
  <p:tag name="KSO_WM_UNIT_LAYERLEVEL" val="1"/>
</p:tagLst>
</file>

<file path=ppt/tags/tag42.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8**"/>
  <p:tag name="KSO_WM_UNIT_LAYERLEVEL" val="1"/>
</p:tagLst>
</file>

<file path=ppt/tags/tag43.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9**"/>
  <p:tag name="KSO_WM_UNIT_LAYERLEVEL" val="1"/>
</p:tagLst>
</file>

<file path=ppt/tags/tag44.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9**"/>
  <p:tag name="KSO_WM_UNIT_LAYERLEVEL" val="1"/>
</p:tagLst>
</file>

<file path=ppt/tags/tag45.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9**"/>
  <p:tag name="KSO_WM_UNIT_LAYERLEVEL" val="1"/>
</p:tagLst>
</file>

<file path=ppt/tags/tag46.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9**"/>
  <p:tag name="KSO_WM_UNIT_LAYERLEVEL" val="1"/>
</p:tagLst>
</file>

<file path=ppt/tags/tag47.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9**"/>
  <p:tag name="KSO_WM_UNIT_LAYERLEVEL" val="1"/>
</p:tagLst>
</file>

<file path=ppt/tags/tag48.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10**"/>
  <p:tag name="KSO_WM_UNIT_LAYERLEVEL" val="1"/>
</p:tagLst>
</file>

<file path=ppt/tags/tag49.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10**"/>
  <p:tag name="KSO_WM_UNIT_LAYERLEVEL" val="1"/>
</p:tagLst>
</file>

<file path=ppt/tags/tag50.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10**"/>
  <p:tag name="KSO_WM_UNIT_LAYERLEVEL" val="1"/>
</p:tagLst>
</file>

<file path=ppt/tags/tag51.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10**"/>
  <p:tag name="KSO_WM_UNIT_LAYERLEVEL" val="1"/>
</p:tagLst>
</file>

<file path=ppt/tags/tag52.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11**"/>
  <p:tag name="KSO_WM_UNIT_LAYERLEVEL" val="1"/>
</p:tagLst>
</file>

<file path=ppt/tags/tag53.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11**"/>
  <p:tag name="KSO_WM_UNIT_LAYERLEVEL" val="1"/>
</p:tagLst>
</file>

<file path=ppt/tags/tag54.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11**"/>
  <p:tag name="KSO_WM_UNIT_LAYERLEVEL" val="1"/>
</p:tagLst>
</file>

<file path=ppt/tags/tag55.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11**"/>
  <p:tag name="KSO_WM_UNIT_LAYERLEVEL" val="1"/>
</p:tagLst>
</file>

<file path=ppt/tags/tag56.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11**"/>
  <p:tag name="KSO_WM_UNIT_LAYERLEVEL" val="1"/>
</p:tagLst>
</file>

<file path=ppt/tags/tag57.xml><?xml version="1.0" encoding="utf-8"?>
<p:tagLst xmlns:p="http://schemas.openxmlformats.org/presentationml/2006/main">
  <p:tag name="KSO_WM_BEAUTIFY_FLAG" val="#wm#"/>
  <p:tag name="KSO_WM_TAG_VERSION" val="1.0"/>
  <p:tag name="KSO_WM_TEMPLATE_CATEGORY" val="custom"/>
  <p:tag name="KSO_WM_TEMPLATE_INDEX" val="20205081"/>
  <p:tag name="KSO_WM_UNIT_COMPATIBLE" val="0"/>
  <p:tag name="KSO_WM_UNIT_DIAGRAM_ISNUMVISUAL" val="0"/>
  <p:tag name="KSO_WM_UNIT_DIAGRAM_ISREFERUNIT" val="0"/>
  <p:tag name="KSO_WM_UNIT_HIGHLIGHT" val="0"/>
  <p:tag name="KSO_WM_UNIT_ID" val="_0**"/>
  <p:tag name="KSO_WM_UNIT_LAYERLEVEL" val="1"/>
</p:tagLst>
</file>

<file path=ppt/tags/tag58.xml><?xml version="1.0" encoding="utf-8"?>
<p:tagLst xmlns:p="http://schemas.openxmlformats.org/presentationml/2006/main">
  <p:tag name="KSO_WM_BEAUTIFY_FLAG" val="#wm#"/>
  <p:tag name="KSO_WM_TAG_VERSION" val="1.0"/>
  <p:tag name="KSO_WM_TEMPLATE_CATEGORY" val="custom"/>
  <p:tag name="KSO_WM_TEMPLATE_INDEX" val="20205081"/>
  <p:tag name="KSO_WM_UNIT_COMPATIBLE" val="0"/>
  <p:tag name="KSO_WM_UNIT_DIAGRAM_ISNUMVISUAL" val="0"/>
  <p:tag name="KSO_WM_UNIT_DIAGRAM_ISREFERUNIT" val="0"/>
  <p:tag name="KSO_WM_UNIT_HIGHLIGHT" val="0"/>
  <p:tag name="KSO_WM_UNIT_ID" val="_0**"/>
  <p:tag name="KSO_WM_UNIT_LAYERLEVEL" val="1"/>
</p:tagLst>
</file>

<file path=ppt/tags/tag59.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0**"/>
  <p:tag name="KSO_WM_UNIT_LAYERLEVEL" val="1"/>
</p:tagLst>
</file>

<file path=ppt/tags/tag60.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0**"/>
  <p:tag name="KSO_WM_UNIT_LAYERLEVEL" val="1"/>
</p:tagLst>
</file>

<file path=ppt/tags/tag61.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0**"/>
  <p:tag name="KSO_WM_UNIT_LAYERLEVEL" val="1"/>
</p:tagLst>
</file>

<file path=ppt/tags/tag62.xml><?xml version="1.0" encoding="utf-8"?>
<p:tagLst xmlns:p="http://schemas.openxmlformats.org/presentationml/2006/main">
  <p:tag name="KSO_WM_BEAUTIFY_FLAG" val="#wm#"/>
  <p:tag name="KSO_WM_TAG_VERSION" val="1.0"/>
  <p:tag name="KSO_WM_TEMPLATE_CATEGORY" val="custom"/>
  <p:tag name="KSO_WM_TEMPLATE_COLOR_TYPE" val="1"/>
  <p:tag name="KSO_WM_TEMPLATE_INDEX" val="20205081"/>
  <p:tag name="KSO_WM_TEMPLATE_MASTER_TYPE" val="0"/>
  <p:tag name="KSO_WM_TEMPLATE_SUBCATEGORY" val="19"/>
  <p:tag name="KSO_WM_TEMPLATE_THUMBS_INDEX" val="1、4、7、12、13、14、15、16、17、18、20、24、25、28、33、36、40、43、44"/>
  <p:tag name="KSO_WM_UNIT_SHOW_EDIT_AREA_INDICATION" val="1"/>
</p:tagLst>
</file>

<file path=ppt/tags/tag63.xml><?xml version="1.0" encoding="utf-8"?>
<p:tagLst xmlns:p="http://schemas.openxmlformats.org/presentationml/2006/main">
  <p:tag name="KSO_WM_BEAUTIFY_FLAG" val="#wm#"/>
  <p:tag name="KSO_WM_TAG_VERSION" val="1.0"/>
  <p:tag name="KSO_WM_TEMPLATE_CATEGORY" val="custom"/>
  <p:tag name="KSO_WM_TEMPLATE_INDEX" val="20205081"/>
  <p:tag name="KSO_WM_UNIT_COMPATIBLE" val="0"/>
  <p:tag name="KSO_WM_UNIT_DIAGRAM_ISNUMVISUAL" val="0"/>
  <p:tag name="KSO_WM_UNIT_DIAGRAM_ISREFERUNIT" val="0"/>
  <p:tag name="KSO_WM_UNIT_HIGHLIGHT" val="0"/>
  <p:tag name="KSO_WM_UNIT_ID" val="custom20205081_1*b*1"/>
  <p:tag name="KSO_WM_UNIT_INDEX" val="1"/>
  <p:tag name="KSO_WM_UNIT_ISCONTENTSTITLE" val="0"/>
  <p:tag name="KSO_WM_UNIT_ISNUMDGMTITLE" val="0"/>
  <p:tag name="KSO_WM_UNIT_LAYERLEVEL" val="1"/>
  <p:tag name="KSO_WM_UNIT_NOCLEAR" val="0"/>
  <p:tag name="KSO_WM_UNIT_SHOW_EDIT_AREA_INDICATION" val="1"/>
  <p:tag name="KSO_WM_UNIT_TYPE" val="b"/>
  <p:tag name="KSO_WM_UNIT_VALUE" val="111"/>
</p:tagLst>
</file>

<file path=ppt/tags/tag64.xml><?xml version="1.0" encoding="utf-8"?>
<p:tagLst xmlns:p="http://schemas.openxmlformats.org/presentationml/2006/main">
  <p:tag name="KSO_WM_BEAUTIFY_FLAG" val="#wm#"/>
  <p:tag name="KSO_WM_SLIDE_ID" val="custom20205081_1"/>
  <p:tag name="KSO_WM_SLIDE_INDEX" val="1"/>
  <p:tag name="KSO_WM_SLIDE_ITEM_CNT" val="0"/>
  <p:tag name="KSO_WM_SLIDE_LAYOUT" val="a_b"/>
  <p:tag name="KSO_WM_SLIDE_LAYOUT_CNT" val="1_1"/>
  <p:tag name="KSO_WM_SLIDE_SUBTYPE" val="defaultBlank"/>
  <p:tag name="KSO_WM_SLIDE_TYPE" val="title"/>
  <p:tag name="KSO_WM_TAG_VERSION" val="1.0"/>
  <p:tag name="KSO_WM_TEMPLATE_CATEGORY" val="custom"/>
  <p:tag name="KSO_WM_TEMPLATE_COLOR_TYPE" val="1"/>
  <p:tag name="KSO_WM_TEMPLATE_INDEX" val="20205081"/>
  <p:tag name="KSO_WM_TEMPLATE_MASTER_TYPE" val="0"/>
  <p:tag name="KSO_WM_TEMPLATE_SUBCATEGORY" val="19"/>
  <p:tag name="KSO_WM_TEMPLATE_THUMBS_INDEX" val="1、4、7、12、13、14、15、16、17、18、20、24、25、28、33、36、40、43、44"/>
  <p:tag name="KSO_WM_UNIT_SHOW_EDIT_AREA_INDICATION" val="1"/>
</p:tagLst>
</file>

<file path=ppt/tags/tag65.xml><?xml version="1.0" encoding="utf-8"?>
<p:tagLst xmlns:p="http://schemas.openxmlformats.org/presentationml/2006/main">
  <p:tag name="AS_OS" val="Unix 3.10 unknown"/>
  <p:tag name="AS_RELEASE_DATE" val="2023.03.31"/>
  <p:tag name="AS_TITLE" val="Aspose.Slides for Java"/>
  <p:tag name="AS_VERSION" val="23.3"/>
  <p:tag name="COMMONDATA" val="eyJoZGlkIjoiZjgyZmZhYjFlODliMjVlMjhmZmU1Y2ZlZmViZTBiYWYifQ=="/>
</p:tagLst>
</file>

<file path=ppt/theme/theme1.xml><?xml version="1.0" encoding="utf-8"?>
<a:theme xmlns:r="http://schemas.openxmlformats.org/officeDocument/2006/relationships"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Arial"/>
        <a:ea typeface="微软雅黑"/>
        <a:cs typeface="Arial"/>
      </a:majorFont>
      <a:minorFont>
        <a:latin typeface="Arial"/>
        <a:ea typeface="微软雅黑"/>
        <a:cs typeface="Arial"/>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r="http://schemas.openxmlformats.org/officeDocument/2006/relationships"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Calibri Light"/>
        <a:cs typeface="Arial"/>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Calibri"/>
        <a:cs typeface="Arial"/>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r="http://schemas.openxmlformats.org/officeDocument/2006/relationships"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Calibri Light"/>
        <a:cs typeface="Arial"/>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Calibri"/>
        <a:cs typeface="Arial"/>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vt="http://schemas.openxmlformats.org/officeDocument/2006/docPropsVTypes" xmlns="http://schemas.openxmlformats.org/officeDocument/2006/extended-properties">
  <Company>学科网</Company>
  <Paragraphs>71</Paragraphs>
  <Slides>12</Slides>
  <Notes>11</Notes>
  <TotalTime>0</TotalTime>
  <HiddenSlides>0</HiddenSlides>
  <MMClips>0</MMClips>
  <ScaleCrop>0</ScaleCrop>
  <HeadingPairs>
    <vt:vector baseType="variant" size="6">
      <vt:variant>
        <vt:lpstr>Fonts used</vt:lpstr>
      </vt:variant>
      <vt:variant>
        <vt:i4>7</vt:i4>
      </vt:variant>
      <vt:variant>
        <vt:lpstr>Theme</vt:lpstr>
      </vt:variant>
      <vt:variant>
        <vt:i4>1</vt:i4>
      </vt:variant>
      <vt:variant>
        <vt:lpstr>Slide Titles</vt:lpstr>
      </vt:variant>
      <vt:variant>
        <vt:i4>12</vt:i4>
      </vt:variant>
    </vt:vector>
  </HeadingPairs>
  <TitlesOfParts>
    <vt:vector baseType="lpstr" size="20">
      <vt:lpstr>Arial</vt:lpstr>
      <vt:lpstr>微软雅黑</vt:lpstr>
      <vt:lpstr>Wingdings</vt:lpstr>
      <vt:lpstr>Calibri Light</vt:lpstr>
      <vt:lpstr>Calibri</vt:lpstr>
      <vt:lpstr>Times New Roman</vt:lpstr>
      <vt:lpstr>宋体</vt:lpstr>
      <vt:lpstr>WPS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0</LinksUpToDate>
  <SharedDoc>0</SharedDoc>
  <HyperlinksChanged>0</HyperlinksChanged>
  <Application>Aspose.Slides for Java</Application>
  <AppVersion>23.0300</AppVersion>
</Properties>
</file>

<file path=docProps/core.xml><?xml version="1.0" encoding="utf-8"?>
<cp:coreProperties xmlns:dc="http://purl.org/dc/elements/1.1/" xmlns:dcterms="http://purl.org/dc/terms/" xmlns:dcmitype="http://purl.org/dc/dcmitype/" xmlns:xsi="http://www.w3.org/2001/XMLSchema-instance" xmlns:cp="http://schemas.openxmlformats.org/package/2006/metadata/core-properties">
  <dc:creator>rbm.xkw.com</dc:creator>
  <cp:revision>1</cp:revision>
  <cp:lastPrinted>2024-05-29T16:38:05.005</cp:lastPrinted>
  <dcterms:created xsi:type="dcterms:W3CDTF">2024-05-29T16:38:05Z</dcterms:created>
  <dcterms:modified xsi:type="dcterms:W3CDTF">2024-05-29T08:38:05Z</dcterms:modified>
</cp:coreProperties>
</file>

<file path=docProps/custom.xml><?xml version="1.0" encoding="utf-8"?>
<Properties xmlns:vt="http://schemas.openxmlformats.org/officeDocument/2006/docPropsVTypes" xmlns="http://schemas.openxmlformats.org/officeDocument/2006/custom-properties">
  <property fmtid="{D5CDD505-2E9C-101B-9397-08002B2CF9AE}" pid="2" name="album">
    <vt:lpwstr>rbm.xkw.com</vt:lpwstr>
  </property>
  <property fmtid="{D5CDD505-2E9C-101B-9397-08002B2CF9AE}" pid="3" name="author">
    <vt:lpwstr>rbm.xkw.com</vt:lpwstr>
  </property>
  <property fmtid="{D5CDD505-2E9C-101B-9397-08002B2CF9AE}" pid="4" name="company">
    <vt:lpwstr>学科网</vt:lpwstr>
  </property>
  <property fmtid="{D5CDD505-2E9C-101B-9397-08002B2CF9AE}" pid="5" name="copyright">
    <vt:lpwstr>学科网版权所有</vt:lpwstr>
  </property>
</Properties>
</file>