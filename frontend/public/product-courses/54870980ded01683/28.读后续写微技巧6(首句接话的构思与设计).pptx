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theme/themeOverride10.xml" ContentType="application/vnd.openxmlformats-officedocument.themeOverride+xml"/>
  <Override PartName="/ppt/theme/themeOverride11.xml" ContentType="application/vnd.openxmlformats-officedocument.themeOverride+xml"/>
  <Override PartName="/ppt/theme/themeOverride12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ppt/theme/themeOverride6.xml" ContentType="application/vnd.openxmlformats-officedocument.themeOverride+xml"/>
  <Override PartName="/ppt/theme/themeOverride7.xml" ContentType="application/vnd.openxmlformats-officedocument.themeOverride+xml"/>
  <Override PartName="/ppt/theme/themeOverride8.xml" ContentType="application/vnd.openxmlformats-officedocument.themeOverride+xml"/>
  <Override PartName="/ppt/theme/themeOverride9.xml" ContentType="application/vnd.openxmlformats-officedocument.themeOverrid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Relationship Id="rId5" Type="http://schemas.openxmlformats.org/officeDocument/2006/relationships/custom-properties" Target="docProps/custom.xml" /></Relationships>
</file>

<file path=ppt/presentation.xml><?xml version="1.0" encoding="utf-8"?>
<!--Generated by Aspose.Slides for Java 23.3-->
<p:presentation xmlns:r="http://schemas.openxmlformats.org/officeDocument/2006/relationships" xmlns:a="http://schemas.openxmlformats.org/drawingml/2006/main" xmlns:p="http://schemas.openxmlformats.org/presentationml/2006/main">
  <p:sldMasterIdLst>
    <p:sldMasterId id="2147483648" r:id="rId1"/>
  </p:sldMasterIdLst>
  <p:notesMasterIdLst>
    <p:notesMasterId r:id="rId2"/>
  </p:notesMasterIdLst>
  <p:handoutMasterIdLst>
    <p:handoutMasterId r:id="rId3"/>
  </p:handoutMasterIdLst>
  <p:sldIdLst>
    <p:sldId id="499" r:id="rId4"/>
    <p:sldId id="459" r:id="rId5"/>
    <p:sldId id="403" r:id="rId6"/>
    <p:sldId id="460" r:id="rId7"/>
    <p:sldId id="461" r:id="rId8"/>
    <p:sldId id="462" r:id="rId9"/>
    <p:sldId id="463" r:id="rId10"/>
    <p:sldId id="464" r:id="rId11"/>
    <p:sldId id="465" r:id="rId12"/>
    <p:sldId id="466" r:id="rId13"/>
    <p:sldId id="467" r:id="rId14"/>
    <p:sldId id="468" r:id="rId15"/>
    <p:sldId id="469" r:id="rId16"/>
  </p:sldIdLst>
  <p:sldSz cx="12192000" cy="6858000"/>
  <p:notesSz cx="6858000" cy="9144000"/>
  <p:custDataLst>
    <p:tags r:id="rId1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商务蓝" id="{A7744A2F-CC9A-4479-8F1A-598DD6CA1956}">
          <p14:sldIdLst>
            <p14:sldId id="499"/>
            <p14:sldId id="459"/>
            <p14:sldId id="403"/>
            <p14:sldId id="460"/>
            <p14:sldId id="461"/>
            <p14:sldId id="462"/>
            <p14:sldId id="463"/>
            <p14:sldId id="464"/>
            <p14:sldId id="465"/>
            <p14:sldId id="466"/>
            <p14:sldId id="467"/>
            <p14:sldId id="468"/>
            <p14:sldId id="46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4" userDrawn="1">
          <p15:clr>
            <a:srgbClr val="A4A3A4"/>
          </p15:clr>
        </p15:guide>
        <p15:guide id="2" orient="horz" pos="618" userDrawn="1">
          <p15:clr>
            <a:srgbClr val="A4A3A4"/>
          </p15:clr>
        </p15:guide>
        <p15:guide id="3" orient="horz" pos="754" userDrawn="1">
          <p15:clr>
            <a:srgbClr val="A4A3A4"/>
          </p15:clr>
        </p15:guide>
        <p15:guide id="4" orient="horz" pos="3977" userDrawn="1">
          <p15:clr>
            <a:srgbClr val="A4A3A4"/>
          </p15:clr>
        </p15:guide>
        <p15:guide id="5" orient="horz" pos="4077" userDrawn="1">
          <p15:clr>
            <a:srgbClr val="A4A3A4"/>
          </p15:clr>
        </p15:guide>
        <p15:guide id="6" orient="horz" pos="4271" userDrawn="1">
          <p15:clr>
            <a:srgbClr val="A4A3A4"/>
          </p15:clr>
        </p15:guide>
        <p15:guide id="7" orient="horz" pos="3748" userDrawn="1">
          <p15:clr>
            <a:srgbClr val="A4A3A4"/>
          </p15:clr>
        </p15:guide>
        <p15:guide id="8" pos="7292" userDrawn="1">
          <p15:clr>
            <a:srgbClr val="A4A3A4"/>
          </p15:clr>
        </p15:guide>
        <p15:guide id="9" pos="302" userDrawn="1">
          <p15:clr>
            <a:srgbClr val="A4A3A4"/>
          </p15:clr>
        </p15:guide>
        <p15:guide id="10" pos="3840" userDrawn="1">
          <p15:clr>
            <a:srgbClr val="A4A3A4"/>
          </p15:clr>
        </p15:guide>
        <p15:guide id="11" pos="3759" userDrawn="1">
          <p15:clr>
            <a:srgbClr val="A4A3A4"/>
          </p15:clr>
        </p15:guide>
        <p15:guide id="12" pos="390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4368" autoAdjust="0"/>
    <p:restoredTop sz="88351" autoAdjust="0"/>
  </p:normalViewPr>
  <p:slideViewPr>
    <p:cSldViewPr showGuides="1">
      <p:cViewPr>
        <p:scale>
          <a:sx n="75" d="100"/>
          <a:sy n="75" d="100"/>
        </p:scale>
        <p:origin x="-1422" y="-660"/>
      </p:cViewPr>
      <p:guideLst>
        <p:guide orient="horz" pos="164"/>
        <p:guide orient="horz" pos="618"/>
        <p:guide orient="horz" pos="754"/>
        <p:guide orient="horz" pos="3977"/>
        <p:guide orient="horz" pos="4077"/>
        <p:guide orient="horz" pos="4271"/>
        <p:guide orient="horz" pos="3748"/>
        <p:guide pos="7292"/>
        <p:guide pos="302"/>
        <p:guide pos="3840"/>
        <p:guide pos="3759"/>
        <p:guide pos="390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100" d="100"/>
        <a:sy n="100" d="100"/>
      </p:scale>
      <p:origin x="0" y="234"/>
    </p:cViewPr>
  </p:sorterViewPr>
  <p:notesViewPr>
    <p:cSldViewPr>
      <p:cViewPr varScale="1">
        <p:scale>
          <a:sx n="56" d="100"/>
          <a:sy n="56" d="100"/>
        </p:scale>
        <p:origin x="-2544" y="-78"/>
      </p:cViewPr>
      <p:guideLst>
        <p:guide orient="horz" pos="2903"/>
        <p:guide orient="horz" pos="521"/>
        <p:guide orient="horz" pos="5436"/>
        <p:guide orient="horz" pos="5766"/>
        <p:guide orient="horz" pos="5511"/>
        <p:guide orient="horz" pos="5694"/>
        <p:guide pos="3974"/>
        <p:guide pos="346"/>
      </p:guideLst>
    </p:cSldViewPr>
  </p:notesViewPr>
  <p:gridSpacing cx="72008" cy="72008"/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slide" Target="slides/slide7.xml" /><Relationship Id="rId11" Type="http://schemas.openxmlformats.org/officeDocument/2006/relationships/slide" Target="slides/slide8.xml" /><Relationship Id="rId12" Type="http://schemas.openxmlformats.org/officeDocument/2006/relationships/slide" Target="slides/slide9.xml" /><Relationship Id="rId13" Type="http://schemas.openxmlformats.org/officeDocument/2006/relationships/slide" Target="slides/slide10.xml" /><Relationship Id="rId14" Type="http://schemas.openxmlformats.org/officeDocument/2006/relationships/slide" Target="slides/slide11.xml" /><Relationship Id="rId15" Type="http://schemas.openxmlformats.org/officeDocument/2006/relationships/slide" Target="slides/slide12.xml" /><Relationship Id="rId16" Type="http://schemas.openxmlformats.org/officeDocument/2006/relationships/slide" Target="slides/slide13.xml" /><Relationship Id="rId17" Type="http://schemas.openxmlformats.org/officeDocument/2006/relationships/tags" Target="tags/tag65.xml" /><Relationship Id="rId18" Type="http://schemas.openxmlformats.org/officeDocument/2006/relationships/presProps" Target="presProps.xml" /><Relationship Id="rId19" Type="http://schemas.openxmlformats.org/officeDocument/2006/relationships/viewProps" Target="viewProps.xml" /><Relationship Id="rId2" Type="http://schemas.openxmlformats.org/officeDocument/2006/relationships/notesMaster" Target="notesMasters/notesMaster1.xml" /><Relationship Id="rId20" Type="http://schemas.openxmlformats.org/officeDocument/2006/relationships/theme" Target="theme/theme1.xml" /><Relationship Id="rId21" Type="http://schemas.openxmlformats.org/officeDocument/2006/relationships/tableStyles" Target="tableStyles.xml" /><Relationship Id="rId3" Type="http://schemas.openxmlformats.org/officeDocument/2006/relationships/handoutMaster" Target="handoutMasters/handout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slide" Target="slides/slide3.xml" /><Relationship Id="rId7" Type="http://schemas.openxmlformats.org/officeDocument/2006/relationships/slide" Target="slides/slide4.xml" /><Relationship Id="rId8" Type="http://schemas.openxmlformats.org/officeDocument/2006/relationships/slide" Target="slides/slide5.xml" /><Relationship Id="rId9" Type="http://schemas.openxmlformats.org/officeDocument/2006/relationships/slide" Target="slides/slide6.xml" /></Relationships>
</file>

<file path=ppt/handoutMasters/_rels/handoutMaster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.png" /><Relationship Id="rId2" Type="http://schemas.openxmlformats.org/officeDocument/2006/relationships/theme" Target="../theme/theme3.xml" 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1988229" y="107503"/>
            <a:ext cx="4320496" cy="2398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zh-CN" altLang="en-US" smtClean="0"/>
              <a:t>此处添加页眉信息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1989137" y="351842"/>
            <a:ext cx="4319587" cy="228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algn="l"/>
            <a:fld id="{CB446F43-867F-4F64-92FD-6C8496B9358B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518112" y="8748464"/>
            <a:ext cx="2971800" cy="32194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zh-CN" altLang="en-US" smtClean="0"/>
              <a:t>此处添加页脚信息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5085183" y="8748464"/>
            <a:ext cx="1223541" cy="32352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zh-CN" altLang="en-US" smtClean="0"/>
              <a:t>第 </a:t>
            </a:r>
            <a:fld id="{15FF29FA-1BF5-411D-8347-0A24CCE555CE}" type="slidenum">
              <a:rPr lang="zh-CN" altLang="en-US" smtClean="0"/>
              <a:t/>
            </a:fld>
            <a:r>
              <a:rPr lang="zh-CN" altLang="en-US" smtClean="0"/>
              <a:t> 页 讲义</a:t>
            </a:r>
            <a:endParaRPr lang="zh-CN" altLang="en-US"/>
          </a:p>
        </p:txBody>
      </p:sp>
      <p:cxnSp>
        <p:nvCxnSpPr>
          <p:cNvPr id="10" name="直接连接符 9"/>
          <p:cNvCxnSpPr/>
          <p:nvPr/>
        </p:nvCxnSpPr>
        <p:spPr>
          <a:xfrm>
            <a:off x="0" y="723669"/>
            <a:ext cx="6858000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组合 16"/>
          <p:cNvGrpSpPr/>
          <p:nvPr/>
        </p:nvGrpSpPr>
        <p:grpSpPr>
          <a:xfrm>
            <a:off x="3429000" y="1312195"/>
            <a:ext cx="2879725" cy="1603621"/>
            <a:chOff x="0" y="1312195"/>
            <a:chExt cx="6858000" cy="1603621"/>
          </a:xfrm>
        </p:grpSpPr>
        <p:cxnSp>
          <p:nvCxnSpPr>
            <p:cNvPr id="11" name="直接连接符 10"/>
            <p:cNvCxnSpPr/>
            <p:nvPr/>
          </p:nvCxnSpPr>
          <p:spPr>
            <a:xfrm>
              <a:off x="0" y="1312195"/>
              <a:ext cx="6858000" cy="0"/>
            </a:xfrm>
            <a:prstGeom prst="line">
              <a:avLst/>
            </a:prstGeom>
            <a:ln>
              <a:solidFill>
                <a:srgbClr val="C0C0C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 11"/>
            <p:cNvCxnSpPr/>
            <p:nvPr/>
          </p:nvCxnSpPr>
          <p:spPr>
            <a:xfrm>
              <a:off x="0" y="1713100"/>
              <a:ext cx="6858000" cy="0"/>
            </a:xfrm>
            <a:prstGeom prst="line">
              <a:avLst/>
            </a:prstGeom>
            <a:ln>
              <a:solidFill>
                <a:srgbClr val="C0C0C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/>
            <p:cNvCxnSpPr/>
            <p:nvPr/>
          </p:nvCxnSpPr>
          <p:spPr>
            <a:xfrm>
              <a:off x="0" y="2114005"/>
              <a:ext cx="6858000" cy="0"/>
            </a:xfrm>
            <a:prstGeom prst="line">
              <a:avLst/>
            </a:prstGeom>
            <a:ln>
              <a:solidFill>
                <a:srgbClr val="C0C0C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/>
          </p:nvCxnSpPr>
          <p:spPr>
            <a:xfrm>
              <a:off x="0" y="2514910"/>
              <a:ext cx="6858000" cy="0"/>
            </a:xfrm>
            <a:prstGeom prst="line">
              <a:avLst/>
            </a:prstGeom>
            <a:ln>
              <a:solidFill>
                <a:srgbClr val="C0C0C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/>
            <p:cNvCxnSpPr/>
            <p:nvPr/>
          </p:nvCxnSpPr>
          <p:spPr>
            <a:xfrm>
              <a:off x="0" y="2915816"/>
              <a:ext cx="6858000" cy="0"/>
            </a:xfrm>
            <a:prstGeom prst="line">
              <a:avLst/>
            </a:prstGeom>
            <a:ln>
              <a:solidFill>
                <a:srgbClr val="C0C0C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组合 17"/>
          <p:cNvGrpSpPr/>
          <p:nvPr/>
        </p:nvGrpSpPr>
        <p:grpSpPr>
          <a:xfrm>
            <a:off x="3429000" y="3980364"/>
            <a:ext cx="2879725" cy="1603621"/>
            <a:chOff x="0" y="1312195"/>
            <a:chExt cx="6858000" cy="1603621"/>
          </a:xfrm>
        </p:grpSpPr>
        <p:cxnSp>
          <p:nvCxnSpPr>
            <p:cNvPr id="19" name="直接连接符 18"/>
            <p:cNvCxnSpPr/>
            <p:nvPr/>
          </p:nvCxnSpPr>
          <p:spPr>
            <a:xfrm>
              <a:off x="0" y="1312195"/>
              <a:ext cx="6858000" cy="0"/>
            </a:xfrm>
            <a:prstGeom prst="line">
              <a:avLst/>
            </a:prstGeom>
            <a:ln>
              <a:solidFill>
                <a:srgbClr val="C0C0C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/>
            <p:cNvCxnSpPr/>
            <p:nvPr/>
          </p:nvCxnSpPr>
          <p:spPr>
            <a:xfrm>
              <a:off x="0" y="1713100"/>
              <a:ext cx="6858000" cy="0"/>
            </a:xfrm>
            <a:prstGeom prst="line">
              <a:avLst/>
            </a:prstGeom>
            <a:ln>
              <a:solidFill>
                <a:srgbClr val="C0C0C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/>
            <p:cNvCxnSpPr/>
            <p:nvPr/>
          </p:nvCxnSpPr>
          <p:spPr>
            <a:xfrm>
              <a:off x="0" y="2114005"/>
              <a:ext cx="6858000" cy="0"/>
            </a:xfrm>
            <a:prstGeom prst="line">
              <a:avLst/>
            </a:prstGeom>
            <a:ln>
              <a:solidFill>
                <a:srgbClr val="C0C0C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21"/>
            <p:cNvCxnSpPr/>
            <p:nvPr/>
          </p:nvCxnSpPr>
          <p:spPr>
            <a:xfrm>
              <a:off x="0" y="2514910"/>
              <a:ext cx="6858000" cy="0"/>
            </a:xfrm>
            <a:prstGeom prst="line">
              <a:avLst/>
            </a:prstGeom>
            <a:ln>
              <a:solidFill>
                <a:srgbClr val="C0C0C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/>
            <p:cNvCxnSpPr/>
            <p:nvPr/>
          </p:nvCxnSpPr>
          <p:spPr>
            <a:xfrm>
              <a:off x="0" y="2915816"/>
              <a:ext cx="6858000" cy="0"/>
            </a:xfrm>
            <a:prstGeom prst="line">
              <a:avLst/>
            </a:prstGeom>
            <a:ln>
              <a:solidFill>
                <a:srgbClr val="C0C0C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" name="组合 24"/>
          <p:cNvGrpSpPr/>
          <p:nvPr/>
        </p:nvGrpSpPr>
        <p:grpSpPr>
          <a:xfrm>
            <a:off x="3429000" y="6629089"/>
            <a:ext cx="2879725" cy="1603621"/>
            <a:chOff x="0" y="1312195"/>
            <a:chExt cx="6858000" cy="1603621"/>
          </a:xfrm>
        </p:grpSpPr>
        <p:cxnSp>
          <p:nvCxnSpPr>
            <p:cNvPr id="26" name="直接连接符 25"/>
            <p:cNvCxnSpPr/>
            <p:nvPr/>
          </p:nvCxnSpPr>
          <p:spPr>
            <a:xfrm>
              <a:off x="0" y="1312195"/>
              <a:ext cx="6858000" cy="0"/>
            </a:xfrm>
            <a:prstGeom prst="line">
              <a:avLst/>
            </a:prstGeom>
            <a:ln>
              <a:solidFill>
                <a:srgbClr val="C0C0C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/>
            <p:cNvCxnSpPr/>
            <p:nvPr/>
          </p:nvCxnSpPr>
          <p:spPr>
            <a:xfrm>
              <a:off x="0" y="1713100"/>
              <a:ext cx="6858000" cy="0"/>
            </a:xfrm>
            <a:prstGeom prst="line">
              <a:avLst/>
            </a:prstGeom>
            <a:ln>
              <a:solidFill>
                <a:srgbClr val="C0C0C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连接符 27"/>
            <p:cNvCxnSpPr/>
            <p:nvPr/>
          </p:nvCxnSpPr>
          <p:spPr>
            <a:xfrm>
              <a:off x="0" y="2114005"/>
              <a:ext cx="6858000" cy="0"/>
            </a:xfrm>
            <a:prstGeom prst="line">
              <a:avLst/>
            </a:prstGeom>
            <a:ln>
              <a:solidFill>
                <a:srgbClr val="C0C0C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/>
            <p:cNvCxnSpPr/>
            <p:nvPr/>
          </p:nvCxnSpPr>
          <p:spPr>
            <a:xfrm>
              <a:off x="0" y="2514910"/>
              <a:ext cx="6858000" cy="0"/>
            </a:xfrm>
            <a:prstGeom prst="line">
              <a:avLst/>
            </a:prstGeom>
            <a:ln>
              <a:solidFill>
                <a:srgbClr val="C0C0C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/>
            <p:cNvCxnSpPr/>
            <p:nvPr/>
          </p:nvCxnSpPr>
          <p:spPr>
            <a:xfrm>
              <a:off x="0" y="2915816"/>
              <a:ext cx="6858000" cy="0"/>
            </a:xfrm>
            <a:prstGeom prst="line">
              <a:avLst/>
            </a:prstGeom>
            <a:ln>
              <a:solidFill>
                <a:srgbClr val="C0C0C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2" name="矩形 31"/>
          <p:cNvSpPr/>
          <p:nvPr/>
        </p:nvSpPr>
        <p:spPr>
          <a:xfrm>
            <a:off x="549275" y="114299"/>
            <a:ext cx="1368152" cy="466143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LOGO</a:t>
            </a:r>
            <a:endParaRPr lang="zh-CN" altLang="en-US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33" name="直接连接符 32"/>
          <p:cNvCxnSpPr/>
          <p:nvPr/>
        </p:nvCxnSpPr>
        <p:spPr>
          <a:xfrm>
            <a:off x="0" y="8676457"/>
            <a:ext cx="6858000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矩形 34"/>
          <p:cNvSpPr/>
          <p:nvPr/>
        </p:nvSpPr>
        <p:spPr>
          <a:xfrm>
            <a:off x="3328526" y="989904"/>
            <a:ext cx="126188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 smtClean="0">
                <a:solidFill>
                  <a:srgbClr val="C0C0C0"/>
                </a:solidFill>
              </a:rPr>
              <a:t>此处记录讲义</a:t>
            </a:r>
            <a:endParaRPr lang="zh-CN" altLang="en-US" sz="1400">
              <a:solidFill>
                <a:srgbClr val="C0C0C0"/>
              </a:solidFill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3328526" y="3672587"/>
            <a:ext cx="126188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>
                <a:solidFill>
                  <a:srgbClr val="C0C0C0"/>
                </a:solidFill>
              </a:rPr>
              <a:t>此处记录讲义</a:t>
            </a:r>
            <a:endParaRPr lang="zh-CN" altLang="en-US" sz="1400">
              <a:solidFill>
                <a:srgbClr val="C0C0C0"/>
              </a:solidFill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3328526" y="6321312"/>
            <a:ext cx="126188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>
                <a:solidFill>
                  <a:srgbClr val="C0C0C0"/>
                </a:solidFill>
              </a:rPr>
              <a:t>此处记录讲义</a:t>
            </a:r>
            <a:endParaRPr lang="zh-CN" altLang="en-US" sz="1400">
              <a:solidFill>
                <a:srgbClr val="C0C0C0"/>
              </a:solidFill>
            </a:endParaRPr>
          </a:p>
        </p:txBody>
      </p:sp>
      <p:pic>
        <p:nvPicPr>
          <p:cNvPr id="38" name="Picture 3" descr="E:\设计素材\shadow.png"/>
          <p:cNvPicPr>
            <a:picLocks noChangeAspect="1" noChangeArrowheads="1"/>
          </p:cNvPicPr>
          <p:nvPr/>
        </p:nvPicPr>
        <p:blipFill>
          <a:blip r:embed="rId1"/>
          <a:stretch>
            <a:fillRect/>
          </a:stretch>
        </p:blipFill>
        <p:spPr bwMode="auto">
          <a:xfrm>
            <a:off x="549275" y="2929386"/>
            <a:ext cx="2663701" cy="309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9" name="Picture 3" descr="E:\设计素材\shadow.png"/>
          <p:cNvPicPr>
            <a:picLocks noChangeAspect="1" noChangeArrowheads="1"/>
          </p:cNvPicPr>
          <p:nvPr/>
        </p:nvPicPr>
        <p:blipFill>
          <a:blip r:embed="rId1"/>
          <a:stretch>
            <a:fillRect/>
          </a:stretch>
        </p:blipFill>
        <p:spPr bwMode="auto">
          <a:xfrm>
            <a:off x="549275" y="5581827"/>
            <a:ext cx="2663701" cy="309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" name="Picture 3" descr="E:\设计素材\shadow.png"/>
          <p:cNvPicPr>
            <a:picLocks noChangeAspect="1" noChangeArrowheads="1"/>
          </p:cNvPicPr>
          <p:nvPr/>
        </p:nvPicPr>
        <p:blipFill>
          <a:blip r:embed="rId1"/>
          <a:stretch>
            <a:fillRect/>
          </a:stretch>
        </p:blipFill>
        <p:spPr bwMode="auto">
          <a:xfrm>
            <a:off x="549275" y="8232710"/>
            <a:ext cx="2663701" cy="309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.png" /><Relationship Id="rId2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pic>
        <p:nvPicPr>
          <p:cNvPr id="3075" name="Picture 3" descr="E:\设计素材\shadow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49275" y="5292080"/>
            <a:ext cx="5759450" cy="3743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1988840" y="114299"/>
            <a:ext cx="4319884" cy="23307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zh-CN" altLang="en-US" smtClean="0"/>
              <a:t>此处添加页眉信息</a:t>
            </a:r>
            <a:endParaRPr lang="zh-CN" altLang="en-US" smtClean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1988840" y="347370"/>
            <a:ext cx="4319885" cy="23307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fld id="{D51D64F8-606E-4201-A2DE-1AF0754CE781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-404813" y="971550"/>
            <a:ext cx="7670801" cy="43164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549275" y="5508104"/>
            <a:ext cx="5759450" cy="287808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549523" y="8748465"/>
            <a:ext cx="2971800" cy="28758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zh-CN" altLang="en-US" smtClean="0"/>
              <a:t>此处添加页脚信息</a:t>
            </a:r>
            <a:endParaRPr lang="zh-CN" altLang="en-US" smtClean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748713"/>
            <a:ext cx="2424112" cy="2873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zh-CN" altLang="en-US" smtClean="0"/>
              <a:t>第 </a:t>
            </a:r>
            <a:fld id="{CE884005-AAD7-43DA-8323-709AF992FEE5}" type="slidenum">
              <a:rPr lang="zh-CN" altLang="en-US" smtClean="0"/>
              <a:t/>
            </a:fld>
            <a:r>
              <a:rPr lang="zh-CN" altLang="en-US" smtClean="0"/>
              <a:t> 页</a:t>
            </a:r>
            <a:endParaRPr lang="zh-CN" altLang="en-US"/>
          </a:p>
        </p:txBody>
      </p:sp>
      <p:cxnSp>
        <p:nvCxnSpPr>
          <p:cNvPr id="8" name="直接连接符 7"/>
          <p:cNvCxnSpPr/>
          <p:nvPr/>
        </p:nvCxnSpPr>
        <p:spPr>
          <a:xfrm>
            <a:off x="0" y="723669"/>
            <a:ext cx="6858000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549275" y="114299"/>
            <a:ext cx="1368152" cy="466143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LOGO</a:t>
            </a:r>
            <a:endParaRPr lang="zh-CN" altLang="en-US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0" name="直接连接符 9"/>
          <p:cNvCxnSpPr/>
          <p:nvPr/>
        </p:nvCxnSpPr>
        <p:spPr>
          <a:xfrm>
            <a:off x="0" y="8676457"/>
            <a:ext cx="6858000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notesStyle>
    <a:lvl1pPr marL="171450" indent="-171450" algn="l" defTabSz="914400" rtl="0" eaLnBrk="1" fontAlgn="ctr" latinLnBrk="0" hangingPunct="1">
      <a:buSzPct val="70000"/>
      <a:buFont typeface="Wingdings" panose="05000000000000000000" pitchFamily="2" charset="2"/>
      <a:buChar char="l"/>
      <a:defRPr sz="1200" kern="1200">
        <a:solidFill>
          <a:schemeClr val="tx1">
            <a:lumMod val="75000"/>
            <a:lumOff val="25000"/>
          </a:schemeClr>
        </a:solidFill>
        <a:latin typeface="+mn-lt"/>
        <a:ea typeface="+mn-ea"/>
        <a:cs typeface="+mn-cs"/>
      </a:defRPr>
    </a:lvl1pPr>
    <a:lvl2pPr marL="628650" indent="-171450" algn="l" defTabSz="914400" rtl="0" eaLnBrk="1" fontAlgn="ctr" latinLnBrk="0" hangingPunct="1">
      <a:buSzPct val="70000"/>
      <a:buFont typeface="Wingdings" panose="05000000000000000000" pitchFamily="2" charset="2"/>
      <a:buChar char="l"/>
      <a:defRPr sz="1200" kern="1200">
        <a:solidFill>
          <a:schemeClr val="tx1">
            <a:lumMod val="75000"/>
            <a:lumOff val="25000"/>
          </a:schemeClr>
        </a:solidFill>
        <a:latin typeface="+mn-lt"/>
        <a:ea typeface="+mn-ea"/>
        <a:cs typeface="+mn-cs"/>
      </a:defRPr>
    </a:lvl2pPr>
    <a:lvl3pPr marL="1085850" indent="-171450" algn="l" defTabSz="914400" rtl="0" eaLnBrk="1" fontAlgn="ctr" latinLnBrk="0" hangingPunct="1">
      <a:buSzPct val="70000"/>
      <a:buFont typeface="Wingdings" panose="05000000000000000000" pitchFamily="2" charset="2"/>
      <a:buChar char="l"/>
      <a:defRPr sz="1200" kern="1200">
        <a:solidFill>
          <a:schemeClr val="tx1">
            <a:lumMod val="75000"/>
            <a:lumOff val="25000"/>
          </a:schemeClr>
        </a:solidFill>
        <a:latin typeface="+mn-lt"/>
        <a:ea typeface="+mn-ea"/>
        <a:cs typeface="+mn-cs"/>
      </a:defRPr>
    </a:lvl3pPr>
    <a:lvl4pPr marL="1543050" indent="-171450" algn="l" defTabSz="914400" rtl="0" eaLnBrk="1" fontAlgn="ctr" latinLnBrk="0" hangingPunct="1">
      <a:buSzPct val="70000"/>
      <a:buFont typeface="Wingdings" panose="05000000000000000000" pitchFamily="2" charset="2"/>
      <a:buChar char="l"/>
      <a:defRPr sz="1200" kern="1200">
        <a:solidFill>
          <a:schemeClr val="tx1">
            <a:lumMod val="75000"/>
            <a:lumOff val="25000"/>
          </a:schemeClr>
        </a:solidFill>
        <a:latin typeface="+mn-lt"/>
        <a:ea typeface="+mn-ea"/>
        <a:cs typeface="+mn-cs"/>
      </a:defRPr>
    </a:lvl4pPr>
    <a:lvl5pPr marL="2000250" indent="-171450" algn="l" defTabSz="914400" rtl="0" eaLnBrk="1" fontAlgn="ctr" latinLnBrk="0" hangingPunct="1">
      <a:buSzPct val="70000"/>
      <a:buFont typeface="Wingdings" panose="05000000000000000000" pitchFamily="2" charset="2"/>
      <a:buChar char="l"/>
      <a:defRPr sz="1200" kern="1200">
        <a:solidFill>
          <a:schemeClr val="tx1">
            <a:lumMod val="75000"/>
            <a:lumOff val="25000"/>
          </a:schemeClr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.xml" /><Relationship Id="rId2" Type="http://schemas.openxmlformats.org/officeDocument/2006/relationships/notesMaster" Target="../notesMasters/notesMaster1.xml" /></Relationships>
</file>

<file path=ppt/notesSlides/_rels/notesSlide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4.xml" /><Relationship Id="rId2" Type="http://schemas.openxmlformats.org/officeDocument/2006/relationships/notesMaster" Target="../notesMasters/notesMaster1.xml" /></Relationships>
</file>

<file path=ppt/notesSlides/_rels/notesSlide4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5.xml" /><Relationship Id="rId2" Type="http://schemas.openxmlformats.org/officeDocument/2006/relationships/notesMaster" Target="../notesMasters/notesMaster1.xml" /></Relationships>
</file>

<file path=ppt/notesSlides/_rels/notesSlide5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6.xml" /><Relationship Id="rId2" Type="http://schemas.openxmlformats.org/officeDocument/2006/relationships/notesMaster" Target="../notesMasters/notesMaster1.xml" /></Relationships>
</file>

<file path=ppt/notesSlides/_rels/notesSlide6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7.xml" /><Relationship Id="rId2" Type="http://schemas.openxmlformats.org/officeDocument/2006/relationships/notesMaster" Target="../notesMasters/notesMaster1.xml" /></Relationships>
</file>

<file path=ppt/notesSlides/_rels/notesSlide7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8.xml" /><Relationship Id="rId2" Type="http://schemas.openxmlformats.org/officeDocument/2006/relationships/notesMaster" Target="../notesMasters/notesMaster1.xml" /></Relationships>
</file>

<file path=ppt/notesSlides/_rels/notesSlide8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9.xml" /><Relationship Id="rId2" Type="http://schemas.openxmlformats.org/officeDocument/2006/relationships/notesMaster" Target="../notesMasters/notesMaster1.xml" /></Relationships>
</file>

<file path=ppt/notesSlides/_rels/notesSlide9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0.xml" /><Relationship Id="rId2" Type="http://schemas.openxmlformats.org/officeDocument/2006/relationships/notesMaster" Target="../notesMasters/notesMaster1.xml" /></Relationships>
</file>

<file path=ppt/notesSlides/_rels/notesSlide10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1.xml" /><Relationship Id="rId2" Type="http://schemas.openxmlformats.org/officeDocument/2006/relationships/notesMaster" Target="../notesMasters/notesMaster1.xml" /></Relationships>
</file>

<file path=ppt/notesSlides/_rels/notesSlide1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2.xml" /><Relationship Id="rId2" Type="http://schemas.openxmlformats.org/officeDocument/2006/relationships/notesMaster" Target="../notesMasters/notesMaster1.xml" /></Relationships>
</file>

<file path=ppt/notesSlides/_rels/notesSlide1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3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 txBox="1"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zh-CN" altLang="en-US" smtClean="0"/>
              <a:t>第 </a:t>
            </a:r>
            <a:fld id="{CE884005-AAD7-43DA-8323-709AF992FEE5}" type="slidenum">
              <a:rPr lang="zh-CN" altLang="en-US" smtClean="0"/>
              <a:t>2</a:t>
            </a:fld>
            <a:r>
              <a:rPr lang="zh-CN" altLang="en-US" smtClean="0"/>
              <a:t> 页</a:t>
            </a:r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 txBox="1"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zh-CN" altLang="en-US" smtClean="0"/>
              <a:t>第 </a:t>
            </a:r>
            <a:fld id="{CE884005-AAD7-43DA-8323-709AF992FEE5}" type="slidenum">
              <a:rPr lang="zh-CN" altLang="en-US" smtClean="0"/>
              <a:t>3</a:t>
            </a:fld>
            <a:r>
              <a:rPr lang="zh-CN" altLang="en-US" smtClean="0"/>
              <a:t> 页</a:t>
            </a:r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 txBox="1"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zh-CN" altLang="en-US" smtClean="0"/>
              <a:t>第 </a:t>
            </a:r>
            <a:fld id="{CE884005-AAD7-43DA-8323-709AF992FEE5}" type="slidenum">
              <a:rPr lang="zh-CN" altLang="en-US" smtClean="0"/>
              <a:t>4</a:t>
            </a:fld>
            <a:r>
              <a:rPr lang="zh-CN" altLang="en-US" smtClean="0"/>
              <a:t> 页</a:t>
            </a:r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 txBox="1"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zh-CN" altLang="en-US" smtClean="0"/>
              <a:t>第 </a:t>
            </a:r>
            <a:fld id="{CE884005-AAD7-43DA-8323-709AF992FEE5}" type="slidenum">
              <a:rPr lang="zh-CN" altLang="en-US" smtClean="0"/>
              <a:t>5</a:t>
            </a:fld>
            <a:r>
              <a:rPr lang="zh-CN" altLang="en-US" smtClean="0"/>
              <a:t> 页</a:t>
            </a:r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 txBox="1"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zh-CN" altLang="en-US" smtClean="0"/>
              <a:t>第 </a:t>
            </a:r>
            <a:fld id="{CE884005-AAD7-43DA-8323-709AF992FEE5}" type="slidenum">
              <a:rPr lang="zh-CN" altLang="en-US" smtClean="0"/>
              <a:t>6</a:t>
            </a:fld>
            <a:r>
              <a:rPr lang="zh-CN" altLang="en-US" smtClean="0"/>
              <a:t> 页</a:t>
            </a:r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 txBox="1"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zh-CN" altLang="en-US" smtClean="0"/>
              <a:t>第 </a:t>
            </a:r>
            <a:fld id="{CE884005-AAD7-43DA-8323-709AF992FEE5}" type="slidenum">
              <a:rPr lang="zh-CN" altLang="en-US" smtClean="0"/>
              <a:t>7</a:t>
            </a:fld>
            <a:r>
              <a:rPr lang="zh-CN" altLang="en-US" smtClean="0"/>
              <a:t> 页</a:t>
            </a:r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 txBox="1"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zh-CN" altLang="en-US" smtClean="0"/>
              <a:t>第 </a:t>
            </a:r>
            <a:fld id="{CE884005-AAD7-43DA-8323-709AF992FEE5}" type="slidenum">
              <a:rPr lang="zh-CN" altLang="en-US" smtClean="0"/>
              <a:t>8</a:t>
            </a:fld>
            <a:r>
              <a:rPr lang="zh-CN" altLang="en-US" smtClean="0"/>
              <a:t> 页</a:t>
            </a:r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 txBox="1"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zh-CN" altLang="en-US" smtClean="0"/>
              <a:t>第 </a:t>
            </a:r>
            <a:fld id="{CE884005-AAD7-43DA-8323-709AF992FEE5}" type="slidenum">
              <a:rPr lang="zh-CN" altLang="en-US" smtClean="0"/>
              <a:t>9</a:t>
            </a:fld>
            <a:r>
              <a:rPr lang="zh-CN" altLang="en-US" smtClean="0"/>
              <a:t> 页</a:t>
            </a:r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 txBox="1"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zh-CN" altLang="en-US" smtClean="0"/>
              <a:t>第 </a:t>
            </a:r>
            <a:fld id="{CE884005-AAD7-43DA-8323-709AF992FEE5}" type="slidenum">
              <a:rPr lang="zh-CN" altLang="en-US" smtClean="0"/>
              <a:t>10</a:t>
            </a:fld>
            <a:r>
              <a:rPr lang="zh-CN" altLang="en-US" smtClean="0"/>
              <a:t> 页</a:t>
            </a:r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 txBox="1"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zh-CN" altLang="en-US" smtClean="0"/>
              <a:t>第 </a:t>
            </a:r>
            <a:fld id="{CE884005-AAD7-43DA-8323-709AF992FEE5}" type="slidenum">
              <a:rPr lang="zh-CN" altLang="en-US" smtClean="0"/>
              <a:t>11</a:t>
            </a:fld>
            <a:r>
              <a:rPr lang="zh-CN" altLang="en-US" smtClean="0"/>
              <a:t> 页</a:t>
            </a:r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 txBox="1"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zh-CN" altLang="en-US" smtClean="0"/>
              <a:t>第 </a:t>
            </a:r>
            <a:fld id="{CE884005-AAD7-43DA-8323-709AF992FEE5}" type="slidenum">
              <a:rPr lang="zh-CN" altLang="en-US" smtClean="0"/>
              <a:t>12</a:t>
            </a:fld>
            <a:r>
              <a:rPr lang="zh-CN" altLang="en-US" smtClean="0"/>
              <a:t> 页</a:t>
            </a:r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 txBox="1"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zh-CN" altLang="en-US" smtClean="0"/>
              <a:t>第 </a:t>
            </a:r>
            <a:fld id="{CE884005-AAD7-43DA-8323-709AF992FEE5}" type="slidenum">
              <a:rPr lang="zh-CN" altLang="en-US" smtClean="0"/>
              <a:t>13</a:t>
            </a:fld>
            <a:r>
              <a:rPr lang="zh-CN" altLang="en-US" smtClean="0"/>
              <a:t> 页</a:t>
            </a:r>
            <a:endParaRPr lang="zh-CN" altLang="en-US"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tags" Target="../tags/tag1.xml" /><Relationship Id="rId2" Type="http://schemas.openxmlformats.org/officeDocument/2006/relationships/tags" Target="../tags/tag2.xml" /><Relationship Id="rId3" Type="http://schemas.openxmlformats.org/officeDocument/2006/relationships/tags" Target="../tags/tag3.xml" /><Relationship Id="rId4" Type="http://schemas.openxmlformats.org/officeDocument/2006/relationships/tags" Target="../tags/tag4.xml" /><Relationship Id="rId5" Type="http://schemas.openxmlformats.org/officeDocument/2006/relationships/tags" Target="../tags/tag5.xml" /><Relationship Id="rId6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tags" Target="../tags/tag6.xml" /><Relationship Id="rId2" Type="http://schemas.openxmlformats.org/officeDocument/2006/relationships/tags" Target="../tags/tag7.xml" /><Relationship Id="rId3" Type="http://schemas.openxmlformats.org/officeDocument/2006/relationships/tags" Target="../tags/tag8.xml" /><Relationship Id="rId4" Type="http://schemas.openxmlformats.org/officeDocument/2006/relationships/tags" Target="../tags/tag9.xml" /><Relationship Id="rId5" Type="http://schemas.openxmlformats.org/officeDocument/2006/relationships/tags" Target="../tags/tag10.xml" /><Relationship Id="rId6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tags" Target="../tags/tag11.xml" /><Relationship Id="rId2" Type="http://schemas.openxmlformats.org/officeDocument/2006/relationships/tags" Target="../tags/tag12.xml" /><Relationship Id="rId3" Type="http://schemas.openxmlformats.org/officeDocument/2006/relationships/tags" Target="../tags/tag13.xml" /><Relationship Id="rId4" Type="http://schemas.openxmlformats.org/officeDocument/2006/relationships/tags" Target="../tags/tag14.xml" /><Relationship Id="rId5" Type="http://schemas.openxmlformats.org/officeDocument/2006/relationships/tags" Target="../tags/tag15.xml" /><Relationship Id="rId6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tags" Target="../tags/tag16.xml" /><Relationship Id="rId2" Type="http://schemas.openxmlformats.org/officeDocument/2006/relationships/tags" Target="../tags/tag17.xml" /><Relationship Id="rId3" Type="http://schemas.openxmlformats.org/officeDocument/2006/relationships/tags" Target="../tags/tag18.xml" /><Relationship Id="rId4" Type="http://schemas.openxmlformats.org/officeDocument/2006/relationships/tags" Target="../tags/tag19.xml" /><Relationship Id="rId5" Type="http://schemas.openxmlformats.org/officeDocument/2006/relationships/tags" Target="../tags/tag20.xml" /><Relationship Id="rId6" Type="http://schemas.openxmlformats.org/officeDocument/2006/relationships/tags" Target="../tags/tag21.xml" /><Relationship Id="rId7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tags" Target="../tags/tag22.xml" /><Relationship Id="rId2" Type="http://schemas.openxmlformats.org/officeDocument/2006/relationships/tags" Target="../tags/tag23.xml" /><Relationship Id="rId3" Type="http://schemas.openxmlformats.org/officeDocument/2006/relationships/tags" Target="../tags/tag24.xml" /><Relationship Id="rId4" Type="http://schemas.openxmlformats.org/officeDocument/2006/relationships/tags" Target="../tags/tag25.xml" /><Relationship Id="rId5" Type="http://schemas.openxmlformats.org/officeDocument/2006/relationships/tags" Target="../tags/tag26.xml" /><Relationship Id="rId6" Type="http://schemas.openxmlformats.org/officeDocument/2006/relationships/tags" Target="../tags/tag27.xml" /><Relationship Id="rId7" Type="http://schemas.openxmlformats.org/officeDocument/2006/relationships/tags" Target="../tags/tag28.xml" /><Relationship Id="rId8" Type="http://schemas.openxmlformats.org/officeDocument/2006/relationships/tags" Target="../tags/tag29.xml" /><Relationship Id="rId9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tags" Target="../tags/tag30.xml" /><Relationship Id="rId2" Type="http://schemas.openxmlformats.org/officeDocument/2006/relationships/tags" Target="../tags/tag31.xml" /><Relationship Id="rId3" Type="http://schemas.openxmlformats.org/officeDocument/2006/relationships/tags" Target="../tags/tag32.xml" /><Relationship Id="rId4" Type="http://schemas.openxmlformats.org/officeDocument/2006/relationships/tags" Target="../tags/tag33.xml" /><Relationship Id="rId5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tags" Target="../tags/tag34.xml" /><Relationship Id="rId2" Type="http://schemas.openxmlformats.org/officeDocument/2006/relationships/tags" Target="../tags/tag35.xml" /><Relationship Id="rId3" Type="http://schemas.openxmlformats.org/officeDocument/2006/relationships/tags" Target="../tags/tag36.xml" /><Relationship Id="rId4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tags" Target="../tags/tag37.xml" /><Relationship Id="rId2" Type="http://schemas.openxmlformats.org/officeDocument/2006/relationships/tags" Target="../tags/tag38.xml" /><Relationship Id="rId3" Type="http://schemas.openxmlformats.org/officeDocument/2006/relationships/tags" Target="../tags/tag39.xml" /><Relationship Id="rId4" Type="http://schemas.openxmlformats.org/officeDocument/2006/relationships/tags" Target="../tags/tag40.xml" /><Relationship Id="rId5" Type="http://schemas.openxmlformats.org/officeDocument/2006/relationships/tags" Target="../tags/tag41.xml" /><Relationship Id="rId6" Type="http://schemas.openxmlformats.org/officeDocument/2006/relationships/tags" Target="../tags/tag42.xml" /><Relationship Id="rId7" Type="http://schemas.openxmlformats.org/officeDocument/2006/relationships/slideMaster" Target="../slideMasters/slideMaster1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tags" Target="../tags/tag43.xml" /><Relationship Id="rId2" Type="http://schemas.openxmlformats.org/officeDocument/2006/relationships/tags" Target="../tags/tag44.xml" /><Relationship Id="rId3" Type="http://schemas.openxmlformats.org/officeDocument/2006/relationships/tags" Target="../tags/tag45.xml" /><Relationship Id="rId4" Type="http://schemas.openxmlformats.org/officeDocument/2006/relationships/tags" Target="../tags/tag46.xml" /><Relationship Id="rId5" Type="http://schemas.openxmlformats.org/officeDocument/2006/relationships/tags" Target="../tags/tag47.xml" /><Relationship Id="rId6" Type="http://schemas.openxmlformats.org/officeDocument/2006/relationships/slideMaster" Target="../slideMasters/slideMaster1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tags" Target="../tags/tag48.xml" /><Relationship Id="rId2" Type="http://schemas.openxmlformats.org/officeDocument/2006/relationships/tags" Target="../tags/tag49.xml" /><Relationship Id="rId3" Type="http://schemas.openxmlformats.org/officeDocument/2006/relationships/tags" Target="../tags/tag50.xml" /><Relationship Id="rId4" Type="http://schemas.openxmlformats.org/officeDocument/2006/relationships/tags" Target="../tags/tag51.xml" /><Relationship Id="rId5" Type="http://schemas.openxmlformats.org/officeDocument/2006/relationships/slideMaster" Target="../slideMasters/slideMaster1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tags" Target="../tags/tag52.xml" /><Relationship Id="rId2" Type="http://schemas.openxmlformats.org/officeDocument/2006/relationships/tags" Target="../tags/tag53.xml" /><Relationship Id="rId3" Type="http://schemas.openxmlformats.org/officeDocument/2006/relationships/tags" Target="../tags/tag54.xml" /><Relationship Id="rId4" Type="http://schemas.openxmlformats.org/officeDocument/2006/relationships/tags" Target="../tags/tag55.xml" /><Relationship Id="rId5" Type="http://schemas.openxmlformats.org/officeDocument/2006/relationships/tags" Target="../tags/tag56.xml" /><Relationship Id="rId6" Type="http://schemas.openxmlformats.org/officeDocument/2006/relationships/slideMaster" Target="../slideMasters/slideMaster1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9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/>
            </a:fld>
            <a:endParaRPr lang="zh-CN" altLang="en-US"/>
          </a:p>
        </p:txBody>
      </p:sp>
    </p:spTree>
  </p:cSld>
  <p:clrMapOvr>
    <a:masterClrMapping/>
  </p:clrMapOvr>
  <p:transition/>
  <p:timing/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/>
            </a:fld>
            <a:endParaRPr lang="zh-CN" altLang="en-US"/>
          </a:p>
        </p:txBody>
      </p:sp>
    </p:spTree>
  </p:cSld>
  <p:clrMapOvr>
    <a:masterClrMapping/>
  </p:clrMapOvr>
  <p:transition/>
  <p:timing/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/>
              <a:t>单击此处编辑标题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单击此处编辑文本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/>
            </a:fld>
            <a:endParaRPr lang="zh-CN" altLang="en-US"/>
          </a:p>
        </p:txBody>
      </p:sp>
    </p:spTree>
  </p:cSld>
  <p:clrMapOvr>
    <a:masterClrMapping/>
  </p:clrMapOvr>
  <p:transition/>
  <p:timing/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/>
            </a:fld>
            <a:endParaRPr lang="zh-CN" altLang="en-US"/>
          </a:p>
        </p:txBody>
      </p:sp>
    </p:spTree>
  </p:cSld>
  <p:clrMapOvr>
    <a:masterClrMapping/>
  </p:clrMapOvr>
  <p:transition/>
  <p:timing/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单击此处编辑文本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/>
            </a:fld>
            <a:endParaRPr lang="zh-CN" altLang="en-US"/>
          </a:p>
        </p:txBody>
      </p:sp>
    </p:spTree>
  </p:cSld>
  <p:clrMapOvr>
    <a:masterClrMapping/>
  </p:clrMapOvr>
  <p:transition/>
  <p:timing/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/>
            </a:fld>
            <a:endParaRPr lang="zh-CN" altLang="en-US"/>
          </a:p>
        </p:txBody>
      </p:sp>
    </p:spTree>
  </p:cSld>
  <p:clrMapOvr>
    <a:masterClrMapping/>
  </p:clrMapOvr>
  <p:transition/>
  <p:timing/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/>
            </a:fld>
            <a:endParaRPr lang="zh-CN" altLang="en-US"/>
          </a:p>
        </p:txBody>
      </p:sp>
    </p:spTree>
  </p:cSld>
  <p:clrMapOvr>
    <a:masterClrMapping/>
  </p:clrMapOvr>
  <p:transition/>
  <p:timing/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1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2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transition/>
  <p:timing/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1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2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/>
            </a:fld>
            <a:endParaRPr lang="zh-CN" altLang="en-US"/>
          </a:p>
        </p:txBody>
      </p:sp>
    </p:spTree>
  </p:cSld>
  <p:clrMapOvr>
    <a:masterClrMapping/>
  </p:clrMapOvr>
  <p:transition/>
  <p:timing/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/>
  <p:timing/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5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  <p:transition/>
  <p:timing/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/>
            </a:fld>
            <a:endParaRPr lang="zh-CN" altLang="en-US"/>
          </a:p>
        </p:txBody>
      </p:sp>
    </p:spTree>
  </p:cSld>
  <p:clrMapOvr>
    <a:masterClrMapping/>
  </p:clrMapOvr>
  <p:transition/>
  <p:timing/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/>
            </a:fld>
            <a:endParaRPr lang="zh-CN" altLang="en-US"/>
          </a:p>
        </p:txBody>
      </p:sp>
    </p:spTree>
  </p:cSld>
  <p:clrMapOvr>
    <a:masterClrMapping/>
  </p:clrMapOvr>
  <p:transition/>
  <p:timing/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/>
            </a:fld>
            <a:endParaRPr lang="zh-CN" altLang="en-US"/>
          </a:p>
        </p:txBody>
      </p:sp>
    </p:spTree>
  </p:cSld>
  <p:clrMapOvr>
    <a:masterClrMapping/>
  </p:clrMapOvr>
  <p:transition/>
  <p:timing/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/>
            </a:fld>
            <a:endParaRPr lang="zh-CN" altLang="en-US"/>
          </a:p>
        </p:txBody>
      </p:sp>
    </p:spTree>
  </p:cSld>
  <p:clrMapOvr>
    <a:masterClrMapping/>
  </p:clrMapOvr>
  <p:transition/>
  <p:timing/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preserve="1" userDrawn="1">
  <p:cSld name="4_自定义版式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/>
            </a:fld>
            <a:endParaRPr lang="zh-CN" altLang="en-US"/>
          </a:p>
        </p:txBody>
      </p:sp>
    </p:spTree>
  </p:cSld>
  <p:clrMapOvr>
    <a:masterClrMapping/>
  </p:clrMapOvr>
  <p:transition/>
  <p:timing/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preserve="1" userDrawn="1">
  <p:cSld name="5_自定义版式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/>
            </a:fld>
            <a:endParaRPr lang="zh-CN" altLang="en-US"/>
          </a:p>
        </p:txBody>
      </p:sp>
    </p:spTree>
  </p:cSld>
  <p:clrMapOvr>
    <a:masterClrMapping/>
  </p:clrMapOvr>
  <p:transition/>
  <p:timing/>
</p:sldLayout>
</file>

<file path=ppt/slideLayouts/slideLayout1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preserve="1" userDrawn="1">
  <p:cSld name="6_自定义版式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/>
            </a:fld>
            <a:endParaRPr lang="zh-CN" altLang="en-US"/>
          </a:p>
        </p:txBody>
      </p:sp>
    </p:spTree>
  </p:cSld>
  <p:clrMapOvr>
    <a:masterClrMapping/>
  </p:clrMapOvr>
  <p:transition/>
  <p:timing/>
</p:sldLayout>
</file>

<file path=ppt/slideLayouts/slideLayout1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preserve="1" userDrawn="1">
  <p:cSld name="7_自定义版式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/>
            </a:fld>
            <a:endParaRPr lang="zh-CN" altLang="en-US"/>
          </a:p>
        </p:txBody>
      </p:sp>
    </p:spTree>
  </p:cSld>
  <p:clrMapOvr>
    <a:masterClrMapping/>
  </p:clrMapOvr>
  <p:transition/>
  <p:timing/>
</p:sldLayout>
</file>

<file path=ppt/slideLayouts/slideLayout2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preserve="1" userDrawn="1">
  <p:cSld name="8_自定义版式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/>
            </a:fld>
            <a:endParaRPr lang="zh-CN" altLang="en-US"/>
          </a:p>
        </p:txBody>
      </p:sp>
    </p:spTree>
  </p:cSld>
  <p:clrMapOvr>
    <a:masterClrMapping/>
  </p:clrMapOvr>
  <p:transition/>
  <p:timing/>
</p:sldLayout>
</file>

<file path=ppt/slideLayouts/slideLayout2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preserve="1" userDrawn="1">
  <p:cSld name="9_自定义版式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/>
            </a:fld>
            <a:endParaRPr lang="zh-CN" altLang="en-US"/>
          </a:p>
        </p:txBody>
      </p:sp>
    </p:spTree>
  </p:cSld>
  <p:clrMapOvr>
    <a:masterClrMapping/>
  </p:clrMapOvr>
  <p:transition/>
  <p:timing/>
</p:sldLayout>
</file>

<file path=ppt/slideLayouts/slideLayout2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preserve="1" userDrawn="1">
  <p:cSld name="10_自定义版式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/>
            </a:fld>
            <a:endParaRPr lang="zh-CN" altLang="en-US"/>
          </a:p>
        </p:txBody>
      </p:sp>
    </p:spTree>
  </p:cSld>
  <p:clrMapOvr>
    <a:masterClrMapping/>
  </p:clrMapOvr>
  <p:transition/>
  <p:timing/>
</p:sldLayout>
</file>

<file path=ppt/slideLayouts/slideLayout2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preserve="1" userDrawn="1">
  <p:cSld name="11_自定义版式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/>
            </a:fld>
            <a:endParaRPr lang="zh-CN" altLang="en-US"/>
          </a:p>
        </p:txBody>
      </p:sp>
    </p:spTree>
  </p:cSld>
  <p:clrMapOvr>
    <a:masterClrMapping/>
  </p:clrMapOvr>
  <p:transition/>
  <p:timing/>
</p:sldLayout>
</file>

<file path=ppt/slideLayouts/slideLayout2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preserve="1" userDrawn="1">
  <p:cSld name="12_自定义版式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/>
            </a:fld>
            <a:endParaRPr lang="zh-CN" altLang="en-US"/>
          </a:p>
        </p:txBody>
      </p:sp>
    </p:spTree>
  </p:cSld>
  <p:clrMapOvr>
    <a:masterClrMapping/>
  </p:clrMapOvr>
  <p:transition/>
  <p:timing/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slideLayout" Target="../slideLayouts/slideLayout10.xml" /><Relationship Id="rId11" Type="http://schemas.openxmlformats.org/officeDocument/2006/relationships/slideLayout" Target="../slideLayouts/slideLayout11.xml" /><Relationship Id="rId12" Type="http://schemas.openxmlformats.org/officeDocument/2006/relationships/slideLayout" Target="../slideLayouts/slideLayout12.xml" /><Relationship Id="rId13" Type="http://schemas.openxmlformats.org/officeDocument/2006/relationships/slideLayout" Target="../slideLayouts/slideLayout13.xml" /><Relationship Id="rId14" Type="http://schemas.openxmlformats.org/officeDocument/2006/relationships/slideLayout" Target="../slideLayouts/slideLayout14.xml" /><Relationship Id="rId15" Type="http://schemas.openxmlformats.org/officeDocument/2006/relationships/slideLayout" Target="../slideLayouts/slideLayout15.xml" /><Relationship Id="rId16" Type="http://schemas.openxmlformats.org/officeDocument/2006/relationships/slideLayout" Target="../slideLayouts/slideLayout16.xml" /><Relationship Id="rId17" Type="http://schemas.openxmlformats.org/officeDocument/2006/relationships/slideLayout" Target="../slideLayouts/slideLayout17.xml" /><Relationship Id="rId18" Type="http://schemas.openxmlformats.org/officeDocument/2006/relationships/slideLayout" Target="../slideLayouts/slideLayout18.xml" /><Relationship Id="rId19" Type="http://schemas.openxmlformats.org/officeDocument/2006/relationships/slideLayout" Target="../slideLayouts/slideLayout19.xml" /><Relationship Id="rId2" Type="http://schemas.openxmlformats.org/officeDocument/2006/relationships/slideLayout" Target="../slideLayouts/slideLayout2.xml" /><Relationship Id="rId20" Type="http://schemas.openxmlformats.org/officeDocument/2006/relationships/slideLayout" Target="../slideLayouts/slideLayout20.xml" /><Relationship Id="rId21" Type="http://schemas.openxmlformats.org/officeDocument/2006/relationships/slideLayout" Target="../slideLayouts/slideLayout21.xml" /><Relationship Id="rId22" Type="http://schemas.openxmlformats.org/officeDocument/2006/relationships/slideLayout" Target="../slideLayouts/slideLayout22.xml" /><Relationship Id="rId23" Type="http://schemas.openxmlformats.org/officeDocument/2006/relationships/slideLayout" Target="../slideLayouts/slideLayout23.xml" /><Relationship Id="rId24" Type="http://schemas.openxmlformats.org/officeDocument/2006/relationships/slideLayout" Target="../slideLayouts/slideLayout24.xml" /><Relationship Id="rId25" Type="http://schemas.openxmlformats.org/officeDocument/2006/relationships/tags" Target="../tags/tag57.xml" /><Relationship Id="rId26" Type="http://schemas.openxmlformats.org/officeDocument/2006/relationships/tags" Target="../tags/tag58.xml" /><Relationship Id="rId27" Type="http://schemas.openxmlformats.org/officeDocument/2006/relationships/tags" Target="../tags/tag59.xml" /><Relationship Id="rId28" Type="http://schemas.openxmlformats.org/officeDocument/2006/relationships/tags" Target="../tags/tag60.xml" /><Relationship Id="rId29" Type="http://schemas.openxmlformats.org/officeDocument/2006/relationships/tags" Target="../tags/tag61.xml" /><Relationship Id="rId3" Type="http://schemas.openxmlformats.org/officeDocument/2006/relationships/slideLayout" Target="../slideLayouts/slideLayout3.xml" /><Relationship Id="rId30" Type="http://schemas.openxmlformats.org/officeDocument/2006/relationships/image" Target="file:///D:\qq&#25991;&#20214;\712321467\Image\C2C\Image2\%7b75232B38-A165-1FB7-499C-2E1C792CACB5%7d.png" TargetMode="External" /><Relationship Id="rId31" Type="http://schemas.openxmlformats.org/officeDocument/2006/relationships/image" Target="../media/image1.png" /><Relationship Id="rId32" Type="http://schemas.openxmlformats.org/officeDocument/2006/relationships/image" Target="../media/image2.jpeg" /><Relationship Id="rId33" Type="http://schemas.openxmlformats.org/officeDocument/2006/relationships/tags" Target="../tags/tag62.xml" /><Relationship Id="rId34" Type="http://schemas.openxmlformats.org/officeDocument/2006/relationships/theme" Target="../theme/theme1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slideLayout" Target="../slideLayouts/slideLayout8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blipFill rotWithShape="0">
          <a:blip r:embed="rId3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25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6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7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8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9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0</a:t>
            </a:fld>
            <a:endParaRPr lang="zh-CN" altLang="en-US"/>
          </a:p>
        </p:txBody>
      </p:sp>
      <p:pic>
        <p:nvPicPr>
          <p:cNvPr id="7" name="图片 1073743875" descr="学科网 zxxk.com" title=""/>
          <p:cNvPicPr>
            <a:picLocks noChangeAspect="1"/>
          </p:cNvPicPr>
          <p:nvPr/>
        </p:nvPicPr>
        <p:blipFill>
          <a:blip r:embed="rId31" r:link="rId30"/>
          <a:stretch>
            <a:fillRect/>
          </a:stretch>
        </p:blipFill>
        <p:spPr>
          <a:xfrm>
            <a:off x="838200" y="365125"/>
            <a:ext cx="9525" cy="9525"/>
          </a:xfrm>
          <a:prstGeom prst="rect">
            <a:avLst/>
          </a:prstGeom>
          <a:noFill/>
          <a:ln>
            <a:noFill/>
            <a:miter lim="800000"/>
          </a:ln>
        </p:spPr>
      </p:pic>
    </p:spTree>
    <p:custDataLst>
      <p:tags r:id="rId33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</p:sldLayoutIdLst>
  <p:transition/>
  <p:timing/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ct val="0"/>
        </a:spcBef>
        <a:spcAft>
          <a:spcPts val="600"/>
        </a:spcAft>
        <a:buFont typeface="Arial" panose="020b0604020202020204" pitchFamily="34" charset="0"/>
        <a:buChar char="●"/>
        <a:tabLst>
          <a:tab pos="1609725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ct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ct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ct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tags" Target="../tags/tag63.xml" /><Relationship Id="rId3" Type="http://schemas.openxmlformats.org/officeDocument/2006/relationships/image" Target="../media/image4.png" /><Relationship Id="rId4" Type="http://schemas.openxmlformats.org/officeDocument/2006/relationships/image" Target="../media/image5.jpeg" /><Relationship Id="rId5" Type="http://schemas.openxmlformats.org/officeDocument/2006/relationships/tags" Target="../tags/tag64.xml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themeOverride" Target="../theme/themeOverride1.xml" /><Relationship Id="rId3" Type="http://schemas.openxmlformats.org/officeDocument/2006/relationships/notesSlide" Target="../notesSlides/notesSlide1.xml" /></Relationships>
</file>

<file path=ppt/slides/_rels/slide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themeOverride" Target="../theme/themeOverride2.xml" /><Relationship Id="rId3" Type="http://schemas.openxmlformats.org/officeDocument/2006/relationships/notesSlide" Target="../notesSlides/notesSlide2.xml" /></Relationships>
</file>

<file path=ppt/slides/_rels/slide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themeOverride" Target="../theme/themeOverride3.xml" /><Relationship Id="rId3" Type="http://schemas.openxmlformats.org/officeDocument/2006/relationships/notesSlide" Target="../notesSlides/notesSlide3.xml" /></Relationships>
</file>

<file path=ppt/slides/_rels/slide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themeOverride" Target="../theme/themeOverride4.xml" /><Relationship Id="rId3" Type="http://schemas.openxmlformats.org/officeDocument/2006/relationships/notesSlide" Target="../notesSlides/notesSlide4.xml" /></Relationships>
</file>

<file path=ppt/slides/_rels/slide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themeOverride" Target="../theme/themeOverride5.xml" /><Relationship Id="rId3" Type="http://schemas.openxmlformats.org/officeDocument/2006/relationships/notesSlide" Target="../notesSlides/notesSlide5.xml" /></Relationships>
</file>

<file path=ppt/slides/_rels/slide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themeOverride" Target="../theme/themeOverride6.xml" /><Relationship Id="rId3" Type="http://schemas.openxmlformats.org/officeDocument/2006/relationships/notesSlide" Target="../notesSlides/notesSlide6.xml" /></Relationships>
</file>

<file path=ppt/slides/_rels/slide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themeOverride" Target="../theme/themeOverride7.xml" /><Relationship Id="rId3" Type="http://schemas.openxmlformats.org/officeDocument/2006/relationships/notesSlide" Target="../notesSlides/notesSlide7.xml" /></Relationships>
</file>

<file path=ppt/slides/_rels/slide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themeOverride" Target="../theme/themeOverride8.xml" /><Relationship Id="rId3" Type="http://schemas.openxmlformats.org/officeDocument/2006/relationships/notesSlide" Target="../notesSlides/notesSlide8.xml" /></Relationships>
</file>

<file path=ppt/slides/_rels/slide1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themeOverride" Target="../theme/themeOverride9.xml" /><Relationship Id="rId3" Type="http://schemas.openxmlformats.org/officeDocument/2006/relationships/notesSlide" Target="../notesSlides/notesSlide9.xml" /></Relationships>
</file>

<file path=ppt/slides/_rels/slide1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themeOverride" Target="../theme/themeOverride10.xml" /><Relationship Id="rId3" Type="http://schemas.openxmlformats.org/officeDocument/2006/relationships/notesSlide" Target="../notesSlides/notesSlide10.xml" /></Relationships>
</file>

<file path=ppt/slides/_rels/slide1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themeOverride" Target="../theme/themeOverride11.xml" /><Relationship Id="rId3" Type="http://schemas.openxmlformats.org/officeDocument/2006/relationships/notesSlide" Target="../notesSlides/notesSlide11.xml" /></Relationships>
</file>

<file path=ppt/slides/_rels/slide1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themeOverride" Target="../theme/themeOverride12.xml" /><Relationship Id="rId3" Type="http://schemas.openxmlformats.org/officeDocument/2006/relationships/notesSlide" Target="../notesSlides/notesSlide12.xml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bg>
      <p:bgPr>
        <a:blipFill rotWithShape="1">
          <a:blip r:embed="rId4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3" name="副标题 2" title="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1199435" y="1701120"/>
            <a:ext cx="9799200" cy="1472400"/>
          </a:xfrm>
        </p:spPr>
        <p:txBody>
          <a:bodyPr/>
          <a:lstStyle/>
          <a:p>
            <a:pPr algn="ctr" fontAlgn="base">
              <a:lnSpc>
                <a:spcPct val="100000"/>
              </a:lnSpc>
              <a:spcBef>
                <a:spcPct val="20000"/>
              </a:spcBef>
              <a:buClrTx/>
              <a:buSzTx/>
              <a:buFontTx/>
            </a:pPr>
            <a:r>
              <a:rPr sz="44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首句接话的构思与设计</a:t>
            </a:r>
            <a:endParaRPr lang="zh-CN" altLang="en-US" sz="4400" b="1">
              <a:solidFill>
                <a:schemeClr val="tx1"/>
              </a:solidFill>
              <a:latin typeface="Times New Roman" panose="02020603050405020304" charset="0"/>
              <a:ea typeface="仿宋" panose="02010609060101010101" charset="-122"/>
              <a:cs typeface="Times New Roman" panose="02020603050405020304" charset="0"/>
              <a:sym typeface="+mn-ea"/>
            </a:endParaRPr>
          </a:p>
        </p:txBody>
      </p:sp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11798300" y="11671300"/>
            <a:ext cx="0" cy="0"/>
          </a:xfrm>
          <a:prstGeom prst="rect">
            <a:avLst/>
          </a:prstGeom>
          <a:ln>
            <a:noFill/>
          </a:ln>
        </p:spPr>
      </p:pic>
    </p:spTree>
    <p:custDataLst>
      <p:tags r:id="rId5"/>
    </p:custDataLst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4" name="页脚占位符 3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altLang="zh-CN" smtClean="0"/>
              <a:t>/    11</a:t>
            </a:r>
            <a:endParaRPr lang="zh-CN" altLang="en-US"/>
          </a:p>
        </p:txBody>
      </p:sp>
      <p:sp>
        <p:nvSpPr>
          <p:cNvPr id="5" name="灯片编号占位符 4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9F4BA8F-7B64-4198-9505-0CB5D4D3B366}" type="slidenum">
              <a:rPr lang="en-US" altLang="zh-CN" smtClean="0"/>
              <a:t>2</a:t>
            </a:fld>
            <a:endParaRPr lang="zh-CN" altLang="en-US"/>
          </a:p>
        </p:txBody>
      </p:sp>
      <p:sp>
        <p:nvSpPr>
          <p:cNvPr id="16" name="剪去对角的矩形 15" title=""/>
          <p:cNvSpPr/>
          <p:nvPr/>
        </p:nvSpPr>
        <p:spPr>
          <a:xfrm>
            <a:off x="191135" y="260350"/>
            <a:ext cx="2219325" cy="598170"/>
          </a:xfrm>
          <a:prstGeom prst="snip2DiagRect">
            <a:avLst/>
          </a:prstGeom>
          <a:solidFill>
            <a:schemeClr val="accent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4000">
                <a:solidFill>
                  <a:schemeClr val="bg1"/>
                </a:solidFill>
                <a:cs typeface="+mn-ea"/>
                <a:sym typeface="+mn-lt"/>
              </a:rPr>
              <a:t>技巧</a:t>
            </a:r>
            <a:r>
              <a:rPr lang="en-US" altLang="zh-CN" sz="4000">
                <a:solidFill>
                  <a:schemeClr val="bg1"/>
                </a:solidFill>
                <a:cs typeface="+mn-ea"/>
                <a:sym typeface="+mn-lt"/>
              </a:rPr>
              <a:t>1</a:t>
            </a:r>
            <a:endParaRPr lang="zh-CN" altLang="en-US" sz="40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7" name="剪去对角的矩形 16" title=""/>
          <p:cNvSpPr/>
          <p:nvPr/>
        </p:nvSpPr>
        <p:spPr>
          <a:xfrm>
            <a:off x="2639869" y="260380"/>
            <a:ext cx="8175872" cy="598004"/>
          </a:xfrm>
          <a:prstGeom prst="snip2DiagRect">
            <a:avLst/>
          </a:prstGeom>
          <a:solidFill>
            <a:schemeClr val="bg2">
              <a:lumMod val="40000"/>
              <a:lumOff val="6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r>
              <a:rPr lang="zh-CN" altLang="en-US" sz="3200" b="1" smtClean="0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+mn-ea"/>
                <a:sym typeface="+mn-lt"/>
              </a:rPr>
              <a:t>用副词显现做出动作反应时的时间特征等</a:t>
            </a:r>
            <a:endParaRPr lang="en-US" altLang="zh-CN" sz="3200" b="1">
              <a:solidFill>
                <a:schemeClr val="tx1"/>
              </a:solidFill>
              <a:latin typeface="仿宋" panose="02010609060101010101" charset="-122"/>
              <a:ea typeface="仿宋" panose="02010609060101010101" charset="-122"/>
              <a:cs typeface="+mn-ea"/>
              <a:sym typeface="+mn-lt"/>
            </a:endParaRPr>
          </a:p>
        </p:txBody>
      </p:sp>
      <p:sp>
        <p:nvSpPr>
          <p:cNvPr id="6" name="文本框 5" title=""/>
          <p:cNvSpPr txBox="1"/>
          <p:nvPr/>
        </p:nvSpPr>
        <p:spPr>
          <a:xfrm>
            <a:off x="335280" y="1052830"/>
            <a:ext cx="11276330" cy="39674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80000"/>
              </a:lnSpc>
            </a:pPr>
            <a:r>
              <a:rPr lang="zh-CN" altLang="en-US" sz="2800"/>
              <a:t>例如：</a:t>
            </a:r>
            <a:endParaRPr lang="zh-CN" altLang="en-US" sz="2800"/>
          </a:p>
          <a:p>
            <a:pPr algn="just">
              <a:lnSpc>
                <a:spcPct val="180000"/>
              </a:lnSpc>
            </a:pPr>
            <a:r>
              <a:rPr lang="zh-CN" altLang="en-US" sz="28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 (2016. 10浙江卷)Para1：But no more helicopters came and it was getting dark again. </a:t>
            </a:r>
            <a:r>
              <a:rPr lang="zh-CN" altLang="en-US" sz="2800" u="sng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Immediately,</a:t>
            </a:r>
            <a:r>
              <a:rPr lang="zh-CN" altLang="en-US" sz="28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 an absolute darkness ruled the forest. </a:t>
            </a:r>
            <a:endParaRPr lang="zh-CN" altLang="en-US" sz="28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algn="just">
              <a:lnSpc>
                <a:spcPct val="180000"/>
              </a:lnSpc>
            </a:pPr>
            <a:r>
              <a:rPr lang="zh-CN" altLang="en-US" sz="28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【分析】用时间时间副词承接所给首句中的</a:t>
            </a:r>
            <a:r>
              <a:rPr lang="en-US" altLang="zh-CN" sz="28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“it getting dark again”</a:t>
            </a:r>
            <a:r>
              <a:rPr lang="zh-CN" altLang="en-US" sz="28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，同时衔接后文的环境描写</a:t>
            </a:r>
            <a:r>
              <a:rPr lang="en-US" altLang="zh-CN" sz="28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“the darkness ruled the forest”</a:t>
            </a:r>
            <a:r>
              <a:rPr lang="zh-CN" altLang="en-US" sz="28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。副词衔接自然、顺畅。</a:t>
            </a:r>
            <a:endParaRPr lang="zh-CN" altLang="en-US" sz="28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</p:txBody>
      </p:sp>
    </p:spTree>
  </p:cSld>
  <p:clrMapOvr>
    <a:masterClrMapping/>
  </p:clrMapOvr>
  <p:transition spd="slow"/>
  <p:timing/>
</p:sld>
</file>

<file path=ppt/slides/slide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4" name="页脚占位符 3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altLang="zh-CN" smtClean="0"/>
              <a:t>/    11</a:t>
            </a:r>
            <a:endParaRPr lang="zh-CN" altLang="en-US"/>
          </a:p>
        </p:txBody>
      </p:sp>
      <p:sp>
        <p:nvSpPr>
          <p:cNvPr id="5" name="灯片编号占位符 4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9F4BA8F-7B64-4198-9505-0CB5D4D3B366}" type="slidenum">
              <a:rPr lang="en-US" altLang="zh-CN" smtClean="0"/>
              <a:t>3</a:t>
            </a:fld>
            <a:endParaRPr lang="zh-CN" altLang="en-US"/>
          </a:p>
        </p:txBody>
      </p:sp>
      <p:sp>
        <p:nvSpPr>
          <p:cNvPr id="16" name="剪去对角的矩形 15" title=""/>
          <p:cNvSpPr/>
          <p:nvPr/>
        </p:nvSpPr>
        <p:spPr>
          <a:xfrm>
            <a:off x="191135" y="260350"/>
            <a:ext cx="2219325" cy="598170"/>
          </a:xfrm>
          <a:prstGeom prst="snip2DiagRect">
            <a:avLst/>
          </a:prstGeom>
          <a:solidFill>
            <a:schemeClr val="accent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4000">
                <a:solidFill>
                  <a:schemeClr val="bg1"/>
                </a:solidFill>
                <a:cs typeface="+mn-ea"/>
                <a:sym typeface="+mn-lt"/>
              </a:rPr>
              <a:t>技巧</a:t>
            </a:r>
            <a:r>
              <a:rPr lang="en-US" altLang="zh-CN" sz="4000">
                <a:solidFill>
                  <a:schemeClr val="bg1"/>
                </a:solidFill>
                <a:cs typeface="+mn-ea"/>
                <a:sym typeface="+mn-lt"/>
              </a:rPr>
              <a:t>2</a:t>
            </a:r>
            <a:endParaRPr lang="zh-CN" altLang="en-US" sz="40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7" name="剪去对角的矩形 16" title=""/>
          <p:cNvSpPr/>
          <p:nvPr/>
        </p:nvSpPr>
        <p:spPr>
          <a:xfrm>
            <a:off x="2639869" y="260380"/>
            <a:ext cx="8175872" cy="598004"/>
          </a:xfrm>
          <a:prstGeom prst="snip2DiagRect">
            <a:avLst/>
          </a:prstGeom>
          <a:solidFill>
            <a:schemeClr val="bg2">
              <a:lumMod val="40000"/>
              <a:lumOff val="6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r>
              <a:rPr lang="zh-CN" altLang="en-US" sz="3200" b="1" smtClean="0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+mn-ea"/>
                <a:sym typeface="+mn-lt"/>
              </a:rPr>
              <a:t>用形容词（短语）凸显人物的情感情绪</a:t>
            </a:r>
            <a:endParaRPr lang="zh-CN" altLang="en-US" sz="3200" b="1" smtClean="0">
              <a:solidFill>
                <a:schemeClr val="tx1"/>
              </a:solidFill>
              <a:latin typeface="仿宋" panose="02010609060101010101" charset="-122"/>
              <a:ea typeface="仿宋" panose="02010609060101010101" charset="-122"/>
              <a:cs typeface="+mn-ea"/>
              <a:sym typeface="+mn-lt"/>
            </a:endParaRPr>
          </a:p>
        </p:txBody>
      </p:sp>
      <p:sp>
        <p:nvSpPr>
          <p:cNvPr id="6" name="文本框 5" title=""/>
          <p:cNvSpPr txBox="1"/>
          <p:nvPr/>
        </p:nvSpPr>
        <p:spPr>
          <a:xfrm>
            <a:off x="335280" y="1052830"/>
            <a:ext cx="11276330" cy="47428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80000"/>
              </a:lnSpc>
            </a:pPr>
            <a:r>
              <a:rPr lang="zh-CN" altLang="en-US" sz="2800"/>
              <a:t>例如：</a:t>
            </a:r>
            <a:endParaRPr lang="zh-CN" altLang="en-US" sz="2800"/>
          </a:p>
          <a:p>
            <a:pPr algn="just">
              <a:lnSpc>
                <a:spcPct val="180000"/>
              </a:lnSpc>
            </a:pPr>
            <a:r>
              <a:rPr lang="zh-CN" altLang="en-US" sz="28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  （1）(2016.10浙江卷)Para 1: But no more helicopters came and it was getting dark again. Desperate and hopeless, Jane knelt down, tears streaming down her face. </a:t>
            </a:r>
            <a:endParaRPr lang="zh-CN" altLang="en-US" sz="28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algn="just">
              <a:lnSpc>
                <a:spcPct val="180000"/>
              </a:lnSpc>
            </a:pPr>
            <a:r>
              <a:rPr lang="zh-CN" altLang="en-US" sz="28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【分析】用形容词短语“ Desperate and hopeless”凸显了人物的情绪状态，与后面的动作“knelt down”一起再现了情境中的人物的精神状态。</a:t>
            </a:r>
            <a:endParaRPr lang="zh-CN" altLang="en-US" sz="28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</p:txBody>
      </p:sp>
    </p:spTree>
  </p:cSld>
  <p:clrMapOvr>
    <a:masterClrMapping/>
  </p:clrMapOvr>
  <p:transition spd="slow"/>
  <p:timing/>
</p:sld>
</file>

<file path=ppt/slides/slide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4" name="页脚占位符 3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altLang="zh-CN" smtClean="0"/>
              <a:t>/    11</a:t>
            </a:r>
            <a:endParaRPr lang="zh-CN" altLang="en-US"/>
          </a:p>
        </p:txBody>
      </p:sp>
      <p:sp>
        <p:nvSpPr>
          <p:cNvPr id="5" name="灯片编号占位符 4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9F4BA8F-7B64-4198-9505-0CB5D4D3B366}" type="slidenum">
              <a:rPr lang="en-US" altLang="zh-CN" smtClean="0"/>
              <a:t>4</a:t>
            </a:fld>
            <a:endParaRPr lang="zh-CN" altLang="en-US"/>
          </a:p>
        </p:txBody>
      </p:sp>
      <p:sp>
        <p:nvSpPr>
          <p:cNvPr id="16" name="剪去对角的矩形 15" title=""/>
          <p:cNvSpPr/>
          <p:nvPr/>
        </p:nvSpPr>
        <p:spPr>
          <a:xfrm>
            <a:off x="191135" y="260350"/>
            <a:ext cx="2219325" cy="598170"/>
          </a:xfrm>
          <a:prstGeom prst="snip2DiagRect">
            <a:avLst/>
          </a:prstGeom>
          <a:solidFill>
            <a:schemeClr val="accent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4000">
                <a:solidFill>
                  <a:schemeClr val="bg1"/>
                </a:solidFill>
                <a:cs typeface="+mn-ea"/>
                <a:sym typeface="+mn-lt"/>
              </a:rPr>
              <a:t>技巧</a:t>
            </a:r>
            <a:r>
              <a:rPr lang="en-US" altLang="zh-CN" sz="4000">
                <a:solidFill>
                  <a:schemeClr val="bg1"/>
                </a:solidFill>
                <a:cs typeface="+mn-ea"/>
                <a:sym typeface="+mn-lt"/>
              </a:rPr>
              <a:t>2</a:t>
            </a:r>
            <a:endParaRPr lang="zh-CN" altLang="en-US" sz="40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7" name="剪去对角的矩形 16" title=""/>
          <p:cNvSpPr/>
          <p:nvPr/>
        </p:nvSpPr>
        <p:spPr>
          <a:xfrm>
            <a:off x="2639869" y="260380"/>
            <a:ext cx="8175872" cy="598004"/>
          </a:xfrm>
          <a:prstGeom prst="snip2DiagRect">
            <a:avLst/>
          </a:prstGeom>
          <a:solidFill>
            <a:schemeClr val="bg2">
              <a:lumMod val="40000"/>
              <a:lumOff val="6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r>
              <a:rPr lang="zh-CN" altLang="en-US" sz="3200" b="1" smtClean="0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+mn-ea"/>
                <a:sym typeface="+mn-lt"/>
              </a:rPr>
              <a:t>用形容词（短语）凸显人物的情感情绪</a:t>
            </a:r>
            <a:endParaRPr lang="zh-CN" altLang="en-US" sz="3200" b="1" smtClean="0">
              <a:solidFill>
                <a:schemeClr val="tx1"/>
              </a:solidFill>
              <a:latin typeface="仿宋" panose="02010609060101010101" charset="-122"/>
              <a:ea typeface="仿宋" panose="02010609060101010101" charset="-122"/>
              <a:cs typeface="+mn-ea"/>
              <a:sym typeface="+mn-lt"/>
            </a:endParaRPr>
          </a:p>
        </p:txBody>
      </p:sp>
      <p:sp>
        <p:nvSpPr>
          <p:cNvPr id="6" name="文本框 5" title=""/>
          <p:cNvSpPr txBox="1"/>
          <p:nvPr/>
        </p:nvSpPr>
        <p:spPr>
          <a:xfrm>
            <a:off x="335280" y="1052830"/>
            <a:ext cx="11276330" cy="39674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80000"/>
              </a:lnSpc>
            </a:pPr>
            <a:r>
              <a:rPr lang="zh-CN" altLang="en-US" sz="2800"/>
              <a:t>例如：</a:t>
            </a:r>
            <a:endParaRPr lang="zh-CN" altLang="en-US" sz="2800"/>
          </a:p>
          <a:p>
            <a:pPr algn="just">
              <a:lnSpc>
                <a:spcPct val="180000"/>
              </a:lnSpc>
            </a:pPr>
            <a:r>
              <a:rPr lang="zh-CN" altLang="en-US" sz="28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（2）(2016.10浙江卷)Para 2: It was daybreak when Jane woke up. Weak as she was, she struggled to her feet, continuing searching for assistance. </a:t>
            </a:r>
            <a:endParaRPr lang="zh-CN" altLang="en-US" sz="28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algn="just">
              <a:lnSpc>
                <a:spcPct val="180000"/>
              </a:lnSpc>
            </a:pPr>
            <a:r>
              <a:rPr lang="zh-CN" altLang="en-US" sz="28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【分析】用“状态形容词+as/though 引导的倒装句”结构体现了人物早上起来后的精神状态。</a:t>
            </a:r>
            <a:endParaRPr lang="zh-CN" altLang="en-US" sz="28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</p:txBody>
      </p:sp>
    </p:spTree>
  </p:cSld>
  <p:clrMapOvr>
    <a:masterClrMapping/>
  </p:clrMapOvr>
  <p:transition spd="slow"/>
  <p:timing/>
</p:sld>
</file>

<file path=ppt/slides/slide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4" name="页脚占位符 3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altLang="zh-CN" smtClean="0"/>
              <a:t>/    11</a:t>
            </a:r>
            <a:endParaRPr lang="zh-CN" altLang="en-US"/>
          </a:p>
        </p:txBody>
      </p:sp>
      <p:sp>
        <p:nvSpPr>
          <p:cNvPr id="5" name="灯片编号占位符 4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9F4BA8F-7B64-4198-9505-0CB5D4D3B366}" type="slidenum">
              <a:rPr lang="en-US" altLang="zh-CN" smtClean="0"/>
              <a:t>5</a:t>
            </a:fld>
            <a:endParaRPr lang="zh-CN" altLang="en-US"/>
          </a:p>
        </p:txBody>
      </p:sp>
      <p:sp>
        <p:nvSpPr>
          <p:cNvPr id="16" name="剪去对角的矩形 15" title=""/>
          <p:cNvSpPr/>
          <p:nvPr/>
        </p:nvSpPr>
        <p:spPr>
          <a:xfrm>
            <a:off x="191135" y="260350"/>
            <a:ext cx="2219325" cy="598170"/>
          </a:xfrm>
          <a:prstGeom prst="snip2DiagRect">
            <a:avLst/>
          </a:prstGeom>
          <a:solidFill>
            <a:schemeClr val="accent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4000">
                <a:solidFill>
                  <a:schemeClr val="bg1"/>
                </a:solidFill>
                <a:cs typeface="+mn-ea"/>
                <a:sym typeface="+mn-lt"/>
              </a:rPr>
              <a:t>技巧</a:t>
            </a:r>
            <a:r>
              <a:rPr lang="en-US" altLang="zh-CN" sz="4000">
                <a:solidFill>
                  <a:schemeClr val="bg1"/>
                </a:solidFill>
                <a:cs typeface="+mn-ea"/>
                <a:sym typeface="+mn-lt"/>
              </a:rPr>
              <a:t>2</a:t>
            </a:r>
            <a:endParaRPr lang="zh-CN" altLang="en-US" sz="40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7" name="剪去对角的矩形 16" title=""/>
          <p:cNvSpPr/>
          <p:nvPr/>
        </p:nvSpPr>
        <p:spPr>
          <a:xfrm>
            <a:off x="2639869" y="260380"/>
            <a:ext cx="8175872" cy="598004"/>
          </a:xfrm>
          <a:prstGeom prst="snip2DiagRect">
            <a:avLst/>
          </a:prstGeom>
          <a:solidFill>
            <a:schemeClr val="bg2">
              <a:lumMod val="40000"/>
              <a:lumOff val="6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r>
              <a:rPr lang="zh-CN" altLang="en-US" sz="3200" b="1" smtClean="0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+mn-ea"/>
                <a:sym typeface="+mn-lt"/>
              </a:rPr>
              <a:t>用形容词（短语）凸显人物的情感情绪</a:t>
            </a:r>
            <a:endParaRPr lang="zh-CN" altLang="en-US" sz="3200" b="1" smtClean="0">
              <a:solidFill>
                <a:schemeClr val="tx1"/>
              </a:solidFill>
              <a:latin typeface="仿宋" panose="02010609060101010101" charset="-122"/>
              <a:ea typeface="仿宋" panose="02010609060101010101" charset="-122"/>
              <a:cs typeface="+mn-ea"/>
              <a:sym typeface="+mn-lt"/>
            </a:endParaRPr>
          </a:p>
        </p:txBody>
      </p:sp>
      <p:sp>
        <p:nvSpPr>
          <p:cNvPr id="6" name="文本框 5" title=""/>
          <p:cNvSpPr txBox="1"/>
          <p:nvPr/>
        </p:nvSpPr>
        <p:spPr>
          <a:xfrm>
            <a:off x="335280" y="1052830"/>
            <a:ext cx="11276330" cy="47428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80000"/>
              </a:lnSpc>
            </a:pPr>
            <a:r>
              <a:rPr lang="zh-CN" altLang="en-US" sz="2800"/>
              <a:t>例如：</a:t>
            </a:r>
            <a:endParaRPr lang="zh-CN" altLang="en-US" sz="2800"/>
          </a:p>
          <a:p>
            <a:pPr algn="just">
              <a:lnSpc>
                <a:spcPct val="180000"/>
              </a:lnSpc>
            </a:pPr>
            <a:r>
              <a:rPr lang="zh-CN" altLang="en-US" sz="28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  （3）(2018.06浙江卷)Para 1: Suddenly a little rabbit jumped out in front of my horse. Afraid that I might hurt the lovely small creature, I automatically let out a cry to stop my horse. </a:t>
            </a:r>
            <a:endParaRPr lang="zh-CN" altLang="en-US" sz="28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algn="just">
              <a:lnSpc>
                <a:spcPct val="180000"/>
              </a:lnSpc>
            </a:pPr>
            <a:r>
              <a:rPr lang="zh-CN" altLang="en-US" sz="28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【分析】用“情绪形容词+从句”结构阐释了人物见到兔子后的心理反应。</a:t>
            </a:r>
            <a:endParaRPr lang="zh-CN" altLang="en-US" sz="28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</p:txBody>
      </p:sp>
    </p:spTree>
  </p:cSld>
  <p:clrMapOvr>
    <a:masterClrMapping/>
  </p:clrMapOvr>
  <p:transition spd="slow"/>
  <p:timing/>
</p:sld>
</file>

<file path=ppt/slides/slide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4" name="页脚占位符 3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altLang="zh-CN" smtClean="0"/>
              <a:t>/    11</a:t>
            </a:r>
            <a:endParaRPr lang="zh-CN" altLang="en-US"/>
          </a:p>
        </p:txBody>
      </p:sp>
      <p:sp>
        <p:nvSpPr>
          <p:cNvPr id="5" name="灯片编号占位符 4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9F4BA8F-7B64-4198-9505-0CB5D4D3B366}" type="slidenum">
              <a:rPr lang="en-US" altLang="zh-CN" smtClean="0"/>
              <a:t>6</a:t>
            </a:fld>
            <a:endParaRPr lang="zh-CN" altLang="en-US"/>
          </a:p>
        </p:txBody>
      </p:sp>
      <p:sp>
        <p:nvSpPr>
          <p:cNvPr id="16" name="剪去对角的矩形 15" title=""/>
          <p:cNvSpPr/>
          <p:nvPr/>
        </p:nvSpPr>
        <p:spPr>
          <a:xfrm>
            <a:off x="191135" y="260350"/>
            <a:ext cx="2219325" cy="598170"/>
          </a:xfrm>
          <a:prstGeom prst="snip2DiagRect">
            <a:avLst/>
          </a:prstGeom>
          <a:solidFill>
            <a:schemeClr val="accent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4000">
                <a:solidFill>
                  <a:schemeClr val="bg1"/>
                </a:solidFill>
                <a:cs typeface="+mn-ea"/>
                <a:sym typeface="+mn-lt"/>
              </a:rPr>
              <a:t>技巧</a:t>
            </a:r>
            <a:r>
              <a:rPr lang="en-US" altLang="zh-CN" sz="4000">
                <a:solidFill>
                  <a:schemeClr val="bg1"/>
                </a:solidFill>
                <a:cs typeface="+mn-ea"/>
                <a:sym typeface="+mn-lt"/>
              </a:rPr>
              <a:t>2</a:t>
            </a:r>
            <a:endParaRPr lang="zh-CN" altLang="en-US" sz="40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7" name="剪去对角的矩形 16" title=""/>
          <p:cNvSpPr/>
          <p:nvPr/>
        </p:nvSpPr>
        <p:spPr>
          <a:xfrm>
            <a:off x="2639869" y="260380"/>
            <a:ext cx="8175872" cy="598004"/>
          </a:xfrm>
          <a:prstGeom prst="snip2DiagRect">
            <a:avLst/>
          </a:prstGeom>
          <a:solidFill>
            <a:schemeClr val="bg2">
              <a:lumMod val="40000"/>
              <a:lumOff val="6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r>
              <a:rPr lang="zh-CN" altLang="en-US" sz="3200" b="1" smtClean="0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+mn-ea"/>
                <a:sym typeface="+mn-lt"/>
              </a:rPr>
              <a:t>用形容词（短语）凸显人物的情感情绪</a:t>
            </a:r>
            <a:endParaRPr lang="zh-CN" altLang="en-US" sz="3200" b="1" smtClean="0">
              <a:solidFill>
                <a:schemeClr val="tx1"/>
              </a:solidFill>
              <a:latin typeface="仿宋" panose="02010609060101010101" charset="-122"/>
              <a:ea typeface="仿宋" panose="02010609060101010101" charset="-122"/>
              <a:cs typeface="+mn-ea"/>
              <a:sym typeface="+mn-lt"/>
            </a:endParaRPr>
          </a:p>
        </p:txBody>
      </p:sp>
      <p:sp>
        <p:nvSpPr>
          <p:cNvPr id="6" name="文本框 5" title=""/>
          <p:cNvSpPr txBox="1"/>
          <p:nvPr/>
        </p:nvSpPr>
        <p:spPr>
          <a:xfrm>
            <a:off x="335280" y="1052830"/>
            <a:ext cx="11276330" cy="39674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80000"/>
              </a:lnSpc>
            </a:pPr>
            <a:r>
              <a:rPr lang="zh-CN" altLang="en-US" sz="2800"/>
              <a:t>例如：</a:t>
            </a:r>
            <a:endParaRPr lang="zh-CN" altLang="en-US" sz="2800"/>
          </a:p>
          <a:p>
            <a:pPr algn="just">
              <a:lnSpc>
                <a:spcPct val="180000"/>
              </a:lnSpc>
            </a:pPr>
            <a:r>
              <a:rPr lang="zh-CN" altLang="en-US" sz="28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 （4）(2018.06浙江卷)Para 2: We had no idea where we were and it got dark. Exhausted and hungry, I wondered if we could find our way back. </a:t>
            </a:r>
            <a:endParaRPr lang="zh-CN" altLang="en-US" sz="28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algn="just">
              <a:lnSpc>
                <a:spcPct val="180000"/>
              </a:lnSpc>
            </a:pPr>
            <a:r>
              <a:rPr lang="zh-CN" altLang="en-US" sz="28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【分析】用并列的表示心理状态的形容词，体现了人物心力交瘁的状态。。</a:t>
            </a:r>
            <a:endParaRPr lang="zh-CN" altLang="en-US" sz="28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</p:txBody>
      </p:sp>
    </p:spTree>
  </p:cSld>
  <p:clrMapOvr>
    <a:masterClrMapping/>
  </p:clrMapOvr>
  <p:transition spd="slow"/>
  <p:timing/>
</p:sld>
</file>

<file path=ppt/slides/slide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4" name="页脚占位符 3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altLang="zh-CN" smtClean="0"/>
              <a:t>/    11</a:t>
            </a:r>
            <a:endParaRPr lang="zh-CN" altLang="en-US"/>
          </a:p>
        </p:txBody>
      </p:sp>
      <p:sp>
        <p:nvSpPr>
          <p:cNvPr id="5" name="灯片编号占位符 4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9F4BA8F-7B64-4198-9505-0CB5D4D3B366}" type="slidenum">
              <a:rPr lang="en-US" altLang="zh-CN" smtClean="0"/>
              <a:t>7</a:t>
            </a:fld>
            <a:endParaRPr lang="zh-CN" altLang="en-US"/>
          </a:p>
        </p:txBody>
      </p:sp>
      <p:sp>
        <p:nvSpPr>
          <p:cNvPr id="16" name="剪去对角的矩形 15" title=""/>
          <p:cNvSpPr/>
          <p:nvPr/>
        </p:nvSpPr>
        <p:spPr>
          <a:xfrm>
            <a:off x="191135" y="260350"/>
            <a:ext cx="2219325" cy="598170"/>
          </a:xfrm>
          <a:prstGeom prst="snip2DiagRect">
            <a:avLst/>
          </a:prstGeom>
          <a:solidFill>
            <a:schemeClr val="accent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4000">
                <a:solidFill>
                  <a:schemeClr val="bg1"/>
                </a:solidFill>
                <a:cs typeface="+mn-ea"/>
                <a:sym typeface="+mn-lt"/>
              </a:rPr>
              <a:t>技巧</a:t>
            </a:r>
            <a:r>
              <a:rPr lang="en-US" altLang="zh-CN" sz="4000">
                <a:solidFill>
                  <a:schemeClr val="bg1"/>
                </a:solidFill>
                <a:cs typeface="+mn-ea"/>
                <a:sym typeface="+mn-lt"/>
              </a:rPr>
              <a:t>3</a:t>
            </a:r>
            <a:endParaRPr lang="zh-CN" altLang="en-US" sz="40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7" name="剪去对角的矩形 16" title=""/>
          <p:cNvSpPr/>
          <p:nvPr/>
        </p:nvSpPr>
        <p:spPr>
          <a:xfrm>
            <a:off x="2639869" y="332135"/>
            <a:ext cx="8175872" cy="598004"/>
          </a:xfrm>
          <a:prstGeom prst="snip2DiagRect">
            <a:avLst/>
          </a:prstGeom>
          <a:solidFill>
            <a:schemeClr val="bg2">
              <a:lumMod val="40000"/>
              <a:lumOff val="6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r>
              <a:rPr lang="zh-CN" altLang="en-US" sz="3200" b="1" smtClean="0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+mn-ea"/>
                <a:sym typeface="+mn-lt"/>
              </a:rPr>
              <a:t>用分词（短语）体现人物的心理变化等</a:t>
            </a:r>
            <a:endParaRPr lang="zh-CN" altLang="en-US" sz="3200" b="1" smtClean="0">
              <a:solidFill>
                <a:schemeClr val="tx1"/>
              </a:solidFill>
              <a:latin typeface="仿宋" panose="02010609060101010101" charset="-122"/>
              <a:ea typeface="仿宋" panose="02010609060101010101" charset="-122"/>
              <a:cs typeface="+mn-ea"/>
              <a:sym typeface="+mn-lt"/>
            </a:endParaRPr>
          </a:p>
        </p:txBody>
      </p:sp>
      <p:sp>
        <p:nvSpPr>
          <p:cNvPr id="6" name="文本框 5" title=""/>
          <p:cNvSpPr txBox="1"/>
          <p:nvPr/>
        </p:nvSpPr>
        <p:spPr>
          <a:xfrm>
            <a:off x="335280" y="1052830"/>
            <a:ext cx="11276330" cy="39674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80000"/>
              </a:lnSpc>
            </a:pPr>
            <a:r>
              <a:rPr lang="zh-CN" altLang="en-US" sz="2800"/>
              <a:t>例如：</a:t>
            </a:r>
            <a:endParaRPr lang="zh-CN" altLang="en-US" sz="2800"/>
          </a:p>
          <a:p>
            <a:pPr algn="just">
              <a:lnSpc>
                <a:spcPct val="180000"/>
              </a:lnSpc>
            </a:pPr>
            <a:r>
              <a:rPr lang="zh-CN" altLang="en-US" sz="28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（1） (2016.10浙江卷) Para1: But no more helicopters came and it was getting dark again. Feeling disappointed, Jane had to stay alone for another night. </a:t>
            </a:r>
            <a:endParaRPr lang="zh-CN" altLang="en-US" sz="28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algn="just">
              <a:lnSpc>
                <a:spcPct val="180000"/>
              </a:lnSpc>
            </a:pPr>
            <a:r>
              <a:rPr lang="zh-CN" altLang="en-US" sz="28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【分析】用“现在分词+情绪形容词”结构体现了人物失望的心理状态。</a:t>
            </a:r>
            <a:endParaRPr lang="zh-CN" altLang="en-US" sz="28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</p:txBody>
      </p:sp>
    </p:spTree>
  </p:cSld>
  <p:clrMapOvr>
    <a:masterClrMapping/>
  </p:clrMapOvr>
  <p:transition spd="slow"/>
  <p:timing/>
</p:sld>
</file>

<file path=ppt/slides/slide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4" name="页脚占位符 3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altLang="zh-CN" smtClean="0"/>
              <a:t>/    11</a:t>
            </a:r>
            <a:endParaRPr lang="zh-CN" altLang="en-US"/>
          </a:p>
        </p:txBody>
      </p:sp>
      <p:sp>
        <p:nvSpPr>
          <p:cNvPr id="5" name="灯片编号占位符 4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9F4BA8F-7B64-4198-9505-0CB5D4D3B366}" type="slidenum">
              <a:rPr lang="en-US" altLang="zh-CN" smtClean="0"/>
              <a:t>8</a:t>
            </a:fld>
            <a:endParaRPr lang="zh-CN" altLang="en-US"/>
          </a:p>
        </p:txBody>
      </p:sp>
      <p:sp>
        <p:nvSpPr>
          <p:cNvPr id="16" name="剪去对角的矩形 15" title=""/>
          <p:cNvSpPr/>
          <p:nvPr/>
        </p:nvSpPr>
        <p:spPr>
          <a:xfrm>
            <a:off x="191135" y="260350"/>
            <a:ext cx="2219325" cy="598170"/>
          </a:xfrm>
          <a:prstGeom prst="snip2DiagRect">
            <a:avLst/>
          </a:prstGeom>
          <a:solidFill>
            <a:schemeClr val="accent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4000">
                <a:solidFill>
                  <a:schemeClr val="bg1"/>
                </a:solidFill>
                <a:cs typeface="+mn-ea"/>
                <a:sym typeface="+mn-lt"/>
              </a:rPr>
              <a:t>技巧</a:t>
            </a:r>
            <a:r>
              <a:rPr lang="en-US" altLang="zh-CN" sz="4000">
                <a:solidFill>
                  <a:schemeClr val="bg1"/>
                </a:solidFill>
                <a:cs typeface="+mn-ea"/>
                <a:sym typeface="+mn-lt"/>
              </a:rPr>
              <a:t>3</a:t>
            </a:r>
            <a:endParaRPr lang="zh-CN" altLang="en-US" sz="40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7" name="剪去对角的矩形 16" title=""/>
          <p:cNvSpPr/>
          <p:nvPr/>
        </p:nvSpPr>
        <p:spPr>
          <a:xfrm>
            <a:off x="2639869" y="260380"/>
            <a:ext cx="8175872" cy="598004"/>
          </a:xfrm>
          <a:prstGeom prst="snip2DiagRect">
            <a:avLst/>
          </a:prstGeom>
          <a:solidFill>
            <a:schemeClr val="bg2">
              <a:lumMod val="40000"/>
              <a:lumOff val="6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r>
              <a:rPr lang="zh-CN" altLang="en-US" sz="3200" b="1" smtClean="0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+mn-ea"/>
                <a:sym typeface="+mn-lt"/>
              </a:rPr>
              <a:t>用分词（短语）体现人物的心理变化等</a:t>
            </a:r>
            <a:endParaRPr lang="zh-CN" altLang="en-US" sz="3200" b="1" smtClean="0">
              <a:solidFill>
                <a:schemeClr val="tx1"/>
              </a:solidFill>
              <a:latin typeface="仿宋" panose="02010609060101010101" charset="-122"/>
              <a:ea typeface="仿宋" panose="02010609060101010101" charset="-122"/>
              <a:cs typeface="+mn-ea"/>
              <a:sym typeface="+mn-lt"/>
            </a:endParaRPr>
          </a:p>
        </p:txBody>
      </p:sp>
      <p:sp>
        <p:nvSpPr>
          <p:cNvPr id="6" name="文本框 5" title=""/>
          <p:cNvSpPr txBox="1"/>
          <p:nvPr/>
        </p:nvSpPr>
        <p:spPr>
          <a:xfrm>
            <a:off x="335280" y="1052830"/>
            <a:ext cx="11276330" cy="39674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80000"/>
              </a:lnSpc>
            </a:pPr>
            <a:r>
              <a:rPr lang="zh-CN" altLang="en-US" sz="2800"/>
              <a:t>例如：</a:t>
            </a:r>
            <a:endParaRPr lang="zh-CN" altLang="en-US" sz="2800"/>
          </a:p>
          <a:p>
            <a:pPr algn="just">
              <a:lnSpc>
                <a:spcPct val="180000"/>
              </a:lnSpc>
            </a:pPr>
            <a:r>
              <a:rPr lang="zh-CN" altLang="en-US" sz="28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 （2）(2016.10浙江卷) Para 2: It was daybreak when Jane woke up. Feeling refreshed, she continued to walk along the stream to find the way out.</a:t>
            </a:r>
            <a:endParaRPr lang="zh-CN" altLang="en-US" sz="28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algn="just">
              <a:lnSpc>
                <a:spcPct val="180000"/>
              </a:lnSpc>
            </a:pPr>
            <a:r>
              <a:rPr lang="zh-CN" altLang="en-US" sz="28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【分析】用“现在分词+状态形容词”结构传递了人物早上醒来后的精神状态。</a:t>
            </a:r>
            <a:endParaRPr lang="zh-CN" altLang="en-US" sz="28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</p:txBody>
      </p:sp>
    </p:spTree>
  </p:cSld>
  <p:clrMapOvr>
    <a:masterClrMapping/>
  </p:clrMapOvr>
  <p:transition spd="slow"/>
  <p:timing/>
</p:sld>
</file>

<file path=ppt/slides/slide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4" name="页脚占位符 3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altLang="zh-CN" smtClean="0"/>
              <a:t>/    11</a:t>
            </a:r>
            <a:endParaRPr lang="zh-CN" altLang="en-US"/>
          </a:p>
        </p:txBody>
      </p:sp>
      <p:sp>
        <p:nvSpPr>
          <p:cNvPr id="5" name="灯片编号占位符 4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9F4BA8F-7B64-4198-9505-0CB5D4D3B366}" type="slidenum">
              <a:rPr lang="en-US" altLang="zh-CN" smtClean="0"/>
              <a:t>9</a:t>
            </a:fld>
            <a:endParaRPr lang="zh-CN" altLang="en-US"/>
          </a:p>
        </p:txBody>
      </p:sp>
      <p:sp>
        <p:nvSpPr>
          <p:cNvPr id="16" name="剪去对角的矩形 15" title=""/>
          <p:cNvSpPr/>
          <p:nvPr/>
        </p:nvSpPr>
        <p:spPr>
          <a:xfrm>
            <a:off x="191135" y="260350"/>
            <a:ext cx="2219325" cy="598170"/>
          </a:xfrm>
          <a:prstGeom prst="snip2DiagRect">
            <a:avLst/>
          </a:prstGeom>
          <a:solidFill>
            <a:schemeClr val="accent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4000">
                <a:solidFill>
                  <a:schemeClr val="bg1"/>
                </a:solidFill>
                <a:cs typeface="+mn-ea"/>
                <a:sym typeface="+mn-lt"/>
              </a:rPr>
              <a:t>技巧</a:t>
            </a:r>
            <a:r>
              <a:rPr lang="en-US" altLang="zh-CN" sz="4000">
                <a:solidFill>
                  <a:schemeClr val="bg1"/>
                </a:solidFill>
                <a:cs typeface="+mn-ea"/>
                <a:sym typeface="+mn-lt"/>
              </a:rPr>
              <a:t>4</a:t>
            </a:r>
            <a:endParaRPr lang="zh-CN" altLang="en-US" sz="40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7" name="剪去对角的矩形 16" title=""/>
          <p:cNvSpPr/>
          <p:nvPr/>
        </p:nvSpPr>
        <p:spPr>
          <a:xfrm>
            <a:off x="2639869" y="260380"/>
            <a:ext cx="8175872" cy="598004"/>
          </a:xfrm>
          <a:prstGeom prst="snip2DiagRect">
            <a:avLst/>
          </a:prstGeom>
          <a:solidFill>
            <a:schemeClr val="bg2">
              <a:lumMod val="40000"/>
              <a:lumOff val="6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r>
              <a:rPr lang="zh-CN" altLang="en-US" sz="3200" b="1" smtClean="0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+mn-ea"/>
                <a:sym typeface="+mn-lt"/>
              </a:rPr>
              <a:t>用直接引语增强情境效果</a:t>
            </a:r>
            <a:endParaRPr lang="zh-CN" altLang="en-US" sz="3200" b="1" smtClean="0">
              <a:solidFill>
                <a:schemeClr val="tx1"/>
              </a:solidFill>
              <a:latin typeface="仿宋" panose="02010609060101010101" charset="-122"/>
              <a:ea typeface="仿宋" panose="02010609060101010101" charset="-122"/>
              <a:cs typeface="+mn-ea"/>
              <a:sym typeface="+mn-lt"/>
            </a:endParaRPr>
          </a:p>
        </p:txBody>
      </p:sp>
      <p:sp>
        <p:nvSpPr>
          <p:cNvPr id="6" name="文本框 5" title=""/>
          <p:cNvSpPr txBox="1"/>
          <p:nvPr/>
        </p:nvSpPr>
        <p:spPr>
          <a:xfrm>
            <a:off x="335280" y="1052830"/>
            <a:ext cx="11276330" cy="39674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80000"/>
              </a:lnSpc>
            </a:pPr>
            <a:r>
              <a:rPr lang="zh-CN" altLang="en-US" sz="2800"/>
              <a:t>例如：</a:t>
            </a:r>
            <a:endParaRPr lang="zh-CN" altLang="en-US" sz="2800"/>
          </a:p>
          <a:p>
            <a:pPr algn="just">
              <a:lnSpc>
                <a:spcPct val="180000"/>
              </a:lnSpc>
            </a:pPr>
            <a:r>
              <a:rPr lang="zh-CN" altLang="en-US" sz="28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 (2017.06浙江卷)Para 1: The car abruptly stopped in front of him. "Get into the car." Paul shouted at Mac. </a:t>
            </a:r>
            <a:endParaRPr lang="zh-CN" altLang="en-US" sz="28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algn="just">
              <a:lnSpc>
                <a:spcPct val="180000"/>
              </a:lnSpc>
            </a:pPr>
            <a:r>
              <a:rPr lang="zh-CN" altLang="en-US" sz="28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【分析】用含有祈使句的直接引语与首句提示中的“abruptly stopped”形成呼应，进一步烘托了紧张的情境。。</a:t>
            </a:r>
            <a:endParaRPr lang="zh-CN" altLang="en-US" sz="28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</p:txBody>
      </p:sp>
    </p:spTree>
  </p:cSld>
  <p:clrMapOvr>
    <a:masterClrMapping/>
  </p:clrMapOvr>
  <p:transition spd="slow"/>
  <p:timing/>
</p:sld>
</file>

<file path=ppt/slides/slide1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4" name="页脚占位符 3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altLang="zh-CN" smtClean="0"/>
              <a:t>/    11</a:t>
            </a:r>
            <a:endParaRPr lang="zh-CN" altLang="en-US"/>
          </a:p>
        </p:txBody>
      </p:sp>
      <p:sp>
        <p:nvSpPr>
          <p:cNvPr id="5" name="灯片编号占位符 4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9F4BA8F-7B64-4198-9505-0CB5D4D3B366}" type="slidenum">
              <a:rPr lang="en-US" altLang="zh-CN" smtClean="0"/>
              <a:t>10</a:t>
            </a:fld>
            <a:endParaRPr lang="zh-CN" altLang="en-US"/>
          </a:p>
        </p:txBody>
      </p:sp>
      <p:sp>
        <p:nvSpPr>
          <p:cNvPr id="16" name="剪去对角的矩形 15" title=""/>
          <p:cNvSpPr/>
          <p:nvPr/>
        </p:nvSpPr>
        <p:spPr>
          <a:xfrm>
            <a:off x="191135" y="260350"/>
            <a:ext cx="2219325" cy="598170"/>
          </a:xfrm>
          <a:prstGeom prst="snip2DiagRect">
            <a:avLst/>
          </a:prstGeom>
          <a:solidFill>
            <a:schemeClr val="accent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4000">
                <a:solidFill>
                  <a:schemeClr val="bg1"/>
                </a:solidFill>
                <a:cs typeface="+mn-ea"/>
                <a:sym typeface="+mn-lt"/>
              </a:rPr>
              <a:t>技巧</a:t>
            </a:r>
            <a:r>
              <a:rPr lang="en-US" altLang="zh-CN" sz="4000">
                <a:solidFill>
                  <a:schemeClr val="bg1"/>
                </a:solidFill>
                <a:cs typeface="+mn-ea"/>
                <a:sym typeface="+mn-lt"/>
              </a:rPr>
              <a:t>5</a:t>
            </a:r>
            <a:endParaRPr lang="zh-CN" altLang="en-US" sz="40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7" name="剪去对角的矩形 16" title=""/>
          <p:cNvSpPr/>
          <p:nvPr/>
        </p:nvSpPr>
        <p:spPr>
          <a:xfrm>
            <a:off x="2639869" y="260380"/>
            <a:ext cx="8175872" cy="598004"/>
          </a:xfrm>
          <a:prstGeom prst="snip2DiagRect">
            <a:avLst/>
          </a:prstGeom>
          <a:solidFill>
            <a:schemeClr val="bg2">
              <a:lumMod val="40000"/>
              <a:lumOff val="6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r>
              <a:rPr lang="zh-CN" altLang="en-US" sz="3200" b="1" smtClean="0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+mn-ea"/>
                <a:sym typeface="+mn-lt"/>
              </a:rPr>
              <a:t>添加背景描写以烘托场景</a:t>
            </a:r>
            <a:endParaRPr lang="zh-CN" altLang="en-US" sz="3200" b="1" smtClean="0">
              <a:solidFill>
                <a:schemeClr val="tx1"/>
              </a:solidFill>
              <a:latin typeface="仿宋" panose="02010609060101010101" charset="-122"/>
              <a:ea typeface="仿宋" panose="02010609060101010101" charset="-122"/>
              <a:cs typeface="+mn-ea"/>
              <a:sym typeface="+mn-lt"/>
            </a:endParaRPr>
          </a:p>
        </p:txBody>
      </p:sp>
      <p:sp>
        <p:nvSpPr>
          <p:cNvPr id="6" name="文本框 5" title=""/>
          <p:cNvSpPr txBox="1"/>
          <p:nvPr/>
        </p:nvSpPr>
        <p:spPr>
          <a:xfrm>
            <a:off x="335280" y="1052830"/>
            <a:ext cx="11276330" cy="55175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80000"/>
              </a:lnSpc>
            </a:pPr>
            <a:r>
              <a:rPr lang="zh-CN" altLang="en-US" sz="2800"/>
              <a:t>例如：</a:t>
            </a:r>
            <a:endParaRPr lang="zh-CN" altLang="en-US" sz="2800"/>
          </a:p>
          <a:p>
            <a:pPr algn="just">
              <a:lnSpc>
                <a:spcPct val="180000"/>
              </a:lnSpc>
            </a:pPr>
            <a:r>
              <a:rPr lang="zh-CN" altLang="en-US" sz="28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 (2017.11浙江卷)Para 2: We drove through several states and saw lots of great sights along the way. I looked out of the car window, winding rivers, lofty mountains, sunny beaches and deep valleys holding me entirely in their fascination. </a:t>
            </a:r>
            <a:endParaRPr lang="zh-CN" altLang="en-US" sz="28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algn="just">
              <a:lnSpc>
                <a:spcPct val="180000"/>
              </a:lnSpc>
            </a:pPr>
            <a:r>
              <a:rPr lang="zh-CN" altLang="en-US" sz="28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【分析】用“视觉+环境描写+拟人修辞”结构与首句提示语中的“lots of great sights”遥相呼应，再现了美丽风景对视觉的冲击效果。</a:t>
            </a:r>
            <a:endParaRPr lang="zh-CN" altLang="en-US" sz="28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</p:txBody>
      </p:sp>
    </p:spTree>
  </p:cSld>
  <p:clrMapOvr>
    <a:masterClrMapping/>
  </p:clrMapOvr>
  <p:transition spd="slow"/>
  <p:timing/>
</p:sld>
</file>

<file path=ppt/slides/slide1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4" name="页脚占位符 3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altLang="zh-CN" smtClean="0"/>
              <a:t>/    11</a:t>
            </a:r>
            <a:endParaRPr lang="zh-CN" altLang="en-US"/>
          </a:p>
        </p:txBody>
      </p:sp>
      <p:sp>
        <p:nvSpPr>
          <p:cNvPr id="5" name="灯片编号占位符 4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9F4BA8F-7B64-4198-9505-0CB5D4D3B366}" type="slidenum">
              <a:rPr lang="en-US" altLang="zh-CN" smtClean="0"/>
              <a:t>11</a:t>
            </a:fld>
            <a:endParaRPr lang="zh-CN" altLang="en-US"/>
          </a:p>
        </p:txBody>
      </p:sp>
      <p:sp>
        <p:nvSpPr>
          <p:cNvPr id="16" name="剪去对角的矩形 15" title=""/>
          <p:cNvSpPr/>
          <p:nvPr/>
        </p:nvSpPr>
        <p:spPr>
          <a:xfrm>
            <a:off x="191135" y="260350"/>
            <a:ext cx="2219325" cy="598170"/>
          </a:xfrm>
          <a:prstGeom prst="snip2DiagRect">
            <a:avLst/>
          </a:prstGeom>
          <a:solidFill>
            <a:schemeClr val="accent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4000">
                <a:solidFill>
                  <a:schemeClr val="bg1"/>
                </a:solidFill>
                <a:cs typeface="+mn-ea"/>
                <a:sym typeface="+mn-lt"/>
              </a:rPr>
              <a:t>技巧</a:t>
            </a:r>
            <a:r>
              <a:rPr lang="en-US" altLang="zh-CN" sz="4000">
                <a:solidFill>
                  <a:schemeClr val="bg1"/>
                </a:solidFill>
                <a:cs typeface="+mn-ea"/>
                <a:sym typeface="+mn-lt"/>
              </a:rPr>
              <a:t>6</a:t>
            </a:r>
            <a:endParaRPr lang="zh-CN" altLang="en-US" sz="40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7" name="剪去对角的矩形 16" title=""/>
          <p:cNvSpPr/>
          <p:nvPr/>
        </p:nvSpPr>
        <p:spPr>
          <a:xfrm>
            <a:off x="2639869" y="260380"/>
            <a:ext cx="8175872" cy="598004"/>
          </a:xfrm>
          <a:prstGeom prst="snip2DiagRect">
            <a:avLst/>
          </a:prstGeom>
          <a:solidFill>
            <a:schemeClr val="bg2">
              <a:lumMod val="40000"/>
              <a:lumOff val="6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r>
              <a:rPr lang="zh-CN" altLang="en-US" sz="3200" b="1" smtClean="0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+mn-ea"/>
                <a:sym typeface="+mn-lt"/>
              </a:rPr>
              <a:t>引入新动作创造新的情境</a:t>
            </a:r>
            <a:endParaRPr lang="zh-CN" altLang="en-US" sz="3200" b="1" smtClean="0">
              <a:solidFill>
                <a:schemeClr val="tx1"/>
              </a:solidFill>
              <a:latin typeface="仿宋" panose="02010609060101010101" charset="-122"/>
              <a:ea typeface="仿宋" panose="02010609060101010101" charset="-122"/>
              <a:cs typeface="+mn-ea"/>
              <a:sym typeface="+mn-lt"/>
            </a:endParaRPr>
          </a:p>
        </p:txBody>
      </p:sp>
      <p:sp>
        <p:nvSpPr>
          <p:cNvPr id="6" name="文本框 5" title=""/>
          <p:cNvSpPr txBox="1"/>
          <p:nvPr/>
        </p:nvSpPr>
        <p:spPr>
          <a:xfrm>
            <a:off x="335280" y="1052830"/>
            <a:ext cx="11276330" cy="47428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80000"/>
              </a:lnSpc>
            </a:pPr>
            <a:r>
              <a:rPr lang="zh-CN" altLang="en-US" sz="2800"/>
              <a:t>例如：</a:t>
            </a:r>
            <a:endParaRPr lang="zh-CN" altLang="en-US" sz="2800"/>
          </a:p>
          <a:p>
            <a:pPr algn="just">
              <a:lnSpc>
                <a:spcPct val="180000"/>
              </a:lnSpc>
            </a:pPr>
            <a:r>
              <a:rPr lang="zh-CN" altLang="en-US" sz="28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 (2017.11浙江卷)Para 1: The next day we remembered the brand-new tent we had brought with us. Dad exchanged a glance with me. Why not camp to satisfy Mom? </a:t>
            </a:r>
            <a:endParaRPr lang="zh-CN" altLang="en-US" sz="28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algn="just">
              <a:lnSpc>
                <a:spcPct val="180000"/>
              </a:lnSpc>
            </a:pPr>
            <a:r>
              <a:rPr lang="zh-CN" altLang="en-US" sz="28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【分析】用“动作描写+问句衔接”结构承接首句提示语创造了一个新的情境，即“露营”。</a:t>
            </a:r>
            <a:endParaRPr lang="zh-CN" altLang="en-US" sz="28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</p:txBody>
      </p:sp>
    </p:spTree>
  </p:cSld>
  <p:clrMapOvr>
    <a:masterClrMapping/>
  </p:clrMapOvr>
  <p:transition spd="slow"/>
  <p:timing/>
</p:sld>
</file>

<file path=ppt/slides/slide1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4" name="页脚占位符 3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altLang="zh-CN" smtClean="0"/>
              <a:t>/    11</a:t>
            </a:r>
            <a:endParaRPr lang="zh-CN" altLang="en-US"/>
          </a:p>
        </p:txBody>
      </p:sp>
      <p:sp>
        <p:nvSpPr>
          <p:cNvPr id="5" name="灯片编号占位符 4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9F4BA8F-7B64-4198-9505-0CB5D4D3B366}" type="slidenum">
              <a:rPr lang="en-US" altLang="zh-CN" smtClean="0"/>
              <a:t>12</a:t>
            </a:fld>
            <a:endParaRPr lang="zh-CN" altLang="en-US"/>
          </a:p>
        </p:txBody>
      </p:sp>
      <p:sp>
        <p:nvSpPr>
          <p:cNvPr id="16" name="剪去对角的矩形 15" title=""/>
          <p:cNvSpPr/>
          <p:nvPr/>
        </p:nvSpPr>
        <p:spPr>
          <a:xfrm>
            <a:off x="191135" y="260350"/>
            <a:ext cx="2219325" cy="598170"/>
          </a:xfrm>
          <a:prstGeom prst="snip2DiagRect">
            <a:avLst/>
          </a:prstGeom>
          <a:solidFill>
            <a:schemeClr val="accent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4000">
                <a:solidFill>
                  <a:schemeClr val="bg1"/>
                </a:solidFill>
                <a:cs typeface="+mn-ea"/>
                <a:sym typeface="+mn-lt"/>
              </a:rPr>
              <a:t>技巧</a:t>
            </a:r>
            <a:r>
              <a:rPr lang="en-US" altLang="zh-CN" sz="4000">
                <a:solidFill>
                  <a:schemeClr val="bg1"/>
                </a:solidFill>
                <a:cs typeface="+mn-ea"/>
                <a:sym typeface="+mn-lt"/>
              </a:rPr>
              <a:t>7</a:t>
            </a:r>
            <a:endParaRPr lang="zh-CN" altLang="en-US" sz="40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7" name="剪去对角的矩形 16" title=""/>
          <p:cNvSpPr/>
          <p:nvPr/>
        </p:nvSpPr>
        <p:spPr>
          <a:xfrm>
            <a:off x="2639869" y="260380"/>
            <a:ext cx="8175872" cy="598004"/>
          </a:xfrm>
          <a:prstGeom prst="snip2DiagRect">
            <a:avLst/>
          </a:prstGeom>
          <a:solidFill>
            <a:schemeClr val="bg2">
              <a:lumMod val="40000"/>
              <a:lumOff val="6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r>
              <a:rPr lang="zh-CN" altLang="en-US" sz="3200" b="1" smtClean="0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+mn-ea"/>
                <a:sym typeface="+mn-lt"/>
              </a:rPr>
              <a:t>借助声音效果增强描写功效</a:t>
            </a:r>
            <a:endParaRPr lang="zh-CN" altLang="en-US" sz="3200" b="1" smtClean="0">
              <a:solidFill>
                <a:schemeClr val="tx1"/>
              </a:solidFill>
              <a:latin typeface="仿宋" panose="02010609060101010101" charset="-122"/>
              <a:ea typeface="仿宋" panose="02010609060101010101" charset="-122"/>
              <a:cs typeface="+mn-ea"/>
              <a:sym typeface="+mn-lt"/>
            </a:endParaRPr>
          </a:p>
        </p:txBody>
      </p:sp>
      <p:sp>
        <p:nvSpPr>
          <p:cNvPr id="6" name="文本框 5" title=""/>
          <p:cNvSpPr txBox="1"/>
          <p:nvPr/>
        </p:nvSpPr>
        <p:spPr>
          <a:xfrm>
            <a:off x="335280" y="1052830"/>
            <a:ext cx="11276330" cy="31921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80000"/>
              </a:lnSpc>
            </a:pPr>
            <a:r>
              <a:rPr lang="zh-CN" altLang="en-US" sz="2800"/>
              <a:t>例如：</a:t>
            </a:r>
            <a:endParaRPr lang="zh-CN" altLang="en-US" sz="2800"/>
          </a:p>
          <a:p>
            <a:pPr algn="just">
              <a:lnSpc>
                <a:spcPct val="180000"/>
              </a:lnSpc>
            </a:pPr>
            <a:r>
              <a:rPr lang="zh-CN" altLang="en-US" sz="28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 BOOM, CRASH! The wind was howling outside of my house. We were having a terrible thunder storm. I was very scared.</a:t>
            </a:r>
            <a:endParaRPr lang="zh-CN" altLang="en-US" sz="28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algn="just">
              <a:lnSpc>
                <a:spcPct val="180000"/>
              </a:lnSpc>
            </a:pPr>
            <a:r>
              <a:rPr lang="zh-CN" altLang="en-US" sz="28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【分析】用“ howling”这一声效进一步拓展了首句所设定的情境效果。</a:t>
            </a:r>
            <a:endParaRPr lang="zh-CN" altLang="en-US" sz="28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</p:txBody>
      </p:sp>
    </p:spTree>
  </p:cSld>
  <p:clrMapOvr>
    <a:masterClrMapping/>
  </p:clrMapOvr>
  <p:transition spd="slow"/>
  <p:timing/>
</p:sld>
</file>

<file path=ppt/slides/slide1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4" name="页脚占位符 3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altLang="zh-CN" smtClean="0"/>
              <a:t>/    11</a:t>
            </a:r>
            <a:endParaRPr lang="zh-CN" altLang="en-US"/>
          </a:p>
        </p:txBody>
      </p:sp>
      <p:sp>
        <p:nvSpPr>
          <p:cNvPr id="5" name="灯片编号占位符 4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9F4BA8F-7B64-4198-9505-0CB5D4D3B366}" type="slidenum">
              <a:rPr lang="en-US" altLang="zh-CN" smtClean="0"/>
              <a:t>13</a:t>
            </a:fld>
            <a:endParaRPr lang="zh-CN" altLang="en-US"/>
          </a:p>
        </p:txBody>
      </p:sp>
      <p:sp>
        <p:nvSpPr>
          <p:cNvPr id="16" name="剪去对角的矩形 15" title=""/>
          <p:cNvSpPr/>
          <p:nvPr/>
        </p:nvSpPr>
        <p:spPr>
          <a:xfrm>
            <a:off x="191135" y="260350"/>
            <a:ext cx="2219325" cy="598170"/>
          </a:xfrm>
          <a:prstGeom prst="snip2DiagRect">
            <a:avLst/>
          </a:prstGeom>
          <a:solidFill>
            <a:schemeClr val="accent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4000">
                <a:solidFill>
                  <a:schemeClr val="bg1"/>
                </a:solidFill>
                <a:cs typeface="+mn-ea"/>
                <a:sym typeface="+mn-lt"/>
              </a:rPr>
              <a:t>技巧</a:t>
            </a:r>
            <a:r>
              <a:rPr lang="en-US" altLang="zh-CN" sz="4000">
                <a:solidFill>
                  <a:schemeClr val="bg1"/>
                </a:solidFill>
                <a:cs typeface="+mn-ea"/>
                <a:sym typeface="+mn-lt"/>
              </a:rPr>
              <a:t>8</a:t>
            </a:r>
            <a:endParaRPr lang="zh-CN" altLang="en-US" sz="40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7" name="剪去对角的矩形 16" title=""/>
          <p:cNvSpPr/>
          <p:nvPr/>
        </p:nvSpPr>
        <p:spPr>
          <a:xfrm>
            <a:off x="2639869" y="260380"/>
            <a:ext cx="8175872" cy="598004"/>
          </a:xfrm>
          <a:prstGeom prst="snip2DiagRect">
            <a:avLst/>
          </a:prstGeom>
          <a:solidFill>
            <a:schemeClr val="bg2">
              <a:lumMod val="40000"/>
              <a:lumOff val="6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r>
              <a:rPr lang="zh-CN" altLang="en-US" sz="3200" b="1" smtClean="0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+mn-ea"/>
                <a:sym typeface="+mn-lt"/>
              </a:rPr>
              <a:t>用疑问句引出新的话题或对事件的新的看法</a:t>
            </a:r>
            <a:endParaRPr lang="zh-CN" altLang="en-US" sz="3200" b="1" smtClean="0">
              <a:solidFill>
                <a:schemeClr val="tx1"/>
              </a:solidFill>
              <a:latin typeface="仿宋" panose="02010609060101010101" charset="-122"/>
              <a:ea typeface="仿宋" panose="02010609060101010101" charset="-122"/>
              <a:cs typeface="+mn-ea"/>
              <a:sym typeface="+mn-lt"/>
            </a:endParaRPr>
          </a:p>
        </p:txBody>
      </p:sp>
      <p:sp>
        <p:nvSpPr>
          <p:cNvPr id="6" name="文本框 5" title=""/>
          <p:cNvSpPr txBox="1"/>
          <p:nvPr/>
        </p:nvSpPr>
        <p:spPr>
          <a:xfrm>
            <a:off x="335280" y="1052830"/>
            <a:ext cx="11276330" cy="39674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80000"/>
              </a:lnSpc>
            </a:pPr>
            <a:r>
              <a:rPr lang="zh-CN" altLang="en-US" sz="2800"/>
              <a:t>例如：</a:t>
            </a:r>
            <a:endParaRPr lang="zh-CN" altLang="en-US" sz="2800"/>
          </a:p>
          <a:p>
            <a:pPr algn="just">
              <a:lnSpc>
                <a:spcPct val="180000"/>
              </a:lnSpc>
            </a:pPr>
            <a:r>
              <a:rPr lang="zh-CN" altLang="en-US" sz="28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 Why does trouble always follow me around? Do I have a "kick me" sign on my back or something?</a:t>
            </a:r>
            <a:endParaRPr lang="zh-CN" altLang="en-US" sz="28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algn="just">
              <a:lnSpc>
                <a:spcPct val="180000"/>
              </a:lnSpc>
            </a:pPr>
            <a:r>
              <a:rPr lang="zh-CN" altLang="en-US" sz="28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【分析】用一般疑问句承接首句的特殊疑问句，进一步凸显了作者对“trouble”的看法。</a:t>
            </a:r>
            <a:endParaRPr lang="zh-CN" altLang="en-US" sz="28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</p:txBody>
      </p:sp>
    </p:spTree>
  </p:cSld>
  <p:clrMapOvr>
    <a:masterClrMapping/>
  </p:clrMapOvr>
  <p:transition spd="slow"/>
  <p:timing/>
</p:sld>
</file>

<file path=ppt/tags/tag1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**"/>
  <p:tag name="KSO_WM_UNIT_LAYERLEVEL" val="1"/>
</p:tagLst>
</file>

<file path=ppt/tags/tag2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**"/>
  <p:tag name="KSO_WM_UNIT_LAYERLEVEL" val="1"/>
</p:tagLst>
</file>

<file path=ppt/tags/tag3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**"/>
  <p:tag name="KSO_WM_UNIT_LAYERLEVEL" val="1"/>
</p:tagLst>
</file>

<file path=ppt/tags/tag4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**"/>
  <p:tag name="KSO_WM_UNIT_LAYERLEVEL" val="1"/>
</p:tagLst>
</file>

<file path=ppt/tags/tag5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**"/>
  <p:tag name="KSO_WM_UNIT_LAYERLEVEL" val="1"/>
</p:tagLst>
</file>

<file path=ppt/tags/tag6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2**"/>
  <p:tag name="KSO_WM_UNIT_LAYERLEVEL" val="1"/>
</p:tagLst>
</file>

<file path=ppt/tags/tag7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2**"/>
  <p:tag name="KSO_WM_UNIT_LAYERLEVEL" val="1"/>
</p:tagLst>
</file>

<file path=ppt/tags/tag8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2**"/>
  <p:tag name="KSO_WM_UNIT_LAYERLEVEL" val="1"/>
</p:tagLst>
</file>

<file path=ppt/tags/tag9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2**"/>
  <p:tag name="KSO_WM_UNIT_LAYERLEVEL" val="1"/>
</p:tagLst>
</file>

<file path=ppt/tags/tag10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2**"/>
  <p:tag name="KSO_WM_UNIT_LAYERLEVEL" val="1"/>
</p:tagLst>
</file>

<file path=ppt/tags/tag11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3**"/>
  <p:tag name="KSO_WM_UNIT_LAYERLEVEL" val="1"/>
</p:tagLst>
</file>

<file path=ppt/tags/tag12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3**"/>
  <p:tag name="KSO_WM_UNIT_LAYERLEVEL" val="1"/>
</p:tagLst>
</file>

<file path=ppt/tags/tag13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3**"/>
  <p:tag name="KSO_WM_UNIT_LAYERLEVEL" val="1"/>
</p:tagLst>
</file>

<file path=ppt/tags/tag14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3**"/>
  <p:tag name="KSO_WM_UNIT_LAYERLEVEL" val="1"/>
</p:tagLst>
</file>

<file path=ppt/tags/tag15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3**"/>
  <p:tag name="KSO_WM_UNIT_LAYERLEVEL" val="1"/>
</p:tagLst>
</file>

<file path=ppt/tags/tag16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4**"/>
  <p:tag name="KSO_WM_UNIT_LAYERLEVEL" val="1"/>
</p:tagLst>
</file>

<file path=ppt/tags/tag17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4**"/>
  <p:tag name="KSO_WM_UNIT_LAYERLEVEL" val="1"/>
</p:tagLst>
</file>

<file path=ppt/tags/tag18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4**"/>
  <p:tag name="KSO_WM_UNIT_LAYERLEVEL" val="1"/>
</p:tagLst>
</file>

<file path=ppt/tags/tag19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4**"/>
  <p:tag name="KSO_WM_UNIT_LAYERLEVEL" val="1"/>
</p:tagLst>
</file>

<file path=ppt/tags/tag20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4**"/>
  <p:tag name="KSO_WM_UNIT_LAYERLEVEL" val="1"/>
</p:tagLst>
</file>

<file path=ppt/tags/tag21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4**"/>
  <p:tag name="KSO_WM_UNIT_LAYERLEVEL" val="1"/>
</p:tagLst>
</file>

<file path=ppt/tags/tag22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5**"/>
  <p:tag name="KSO_WM_UNIT_LAYERLEVEL" val="1"/>
</p:tagLst>
</file>

<file path=ppt/tags/tag23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5**"/>
  <p:tag name="KSO_WM_UNIT_LAYERLEVEL" val="1"/>
</p:tagLst>
</file>

<file path=ppt/tags/tag24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5**"/>
  <p:tag name="KSO_WM_UNIT_LAYERLEVEL" val="1"/>
</p:tagLst>
</file>

<file path=ppt/tags/tag25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5**"/>
  <p:tag name="KSO_WM_UNIT_LAYERLEVEL" val="1"/>
</p:tagLst>
</file>

<file path=ppt/tags/tag26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5**"/>
  <p:tag name="KSO_WM_UNIT_LAYERLEVEL" val="1"/>
</p:tagLst>
</file>

<file path=ppt/tags/tag27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5**"/>
  <p:tag name="KSO_WM_UNIT_LAYERLEVEL" val="1"/>
</p:tagLst>
</file>

<file path=ppt/tags/tag28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5**"/>
  <p:tag name="KSO_WM_UNIT_LAYERLEVEL" val="1"/>
</p:tagLst>
</file>

<file path=ppt/tags/tag29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5**"/>
  <p:tag name="KSO_WM_UNIT_LAYERLEVEL" val="1"/>
</p:tagLst>
</file>

<file path=ppt/tags/tag30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6**"/>
  <p:tag name="KSO_WM_UNIT_LAYERLEVEL" val="1"/>
</p:tagLst>
</file>

<file path=ppt/tags/tag31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6**"/>
  <p:tag name="KSO_WM_UNIT_LAYERLEVEL" val="1"/>
</p:tagLst>
</file>

<file path=ppt/tags/tag32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6**"/>
  <p:tag name="KSO_WM_UNIT_LAYERLEVEL" val="1"/>
</p:tagLst>
</file>

<file path=ppt/tags/tag33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6**"/>
  <p:tag name="KSO_WM_UNIT_LAYERLEVEL" val="1"/>
</p:tagLst>
</file>

<file path=ppt/tags/tag34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7**"/>
  <p:tag name="KSO_WM_UNIT_LAYERLEVEL" val="1"/>
</p:tagLst>
</file>

<file path=ppt/tags/tag35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7**"/>
  <p:tag name="KSO_WM_UNIT_LAYERLEVEL" val="1"/>
</p:tagLst>
</file>

<file path=ppt/tags/tag36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7**"/>
  <p:tag name="KSO_WM_UNIT_LAYERLEVEL" val="1"/>
</p:tagLst>
</file>

<file path=ppt/tags/tag37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8**"/>
  <p:tag name="KSO_WM_UNIT_LAYERLEVEL" val="1"/>
</p:tagLst>
</file>

<file path=ppt/tags/tag38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8**"/>
  <p:tag name="KSO_WM_UNIT_LAYERLEVEL" val="1"/>
</p:tagLst>
</file>

<file path=ppt/tags/tag39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8**"/>
  <p:tag name="KSO_WM_UNIT_LAYERLEVEL" val="1"/>
</p:tagLst>
</file>

<file path=ppt/tags/tag40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8**"/>
  <p:tag name="KSO_WM_UNIT_LAYERLEVEL" val="1"/>
</p:tagLst>
</file>

<file path=ppt/tags/tag41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8**"/>
  <p:tag name="KSO_WM_UNIT_LAYERLEVEL" val="1"/>
</p:tagLst>
</file>

<file path=ppt/tags/tag42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8**"/>
  <p:tag name="KSO_WM_UNIT_LAYERLEVEL" val="1"/>
</p:tagLst>
</file>

<file path=ppt/tags/tag43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9**"/>
  <p:tag name="KSO_WM_UNIT_LAYERLEVEL" val="1"/>
</p:tagLst>
</file>

<file path=ppt/tags/tag44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9**"/>
  <p:tag name="KSO_WM_UNIT_LAYERLEVEL" val="1"/>
</p:tagLst>
</file>

<file path=ppt/tags/tag45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9**"/>
  <p:tag name="KSO_WM_UNIT_LAYERLEVEL" val="1"/>
</p:tagLst>
</file>

<file path=ppt/tags/tag46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9**"/>
  <p:tag name="KSO_WM_UNIT_LAYERLEVEL" val="1"/>
</p:tagLst>
</file>

<file path=ppt/tags/tag47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9**"/>
  <p:tag name="KSO_WM_UNIT_LAYERLEVEL" val="1"/>
</p:tagLst>
</file>

<file path=ppt/tags/tag48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0**"/>
  <p:tag name="KSO_WM_UNIT_LAYERLEVEL" val="1"/>
</p:tagLst>
</file>

<file path=ppt/tags/tag49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0**"/>
  <p:tag name="KSO_WM_UNIT_LAYERLEVEL" val="1"/>
</p:tagLst>
</file>

<file path=ppt/tags/tag50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0**"/>
  <p:tag name="KSO_WM_UNIT_LAYERLEVEL" val="1"/>
</p:tagLst>
</file>

<file path=ppt/tags/tag51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0**"/>
  <p:tag name="KSO_WM_UNIT_LAYERLEVEL" val="1"/>
</p:tagLst>
</file>

<file path=ppt/tags/tag52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1**"/>
  <p:tag name="KSO_WM_UNIT_LAYERLEVEL" val="1"/>
</p:tagLst>
</file>

<file path=ppt/tags/tag53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1**"/>
  <p:tag name="KSO_WM_UNIT_LAYERLEVEL" val="1"/>
</p:tagLst>
</file>

<file path=ppt/tags/tag54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1**"/>
  <p:tag name="KSO_WM_UNIT_LAYERLEVEL" val="1"/>
</p:tagLst>
</file>

<file path=ppt/tags/tag55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1**"/>
  <p:tag name="KSO_WM_UNIT_LAYERLEVEL" val="1"/>
</p:tagLst>
</file>

<file path=ppt/tags/tag56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1**"/>
  <p:tag name="KSO_WM_UNIT_LAYERLEVEL" val="1"/>
</p:tagLst>
</file>

<file path=ppt/tags/tag57.xml><?xml version="1.0" encoding="utf-8"?>
<p:tagLst xmlns:p="http://schemas.openxmlformats.org/presentationml/2006/main">
  <p:tag name="KSO_WM_BEAUTIFY_FLAG" val="#wm#"/>
  <p:tag name="KSO_WM_TAG_VERSION" val="1.0"/>
  <p:tag name="KSO_WM_TEMPLATE_CATEGORY" val="custom"/>
  <p:tag name="KSO_WM_TEMPLATE_INDEX" val="20205081"/>
  <p:tag name="KSO_WM_UNIT_COMPATIBLE" val="0"/>
  <p:tag name="KSO_WM_UNIT_DIAGRAM_ISNUMVISUAL" val="0"/>
  <p:tag name="KSO_WM_UNIT_DIAGRAM_ISREFERUNIT" val="0"/>
  <p:tag name="KSO_WM_UNIT_HIGHLIGHT" val="0"/>
  <p:tag name="KSO_WM_UNIT_ID" val="_0**"/>
  <p:tag name="KSO_WM_UNIT_LAYERLEVEL" val="1"/>
</p:tagLst>
</file>

<file path=ppt/tags/tag58.xml><?xml version="1.0" encoding="utf-8"?>
<p:tagLst xmlns:p="http://schemas.openxmlformats.org/presentationml/2006/main">
  <p:tag name="KSO_WM_BEAUTIFY_FLAG" val="#wm#"/>
  <p:tag name="KSO_WM_TAG_VERSION" val="1.0"/>
  <p:tag name="KSO_WM_TEMPLATE_CATEGORY" val="custom"/>
  <p:tag name="KSO_WM_TEMPLATE_INDEX" val="20205081"/>
  <p:tag name="KSO_WM_UNIT_COMPATIBLE" val="0"/>
  <p:tag name="KSO_WM_UNIT_DIAGRAM_ISNUMVISUAL" val="0"/>
  <p:tag name="KSO_WM_UNIT_DIAGRAM_ISREFERUNIT" val="0"/>
  <p:tag name="KSO_WM_UNIT_HIGHLIGHT" val="0"/>
  <p:tag name="KSO_WM_UNIT_ID" val="_0**"/>
  <p:tag name="KSO_WM_UNIT_LAYERLEVEL" val="1"/>
</p:tagLst>
</file>

<file path=ppt/tags/tag59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0**"/>
  <p:tag name="KSO_WM_UNIT_LAYERLEVEL" val="1"/>
</p:tagLst>
</file>

<file path=ppt/tags/tag60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0**"/>
  <p:tag name="KSO_WM_UNIT_LAYERLEVEL" val="1"/>
</p:tagLst>
</file>

<file path=ppt/tags/tag61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0**"/>
  <p:tag name="KSO_WM_UNIT_LAYERLEVEL" val="1"/>
</p:tagLst>
</file>

<file path=ppt/tags/tag62.xml><?xml version="1.0" encoding="utf-8"?>
<p:tagLst xmlns:p="http://schemas.openxmlformats.org/presentationml/2006/main">
  <p:tag name="KSO_WM_BEAUTIFY_FLAG" val="#wm#"/>
  <p:tag name="KSO_WM_TAG_VERSION" val="1.0"/>
  <p:tag name="KSO_WM_TEMPLATE_CATEGORY" val="custom"/>
  <p:tag name="KSO_WM_TEMPLATE_COLOR_TYPE" val="1"/>
  <p:tag name="KSO_WM_TEMPLATE_INDEX" val="20205081"/>
  <p:tag name="KSO_WM_TEMPLATE_MASTER_TYPE" val="0"/>
  <p:tag name="KSO_WM_TEMPLATE_SUBCATEGORY" val="19"/>
  <p:tag name="KSO_WM_TEMPLATE_THUMBS_INDEX" val="1、4、7、12、13、14、15、16、17、18、20、24、25、28、33、36、40、43、44"/>
  <p:tag name="KSO_WM_UNIT_SHOW_EDIT_AREA_INDICATION" val="1"/>
</p:tagLst>
</file>

<file path=ppt/tags/tag63.xml><?xml version="1.0" encoding="utf-8"?>
<p:tagLst xmlns:p="http://schemas.openxmlformats.org/presentationml/2006/main">
  <p:tag name="KSO_WM_BEAUTIFY_FLAG" val="#wm#"/>
  <p:tag name="KSO_WM_TAG_VERSION" val="1.0"/>
  <p:tag name="KSO_WM_TEMPLATE_CATEGORY" val="custom"/>
  <p:tag name="KSO_WM_TEMPLATE_INDEX" val="20205081"/>
  <p:tag name="KSO_WM_UNIT_COMPATIBLE" val="0"/>
  <p:tag name="KSO_WM_UNIT_DIAGRAM_ISNUMVISUAL" val="0"/>
  <p:tag name="KSO_WM_UNIT_DIAGRAM_ISREFERUNIT" val="0"/>
  <p:tag name="KSO_WM_UNIT_HIGHLIGHT" val="0"/>
  <p:tag name="KSO_WM_UNIT_ID" val="custom20205081_1*b*1"/>
  <p:tag name="KSO_WM_UNIT_INDEX" val="1"/>
  <p:tag name="KSO_WM_UNIT_ISCONTENTSTITLE" val="0"/>
  <p:tag name="KSO_WM_UNIT_ISNUMDGMTITLE" val="0"/>
  <p:tag name="KSO_WM_UNIT_LAYERLEVEL" val="1"/>
  <p:tag name="KSO_WM_UNIT_NOCLEAR" val="0"/>
  <p:tag name="KSO_WM_UNIT_SHOW_EDIT_AREA_INDICATION" val="1"/>
  <p:tag name="KSO_WM_UNIT_TYPE" val="b"/>
  <p:tag name="KSO_WM_UNIT_VALUE" val="111"/>
</p:tagLst>
</file>

<file path=ppt/tags/tag64.xml><?xml version="1.0" encoding="utf-8"?>
<p:tagLst xmlns:p="http://schemas.openxmlformats.org/presentationml/2006/main">
  <p:tag name="KSO_WM_BEAUTIFY_FLAG" val="#wm#"/>
  <p:tag name="KSO_WM_SLIDE_ID" val="custom20205081_1"/>
  <p:tag name="KSO_WM_SLIDE_INDEX" val="1"/>
  <p:tag name="KSO_WM_SLIDE_ITEM_CNT" val="0"/>
  <p:tag name="KSO_WM_SLIDE_LAYOUT" val="a_b"/>
  <p:tag name="KSO_WM_SLIDE_LAYOUT_CNT" val="1_1"/>
  <p:tag name="KSO_WM_SLIDE_SUBTYPE" val="defaultBlank"/>
  <p:tag name="KSO_WM_SLIDE_TYPE" val="title"/>
  <p:tag name="KSO_WM_TAG_VERSION" val="1.0"/>
  <p:tag name="KSO_WM_TEMPLATE_CATEGORY" val="custom"/>
  <p:tag name="KSO_WM_TEMPLATE_COLOR_TYPE" val="1"/>
  <p:tag name="KSO_WM_TEMPLATE_INDEX" val="20205081"/>
  <p:tag name="KSO_WM_TEMPLATE_MASTER_TYPE" val="0"/>
  <p:tag name="KSO_WM_TEMPLATE_SUBCATEGORY" val="19"/>
  <p:tag name="KSO_WM_TEMPLATE_THUMBS_INDEX" val="1、4、7、12、13、14、15、16、17、18、20、24、25、28、33、36、40、43、44"/>
  <p:tag name="KSO_WM_UNIT_SHOW_EDIT_AREA_INDICATION" val="1"/>
</p:tagLst>
</file>

<file path=ppt/tags/tag65.xml><?xml version="1.0" encoding="utf-8"?>
<p:tagLst xmlns:p="http://schemas.openxmlformats.org/presentationml/2006/main">
  <p:tag name="ARTICULATE_PROJECT_OPEN" val="0"/>
  <p:tag name="AS_OS" val="Unix 3.10 unknown"/>
  <p:tag name="AS_RELEASE_DATE" val="2023.03.31"/>
  <p:tag name="AS_TITLE" val="Aspose.Slides for Java"/>
  <p:tag name="AS_VERSION" val="23.3"/>
  <p:tag name="COMMONDATA" val="eyJoZGlkIjoiNzEyNTY0MGZiYjUxNjcyMzI5YWMxYTNhNjUzOTBlYzUifQ=="/>
  <p:tag name="KSO_WPP_MARK_KEY" val="7974299e-8119-432b-b3c3-279b28c4145b"/>
</p:tagLst>
</file>

<file path=ppt/theme/theme1.xml><?xml version="1.0" encoding="utf-8"?>
<a:theme xmlns:r="http://schemas.openxmlformats.org/officeDocument/2006/relationships"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Arial"/>
      </a:majorFont>
      <a:minorFont>
        <a:latin typeface="Arial"/>
        <a:ea typeface="微软雅黑"/>
        <a:cs typeface="Arial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r="http://schemas.openxmlformats.org/officeDocument/2006/relationships"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www.SlideTo.Me 1">
      <a:majorFont>
        <a:latin typeface="Arial Black"/>
        <a:ea typeface="微软雅黑"/>
        <a:cs typeface="Arial"/>
      </a:majorFont>
      <a:minorFont>
        <a:latin typeface="Arial"/>
        <a:ea typeface="微软雅黑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r="http://schemas.openxmlformats.org/officeDocument/2006/relationships"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www.SlideTo.Me 1">
      <a:majorFont>
        <a:latin typeface="Arial Black"/>
        <a:ea typeface="微软雅黑"/>
        <a:cs typeface="Arial"/>
      </a:majorFont>
      <a:minorFont>
        <a:latin typeface="Arial"/>
        <a:ea typeface="微软雅黑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r="http://schemas.openxmlformats.org/officeDocument/2006/relationships" xmlns:a="http://schemas.openxmlformats.org/drawingml/2006/main">
  <a:clrScheme name="PPTSHOP-BLUE">
    <a:dk1>
      <a:srgbClr val="4C4C4C"/>
    </a:dk1>
    <a:lt1>
      <a:srgbClr val="FFFFFF"/>
    </a:lt1>
    <a:dk2>
      <a:srgbClr val="777777"/>
    </a:dk2>
    <a:lt2>
      <a:srgbClr val="B2B2B2"/>
    </a:lt2>
    <a:accent1>
      <a:srgbClr val="078BD7"/>
    </a:accent1>
    <a:accent2>
      <a:srgbClr val="31AFF8"/>
    </a:accent2>
    <a:accent3>
      <a:srgbClr val="19C3FF"/>
    </a:accent3>
    <a:accent4>
      <a:srgbClr val="83CFFA"/>
    </a:accent4>
    <a:accent5>
      <a:srgbClr val="B2B2B2"/>
    </a:accent5>
    <a:accent6>
      <a:srgbClr val="FF6600"/>
    </a:accent6>
    <a:hlink>
      <a:srgbClr val="373737"/>
    </a:hlink>
    <a:folHlink>
      <a:srgbClr val="878787"/>
    </a:folHlink>
  </a:clrScheme>
</a:themeOverride>
</file>

<file path=ppt/theme/themeOverride2.xml><?xml version="1.0" encoding="utf-8"?>
<a:themeOverride xmlns:r="http://schemas.openxmlformats.org/officeDocument/2006/relationships" xmlns:a="http://schemas.openxmlformats.org/drawingml/2006/main">
  <a:clrScheme name="PPTSHOP-BLUE">
    <a:dk1>
      <a:srgbClr val="4C4C4C"/>
    </a:dk1>
    <a:lt1>
      <a:srgbClr val="FFFFFF"/>
    </a:lt1>
    <a:dk2>
      <a:srgbClr val="777777"/>
    </a:dk2>
    <a:lt2>
      <a:srgbClr val="B2B2B2"/>
    </a:lt2>
    <a:accent1>
      <a:srgbClr val="078BD7"/>
    </a:accent1>
    <a:accent2>
      <a:srgbClr val="31AFF8"/>
    </a:accent2>
    <a:accent3>
      <a:srgbClr val="19C3FF"/>
    </a:accent3>
    <a:accent4>
      <a:srgbClr val="83CFFA"/>
    </a:accent4>
    <a:accent5>
      <a:srgbClr val="B2B2B2"/>
    </a:accent5>
    <a:accent6>
      <a:srgbClr val="FF6600"/>
    </a:accent6>
    <a:hlink>
      <a:srgbClr val="373737"/>
    </a:hlink>
    <a:folHlink>
      <a:srgbClr val="878787"/>
    </a:folHlink>
  </a:clrScheme>
</a:themeOverride>
</file>

<file path=ppt/theme/themeOverride3.xml><?xml version="1.0" encoding="utf-8"?>
<a:themeOverride xmlns:r="http://schemas.openxmlformats.org/officeDocument/2006/relationships" xmlns:a="http://schemas.openxmlformats.org/drawingml/2006/main">
  <a:clrScheme name="PPTSHOP-BLUE">
    <a:dk1>
      <a:srgbClr val="4C4C4C"/>
    </a:dk1>
    <a:lt1>
      <a:srgbClr val="FFFFFF"/>
    </a:lt1>
    <a:dk2>
      <a:srgbClr val="777777"/>
    </a:dk2>
    <a:lt2>
      <a:srgbClr val="B2B2B2"/>
    </a:lt2>
    <a:accent1>
      <a:srgbClr val="078BD7"/>
    </a:accent1>
    <a:accent2>
      <a:srgbClr val="31AFF8"/>
    </a:accent2>
    <a:accent3>
      <a:srgbClr val="19C3FF"/>
    </a:accent3>
    <a:accent4>
      <a:srgbClr val="83CFFA"/>
    </a:accent4>
    <a:accent5>
      <a:srgbClr val="B2B2B2"/>
    </a:accent5>
    <a:accent6>
      <a:srgbClr val="FF6600"/>
    </a:accent6>
    <a:hlink>
      <a:srgbClr val="373737"/>
    </a:hlink>
    <a:folHlink>
      <a:srgbClr val="878787"/>
    </a:folHlink>
  </a:clrScheme>
</a:themeOverride>
</file>

<file path=ppt/theme/themeOverride4.xml><?xml version="1.0" encoding="utf-8"?>
<a:themeOverride xmlns:r="http://schemas.openxmlformats.org/officeDocument/2006/relationships" xmlns:a="http://schemas.openxmlformats.org/drawingml/2006/main">
  <a:clrScheme name="PPTSHOP-BLUE">
    <a:dk1>
      <a:srgbClr val="4C4C4C"/>
    </a:dk1>
    <a:lt1>
      <a:srgbClr val="FFFFFF"/>
    </a:lt1>
    <a:dk2>
      <a:srgbClr val="777777"/>
    </a:dk2>
    <a:lt2>
      <a:srgbClr val="B2B2B2"/>
    </a:lt2>
    <a:accent1>
      <a:srgbClr val="078BD7"/>
    </a:accent1>
    <a:accent2>
      <a:srgbClr val="31AFF8"/>
    </a:accent2>
    <a:accent3>
      <a:srgbClr val="19C3FF"/>
    </a:accent3>
    <a:accent4>
      <a:srgbClr val="83CFFA"/>
    </a:accent4>
    <a:accent5>
      <a:srgbClr val="B2B2B2"/>
    </a:accent5>
    <a:accent6>
      <a:srgbClr val="FF6600"/>
    </a:accent6>
    <a:hlink>
      <a:srgbClr val="373737"/>
    </a:hlink>
    <a:folHlink>
      <a:srgbClr val="878787"/>
    </a:folHlink>
  </a:clrScheme>
</a:themeOverride>
</file>

<file path=ppt/theme/themeOverride5.xml><?xml version="1.0" encoding="utf-8"?>
<a:themeOverride xmlns:r="http://schemas.openxmlformats.org/officeDocument/2006/relationships" xmlns:a="http://schemas.openxmlformats.org/drawingml/2006/main">
  <a:clrScheme name="PPTSHOP-BLUE">
    <a:dk1>
      <a:srgbClr val="4C4C4C"/>
    </a:dk1>
    <a:lt1>
      <a:srgbClr val="FFFFFF"/>
    </a:lt1>
    <a:dk2>
      <a:srgbClr val="777777"/>
    </a:dk2>
    <a:lt2>
      <a:srgbClr val="B2B2B2"/>
    </a:lt2>
    <a:accent1>
      <a:srgbClr val="078BD7"/>
    </a:accent1>
    <a:accent2>
      <a:srgbClr val="31AFF8"/>
    </a:accent2>
    <a:accent3>
      <a:srgbClr val="19C3FF"/>
    </a:accent3>
    <a:accent4>
      <a:srgbClr val="83CFFA"/>
    </a:accent4>
    <a:accent5>
      <a:srgbClr val="B2B2B2"/>
    </a:accent5>
    <a:accent6>
      <a:srgbClr val="FF6600"/>
    </a:accent6>
    <a:hlink>
      <a:srgbClr val="373737"/>
    </a:hlink>
    <a:folHlink>
      <a:srgbClr val="878787"/>
    </a:folHlink>
  </a:clrScheme>
</a:themeOverride>
</file>

<file path=ppt/theme/themeOverride6.xml><?xml version="1.0" encoding="utf-8"?>
<a:themeOverride xmlns:r="http://schemas.openxmlformats.org/officeDocument/2006/relationships" xmlns:a="http://schemas.openxmlformats.org/drawingml/2006/main">
  <a:clrScheme name="PPTSHOP-BLUE">
    <a:dk1>
      <a:srgbClr val="4C4C4C"/>
    </a:dk1>
    <a:lt1>
      <a:srgbClr val="FFFFFF"/>
    </a:lt1>
    <a:dk2>
      <a:srgbClr val="777777"/>
    </a:dk2>
    <a:lt2>
      <a:srgbClr val="B2B2B2"/>
    </a:lt2>
    <a:accent1>
      <a:srgbClr val="078BD7"/>
    </a:accent1>
    <a:accent2>
      <a:srgbClr val="31AFF8"/>
    </a:accent2>
    <a:accent3>
      <a:srgbClr val="19C3FF"/>
    </a:accent3>
    <a:accent4>
      <a:srgbClr val="83CFFA"/>
    </a:accent4>
    <a:accent5>
      <a:srgbClr val="B2B2B2"/>
    </a:accent5>
    <a:accent6>
      <a:srgbClr val="FF6600"/>
    </a:accent6>
    <a:hlink>
      <a:srgbClr val="373737"/>
    </a:hlink>
    <a:folHlink>
      <a:srgbClr val="878787"/>
    </a:folHlink>
  </a:clrScheme>
</a:themeOverride>
</file>

<file path=ppt/theme/themeOverride7.xml><?xml version="1.0" encoding="utf-8"?>
<a:themeOverride xmlns:r="http://schemas.openxmlformats.org/officeDocument/2006/relationships" xmlns:a="http://schemas.openxmlformats.org/drawingml/2006/main">
  <a:clrScheme name="PPTSHOP-BLUE">
    <a:dk1>
      <a:srgbClr val="4C4C4C"/>
    </a:dk1>
    <a:lt1>
      <a:srgbClr val="FFFFFF"/>
    </a:lt1>
    <a:dk2>
      <a:srgbClr val="777777"/>
    </a:dk2>
    <a:lt2>
      <a:srgbClr val="B2B2B2"/>
    </a:lt2>
    <a:accent1>
      <a:srgbClr val="078BD7"/>
    </a:accent1>
    <a:accent2>
      <a:srgbClr val="31AFF8"/>
    </a:accent2>
    <a:accent3>
      <a:srgbClr val="19C3FF"/>
    </a:accent3>
    <a:accent4>
      <a:srgbClr val="83CFFA"/>
    </a:accent4>
    <a:accent5>
      <a:srgbClr val="B2B2B2"/>
    </a:accent5>
    <a:accent6>
      <a:srgbClr val="FF6600"/>
    </a:accent6>
    <a:hlink>
      <a:srgbClr val="373737"/>
    </a:hlink>
    <a:folHlink>
      <a:srgbClr val="878787"/>
    </a:folHlink>
  </a:clrScheme>
</a:themeOverride>
</file>

<file path=ppt/theme/themeOverride8.xml><?xml version="1.0" encoding="utf-8"?>
<a:themeOverride xmlns:r="http://schemas.openxmlformats.org/officeDocument/2006/relationships" xmlns:a="http://schemas.openxmlformats.org/drawingml/2006/main">
  <a:clrScheme name="PPTSHOP-BLUE">
    <a:dk1>
      <a:srgbClr val="4C4C4C"/>
    </a:dk1>
    <a:lt1>
      <a:srgbClr val="FFFFFF"/>
    </a:lt1>
    <a:dk2>
      <a:srgbClr val="777777"/>
    </a:dk2>
    <a:lt2>
      <a:srgbClr val="B2B2B2"/>
    </a:lt2>
    <a:accent1>
      <a:srgbClr val="078BD7"/>
    </a:accent1>
    <a:accent2>
      <a:srgbClr val="31AFF8"/>
    </a:accent2>
    <a:accent3>
      <a:srgbClr val="19C3FF"/>
    </a:accent3>
    <a:accent4>
      <a:srgbClr val="83CFFA"/>
    </a:accent4>
    <a:accent5>
      <a:srgbClr val="B2B2B2"/>
    </a:accent5>
    <a:accent6>
      <a:srgbClr val="FF6600"/>
    </a:accent6>
    <a:hlink>
      <a:srgbClr val="373737"/>
    </a:hlink>
    <a:folHlink>
      <a:srgbClr val="878787"/>
    </a:folHlink>
  </a:clrScheme>
</a:themeOverride>
</file>

<file path=ppt/theme/themeOverride9.xml><?xml version="1.0" encoding="utf-8"?>
<a:themeOverride xmlns:r="http://schemas.openxmlformats.org/officeDocument/2006/relationships" xmlns:a="http://schemas.openxmlformats.org/drawingml/2006/main">
  <a:clrScheme name="PPTSHOP-BLUE">
    <a:dk1>
      <a:srgbClr val="4C4C4C"/>
    </a:dk1>
    <a:lt1>
      <a:srgbClr val="FFFFFF"/>
    </a:lt1>
    <a:dk2>
      <a:srgbClr val="777777"/>
    </a:dk2>
    <a:lt2>
      <a:srgbClr val="B2B2B2"/>
    </a:lt2>
    <a:accent1>
      <a:srgbClr val="078BD7"/>
    </a:accent1>
    <a:accent2>
      <a:srgbClr val="31AFF8"/>
    </a:accent2>
    <a:accent3>
      <a:srgbClr val="19C3FF"/>
    </a:accent3>
    <a:accent4>
      <a:srgbClr val="83CFFA"/>
    </a:accent4>
    <a:accent5>
      <a:srgbClr val="B2B2B2"/>
    </a:accent5>
    <a:accent6>
      <a:srgbClr val="FF6600"/>
    </a:accent6>
    <a:hlink>
      <a:srgbClr val="373737"/>
    </a:hlink>
    <a:folHlink>
      <a:srgbClr val="878787"/>
    </a:folHlink>
  </a:clrScheme>
</a:themeOverride>
</file>

<file path=ppt/theme/themeOverride10.xml><?xml version="1.0" encoding="utf-8"?>
<a:themeOverride xmlns:r="http://schemas.openxmlformats.org/officeDocument/2006/relationships" xmlns:a="http://schemas.openxmlformats.org/drawingml/2006/main">
  <a:clrScheme name="PPTSHOP-BLUE">
    <a:dk1>
      <a:srgbClr val="4C4C4C"/>
    </a:dk1>
    <a:lt1>
      <a:srgbClr val="FFFFFF"/>
    </a:lt1>
    <a:dk2>
      <a:srgbClr val="777777"/>
    </a:dk2>
    <a:lt2>
      <a:srgbClr val="B2B2B2"/>
    </a:lt2>
    <a:accent1>
      <a:srgbClr val="078BD7"/>
    </a:accent1>
    <a:accent2>
      <a:srgbClr val="31AFF8"/>
    </a:accent2>
    <a:accent3>
      <a:srgbClr val="19C3FF"/>
    </a:accent3>
    <a:accent4>
      <a:srgbClr val="83CFFA"/>
    </a:accent4>
    <a:accent5>
      <a:srgbClr val="B2B2B2"/>
    </a:accent5>
    <a:accent6>
      <a:srgbClr val="FF6600"/>
    </a:accent6>
    <a:hlink>
      <a:srgbClr val="373737"/>
    </a:hlink>
    <a:folHlink>
      <a:srgbClr val="878787"/>
    </a:folHlink>
  </a:clrScheme>
</a:themeOverride>
</file>

<file path=ppt/theme/themeOverride11.xml><?xml version="1.0" encoding="utf-8"?>
<a:themeOverride xmlns:r="http://schemas.openxmlformats.org/officeDocument/2006/relationships" xmlns:a="http://schemas.openxmlformats.org/drawingml/2006/main">
  <a:clrScheme name="PPTSHOP-BLUE">
    <a:dk1>
      <a:srgbClr val="4C4C4C"/>
    </a:dk1>
    <a:lt1>
      <a:srgbClr val="FFFFFF"/>
    </a:lt1>
    <a:dk2>
      <a:srgbClr val="777777"/>
    </a:dk2>
    <a:lt2>
      <a:srgbClr val="B2B2B2"/>
    </a:lt2>
    <a:accent1>
      <a:srgbClr val="078BD7"/>
    </a:accent1>
    <a:accent2>
      <a:srgbClr val="31AFF8"/>
    </a:accent2>
    <a:accent3>
      <a:srgbClr val="19C3FF"/>
    </a:accent3>
    <a:accent4>
      <a:srgbClr val="83CFFA"/>
    </a:accent4>
    <a:accent5>
      <a:srgbClr val="B2B2B2"/>
    </a:accent5>
    <a:accent6>
      <a:srgbClr val="FF6600"/>
    </a:accent6>
    <a:hlink>
      <a:srgbClr val="373737"/>
    </a:hlink>
    <a:folHlink>
      <a:srgbClr val="878787"/>
    </a:folHlink>
  </a:clrScheme>
</a:themeOverride>
</file>

<file path=ppt/theme/themeOverride12.xml><?xml version="1.0" encoding="utf-8"?>
<a:themeOverride xmlns:r="http://schemas.openxmlformats.org/officeDocument/2006/relationships" xmlns:a="http://schemas.openxmlformats.org/drawingml/2006/main">
  <a:clrScheme name="PPTSHOP-BLUE">
    <a:dk1>
      <a:srgbClr val="4C4C4C"/>
    </a:dk1>
    <a:lt1>
      <a:srgbClr val="FFFFFF"/>
    </a:lt1>
    <a:dk2>
      <a:srgbClr val="777777"/>
    </a:dk2>
    <a:lt2>
      <a:srgbClr val="B2B2B2"/>
    </a:lt2>
    <a:accent1>
      <a:srgbClr val="078BD7"/>
    </a:accent1>
    <a:accent2>
      <a:srgbClr val="31AFF8"/>
    </a:accent2>
    <a:accent3>
      <a:srgbClr val="19C3FF"/>
    </a:accent3>
    <a:accent4>
      <a:srgbClr val="83CFFA"/>
    </a:accent4>
    <a:accent5>
      <a:srgbClr val="B2B2B2"/>
    </a:accent5>
    <a:accent6>
      <a:srgbClr val="FF6600"/>
    </a:accent6>
    <a:hlink>
      <a:srgbClr val="373737"/>
    </a:hlink>
    <a:folHlink>
      <a:srgbClr val="878787"/>
    </a:folHlink>
  </a:clrScheme>
</a:themeOverride>
</file>

<file path=docProps/app.xml><?xml version="1.0" encoding="utf-8"?>
<Properties xmlns:vt="http://schemas.openxmlformats.org/officeDocument/2006/docPropsVTypes" xmlns="http://schemas.openxmlformats.org/officeDocument/2006/extended-properties">
  <Company>学科网</Company>
  <Paragraphs>85</Paragraphs>
  <Slides>13</Slides>
  <Notes>12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baseType="lpstr" size="21">
      <vt:lpstr>Arial</vt:lpstr>
      <vt:lpstr>微软雅黑</vt:lpstr>
      <vt:lpstr>Wingdings</vt:lpstr>
      <vt:lpstr>Arial Black</vt:lpstr>
      <vt:lpstr>Times New Roman</vt:lpstr>
      <vt:lpstr>仿宋</vt:lpstr>
      <vt:lpstr>宋体</vt:lpstr>
      <vt:lpstr>WPS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0</LinksUpToDate>
  <SharedDoc>0</SharedDoc>
  <HyperlinksChanged>0</HyperlinksChanged>
  <Application>Aspose.Slides for Java</Application>
  <AppVersion>23.0300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dc:creator>rbm.xkw.com</dc:creator>
  <cp:revision>1</cp:revision>
  <cp:lastPrinted>2024-06-03T13:45:19.148</cp:lastPrinted>
  <dcterms:created xsi:type="dcterms:W3CDTF">2024-06-03T13:45:19Z</dcterms:created>
  <dcterms:modified xsi:type="dcterms:W3CDTF">2024-06-03T05:45:19Z</dcterms:modified>
</cp:coreProperties>
</file>

<file path=docProps/custom.xml><?xml version="1.0" encoding="utf-8"?>
<Properties xmlns:vt="http://schemas.openxmlformats.org/officeDocument/2006/docPropsVTypes" xmlns="http://schemas.openxmlformats.org/officeDocument/2006/custom-properties">
  <property fmtid="{D5CDD505-2E9C-101B-9397-08002B2CF9AE}" pid="2" name="album">
    <vt:lpwstr>rbm.xkw.com</vt:lpwstr>
  </property>
  <property fmtid="{D5CDD505-2E9C-101B-9397-08002B2CF9AE}" pid="3" name="author">
    <vt:lpwstr>rbm.xkw.com</vt:lpwstr>
  </property>
  <property fmtid="{D5CDD505-2E9C-101B-9397-08002B2CF9AE}" pid="4" name="company">
    <vt:lpwstr>学科网</vt:lpwstr>
  </property>
  <property fmtid="{D5CDD505-2E9C-101B-9397-08002B2CF9AE}" pid="5" name="copyright">
    <vt:lpwstr>学科网版权所有</vt:lpwstr>
  </property>
</Properties>
</file>