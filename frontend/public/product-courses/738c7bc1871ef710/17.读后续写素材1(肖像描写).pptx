
<file path=[Content_Types].xml><?xml version="1.0" encoding="utf-8"?>
<Types xmlns="http://schemas.openxmlformats.org/package/2006/content-types">
  <Default Extension="rels" ContentType="application/vnd.openxmlformats-package.relationships+xml"/>
  <Default Extension="xml" ContentType="application/xml"/>
  <Default Extension="jpeg" ContentType="image/jpeg"/>
  <Default Extension="png" ContentType="image/png"/>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entation.xml" ContentType="application/vnd.openxmlformats-officedocument.presentationml.presentation.main+xml"/>
  <Override PartName="/ppt/presProps.xml" ContentType="application/vnd.openxmlformats-officedocument.presentationml.presProp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&#65279;<?xml version="1.0" encoding="utf-8" standalone="yes"?><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officeDocument/2006/relationships/extended-properties" Target="docProps/app.xml" /><Relationship Id="rId4" Type="http://schemas.openxmlformats.org/package/2006/relationships/metadata/thumbnail" Target="docProps/thumbnail.jpeg" /><Relationship Id="rId5" Type="http://schemas.openxmlformats.org/officeDocument/2006/relationships/custom-properties" Target="docProps/custom.xml" /></Relationships>
</file>

<file path=ppt/presentation.xml><?xml version="1.0" encoding="utf-8"?>
<!--Generated by Aspose.Slides for Java 23.3-->
<p:presentation xmlns:r="http://schemas.openxmlformats.org/officeDocument/2006/relationships" xmlns:a="http://schemas.openxmlformats.org/drawingml/2006/main" xmlns:p="http://schemas.openxmlformats.org/presentationml/2006/main">
  <p:sldMasterIdLst>
    <p:sldMasterId id="2147483648" r:id="rId1"/>
  </p:sldMasterIdLst>
  <p:notesMasterIdLst>
    <p:notesMasterId r:id="rId2"/>
  </p:notesMasterIdLst>
  <p:handoutMasterIdLst>
    <p:handoutMasterId r:id="rId3"/>
  </p:handoutMasterIdLst>
  <p:sldIdLst>
    <p:sldId id="267" r:id="rId4"/>
    <p:sldId id="257" r:id="rId5"/>
    <p:sldId id="258" r:id="rId6"/>
    <p:sldId id="259" r:id="rId7"/>
    <p:sldId id="260" r:id="rId8"/>
    <p:sldId id="261" r:id="rId9"/>
    <p:sldId id="262" r:id="rId10"/>
    <p:sldId id="263" r:id="rId11"/>
    <p:sldId id="264" r:id="rId12"/>
    <p:sldId id="265" r:id="rId13"/>
    <p:sldId id="266" r:id="rId14"/>
  </p:sldIdLst>
  <p:sldSz cx="12192000" cy="6858000"/>
  <p:notesSz cx="6858000" cy="9144000"/>
  <p:custDataLst>
    <p:tags r:id="rId15"/>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r="http://schemas.openxmlformats.org/officeDocument/2006/relationships" xmlns:a="http://schemas.openxmlformats.org/drawingml/2006/main" xmlns:p="http://schemas.openxmlformats.org/presentationml/2006/main">
  <p:showPr showNarration="1">
    <p:presen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 uri="{1BD7E111-0CB8-44D6-8891-C1BB2F81B7CC}">
      <p1710:readonlyRecommended xmlns:p1710="http://schemas.microsoft.com/office/powerpoint/2017/10/main" val="0"/>
    </p:ext>
  </p:extLst>
</p:presentationPr>
</file>

<file path=ppt/tableStyles.xml><?xml version="1.0" encoding="utf-8"?>
<a:tblStyleLst xmlns:r="http://schemas.openxmlformats.org/officeDocument/2006/relationships"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showGuides="1">
      <p:cViewPr varScale="1">
        <p:scale>
          <a:sx n="99" d="100"/>
          <a:sy n="99" d="100"/>
        </p:scale>
        <p:origin x="84" y="582"/>
      </p:cViewPr>
      <p:guideLst>
        <p:guide orient="horz" pos="2160"/>
        <p:guide pos="3840"/>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&#65279;<?xml version="1.0" encoding="utf-8" standalone="yes"?><Relationships xmlns="http://schemas.openxmlformats.org/package/2006/relationships"><Relationship Id="rId1" Type="http://schemas.openxmlformats.org/officeDocument/2006/relationships/slideMaster" Target="slideMasters/slideMaster1.xml" /><Relationship Id="rId10" Type="http://schemas.openxmlformats.org/officeDocument/2006/relationships/slide" Target="slides/slide7.xml" /><Relationship Id="rId11" Type="http://schemas.openxmlformats.org/officeDocument/2006/relationships/slide" Target="slides/slide8.xml" /><Relationship Id="rId12" Type="http://schemas.openxmlformats.org/officeDocument/2006/relationships/slide" Target="slides/slide9.xml" /><Relationship Id="rId13" Type="http://schemas.openxmlformats.org/officeDocument/2006/relationships/slide" Target="slides/slide10.xml" /><Relationship Id="rId14" Type="http://schemas.openxmlformats.org/officeDocument/2006/relationships/slide" Target="slides/slide11.xml" /><Relationship Id="rId15" Type="http://schemas.openxmlformats.org/officeDocument/2006/relationships/tags" Target="tags/tag65.xml" /><Relationship Id="rId16" Type="http://schemas.openxmlformats.org/officeDocument/2006/relationships/presProps" Target="presProps.xml" /><Relationship Id="rId17" Type="http://schemas.openxmlformats.org/officeDocument/2006/relationships/viewProps" Target="viewProps.xml" /><Relationship Id="rId18" Type="http://schemas.openxmlformats.org/officeDocument/2006/relationships/theme" Target="theme/theme1.xml" /><Relationship Id="rId19" Type="http://schemas.openxmlformats.org/officeDocument/2006/relationships/tableStyles" Target="tableStyles.xml" /><Relationship Id="rId2" Type="http://schemas.openxmlformats.org/officeDocument/2006/relationships/notesMaster" Target="notesMasters/notesMaster1.xml" /><Relationship Id="rId3" Type="http://schemas.openxmlformats.org/officeDocument/2006/relationships/handoutMaster" Target="handoutMasters/handoutMaster1.xml" /><Relationship Id="rId4" Type="http://schemas.openxmlformats.org/officeDocument/2006/relationships/slide" Target="slides/slide1.xml" /><Relationship Id="rId5" Type="http://schemas.openxmlformats.org/officeDocument/2006/relationships/slide" Target="slides/slide2.xml" /><Relationship Id="rId6" Type="http://schemas.openxmlformats.org/officeDocument/2006/relationships/slide" Target="slides/slide3.xml" /><Relationship Id="rId7" Type="http://schemas.openxmlformats.org/officeDocument/2006/relationships/slide" Target="slides/slide4.xml" /><Relationship Id="rId8" Type="http://schemas.openxmlformats.org/officeDocument/2006/relationships/slide" Target="slides/slide5.xml" /><Relationship Id="rId9" Type="http://schemas.openxmlformats.org/officeDocument/2006/relationships/slide" Target="slides/slide6.xml" /></Relationships>
</file>

<file path=ppt/handoutMasters/_rels/handoutMaster1.xml.rels>&#65279;<?xml version="1.0" encoding="utf-8" standalone="yes"?><Relationships xmlns="http://schemas.openxmlformats.org/package/2006/relationships"><Relationship Id="rId1" Type="http://schemas.openxmlformats.org/officeDocument/2006/relationships/theme" Target="../theme/theme3.xml" /></Relationships>
</file>

<file path=ppt/handoutMasters/handoutMaster1.xml><?xml version="1.0" encoding="utf-8"?>
<p:handoutMaster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bg>
      <p:bgRef idx="1001">
        <a:schemeClr val="bg1"/>
      </p:bgRef>
    </p:bg>
    <p:spTree>
      <p:nvGrpSpPr>
        <p:cNvPr id="1" name=""/>
        <p:cNvGrpSpPr/>
        <p:nvPr/>
      </p:nvGrpSpPr>
      <p:grpSpPr>
        <a:xfrm>
          <a:off x="0" y="0"/>
          <a: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t/>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t/>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&#65279;<?xml version="1.0" encoding="utf-8" standalone="yes"?><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bg>
      <p:bgRef idx="1001">
        <a:schemeClr val="bg1"/>
      </p:bgRef>
    </p:bg>
    <p:spTree>
      <p:nvGrpSpPr>
        <p:cNvPr id="1" name=""/>
        <p:cNvGrpSpPr/>
        <p:nvPr/>
      </p:nvGrpSpPr>
      <p:grpSpPr>
        <a:xfrm>
          <a:off x="0" y="0"/>
          <a: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&#65279;<?xml version="1.0" encoding="utf-8" standalone="yes"?><Relationships xmlns="http://schemas.openxmlformats.org/package/2006/relationships"><Relationship Id="rId1" Type="http://schemas.openxmlformats.org/officeDocument/2006/relationships/slide" Target="../slides/slide2.xml" /><Relationship Id="rId2" Type="http://schemas.openxmlformats.org/officeDocument/2006/relationships/notesMaster" Target="../notesMasters/notesMaster1.xml" /></Relationships>
</file>

<file path=ppt/notesSlides/_rels/notesSlide2.xml.rels>&#65279;<?xml version="1.0" encoding="utf-8" standalone="yes"?><Relationships xmlns="http://schemas.openxmlformats.org/package/2006/relationships"><Relationship Id="rId1" Type="http://schemas.openxmlformats.org/officeDocument/2006/relationships/slide" Target="../slides/slide3.xml" /><Relationship Id="rId2" Type="http://schemas.openxmlformats.org/officeDocument/2006/relationships/notesMaster" Target="../notesMasters/notesMaster1.xml" /></Relationships>
</file>

<file path=ppt/notesSlides/_rels/notesSlide3.xml.rels>&#65279;<?xml version="1.0" encoding="utf-8" standalone="yes"?><Relationships xmlns="http://schemas.openxmlformats.org/package/2006/relationships"><Relationship Id="rId1" Type="http://schemas.openxmlformats.org/officeDocument/2006/relationships/slide" Target="../slides/slide4.xml" /><Relationship Id="rId2" Type="http://schemas.openxmlformats.org/officeDocument/2006/relationships/notesMaster" Target="../notesMasters/notesMaster1.xml" /></Relationships>
</file>

<file path=ppt/notesSlides/_rels/notesSlide4.xml.rels>&#65279;<?xml version="1.0" encoding="utf-8" standalone="yes"?><Relationships xmlns="http://schemas.openxmlformats.org/package/2006/relationships"><Relationship Id="rId1" Type="http://schemas.openxmlformats.org/officeDocument/2006/relationships/slide" Target="../slides/slide5.xml" /><Relationship Id="rId2" Type="http://schemas.openxmlformats.org/officeDocument/2006/relationships/notesMaster" Target="../notesMasters/notesMaster1.xml" /></Relationships>
</file>

<file path=ppt/notesSlides/_rels/notesSlide5.xml.rels>&#65279;<?xml version="1.0" encoding="utf-8" standalone="yes"?><Relationships xmlns="http://schemas.openxmlformats.org/package/2006/relationships"><Relationship Id="rId1" Type="http://schemas.openxmlformats.org/officeDocument/2006/relationships/slide" Target="../slides/slide6.xml" /><Relationship Id="rId2" Type="http://schemas.openxmlformats.org/officeDocument/2006/relationships/notesMaster" Target="../notesMasters/notesMaster1.xml" /></Relationships>
</file>

<file path=ppt/notesSlides/_rels/notesSlide6.xml.rels>&#65279;<?xml version="1.0" encoding="utf-8" standalone="yes"?><Relationships xmlns="http://schemas.openxmlformats.org/package/2006/relationships"><Relationship Id="rId1" Type="http://schemas.openxmlformats.org/officeDocument/2006/relationships/slide" Target="../slides/slide7.xml" /><Relationship Id="rId2" Type="http://schemas.openxmlformats.org/officeDocument/2006/relationships/notesMaster" Target="../notesMasters/notesMaster1.xml" /></Relationships>
</file>

<file path=ppt/notesSlides/_rels/notesSlide7.xml.rels>&#65279;<?xml version="1.0" encoding="utf-8" standalone="yes"?><Relationships xmlns="http://schemas.openxmlformats.org/package/2006/relationships"><Relationship Id="rId1" Type="http://schemas.openxmlformats.org/officeDocument/2006/relationships/slide" Target="../slides/slide8.xml" /><Relationship Id="rId2" Type="http://schemas.openxmlformats.org/officeDocument/2006/relationships/notesMaster" Target="../notesMasters/notesMaster1.xml" /></Relationships>
</file>

<file path=ppt/notesSlides/_rels/notesSlide8.xml.rels>&#65279;<?xml version="1.0" encoding="utf-8" standalone="yes"?><Relationships xmlns="http://schemas.openxmlformats.org/package/2006/relationships"><Relationship Id="rId1" Type="http://schemas.openxmlformats.org/officeDocument/2006/relationships/slide" Target="../slides/slide9.xml" /><Relationship Id="rId2" Type="http://schemas.openxmlformats.org/officeDocument/2006/relationships/notesMaster" Target="../notesMasters/notesMaster1.xml" /></Relationships>
</file>

<file path=ppt/notesSlides/_rels/notesSlide9.xml.rels>&#65279;<?xml version="1.0" encoding="utf-8" standalone="yes"?><Relationships xmlns="http://schemas.openxmlformats.org/package/2006/relationships"><Relationship Id="rId1" Type="http://schemas.openxmlformats.org/officeDocument/2006/relationships/slide" Target="../slides/slide10.xml" /><Relationship Id="rId2" Type="http://schemas.openxmlformats.org/officeDocument/2006/relationships/notesMaster" Target="../notesMasters/notesMaster1.xml" /></Relationships>
</file>

<file path=ppt/notesSlides/_rels/notesSlide10.xml.rels>&#65279;<?xml version="1.0" encoding="utf-8" standalone="yes"?><Relationships xmlns="http://schemas.openxmlformats.org/package/2006/relationships"><Relationship Id="rId1" Type="http://schemas.openxmlformats.org/officeDocument/2006/relationships/slide" Target="../slides/slide11.xml" /><Relationship Id="rId2"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幻灯片图像占位符 1"/>
          <p:cNvSpPr>
            <a:spLocks noGrp="1" noRot="1" noChangeAspect="1"/>
          </p:cNvSpPr>
          <p:nvPr>
            <p:ph type="sldImg" idx="2"/>
          </p:nvPr>
        </p:nvSpPr>
        <p:spPr>
          <a:xfrm>
            <a:off x="685800" y="1143000"/>
            <a:ext cx="5486400" cy="3086100"/>
          </a:xfrm>
        </p:spPr>
      </p:sp>
      <p:sp>
        <p:nvSpPr>
          <p:cNvPr id="3" name="文本占位符 2"/>
          <p:cNvSpPr txBox="1">
            <a:spLocks noGrp="1"/>
          </p:cNvSpPr>
          <p:nvPr>
            <p:ph type="body" idx="3"/>
          </p:nvPr>
        </p:nvSpPr>
        <p:spPr/>
        <p:txBody>
          <a:bodyPr/>
          <a:lstStyle/>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幻灯片图像占位符 1"/>
          <p:cNvSpPr>
            <a:spLocks noGrp="1" noRot="1" noChangeAspect="1"/>
          </p:cNvSpPr>
          <p:nvPr>
            <p:ph type="sldImg" idx="2"/>
          </p:nvPr>
        </p:nvSpPr>
        <p:spPr>
          <a:xfrm>
            <a:off x="685800" y="1143000"/>
            <a:ext cx="5486400" cy="3086100"/>
          </a:xfrm>
        </p:spPr>
      </p:sp>
      <p:sp>
        <p:nvSpPr>
          <p:cNvPr id="3" name="文本占位符 2"/>
          <p:cNvSpPr txBox="1">
            <a:spLocks noGrp="1"/>
          </p:cNvSpPr>
          <p:nvPr>
            <p:ph type="body" idx="3"/>
          </p:nvPr>
        </p:nvSpPr>
        <p:spPr/>
        <p:txBody>
          <a:bodyPr/>
          <a:lstStyle/>
          <a:p>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幻灯片图像占位符 1"/>
          <p:cNvSpPr>
            <a:spLocks noGrp="1" noRot="1" noChangeAspect="1"/>
          </p:cNvSpPr>
          <p:nvPr>
            <p:ph type="sldImg" idx="2"/>
          </p:nvPr>
        </p:nvSpPr>
        <p:spPr>
          <a:xfrm>
            <a:off x="685800" y="1143000"/>
            <a:ext cx="5486400" cy="3086100"/>
          </a:xfrm>
        </p:spPr>
      </p:sp>
      <p:sp>
        <p:nvSpPr>
          <p:cNvPr id="3" name="文本占位符 2"/>
          <p:cNvSpPr txBox="1">
            <a:spLocks noGrp="1"/>
          </p:cNvSpPr>
          <p:nvPr>
            <p:ph type="body" idx="3"/>
          </p:nvPr>
        </p:nvSpPr>
        <p:spPr/>
        <p:txBody>
          <a:bodyPr/>
          <a:lstStyle/>
          <a:p>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幻灯片图像占位符 1"/>
          <p:cNvSpPr>
            <a:spLocks noGrp="1" noRot="1" noChangeAspect="1"/>
          </p:cNvSpPr>
          <p:nvPr>
            <p:ph type="sldImg" idx="2"/>
          </p:nvPr>
        </p:nvSpPr>
        <p:spPr>
          <a:xfrm>
            <a:off x="685800" y="1143000"/>
            <a:ext cx="5486400" cy="3086100"/>
          </a:xfrm>
        </p:spPr>
      </p:sp>
      <p:sp>
        <p:nvSpPr>
          <p:cNvPr id="3" name="文本占位符 2"/>
          <p:cNvSpPr txBox="1">
            <a:spLocks noGrp="1"/>
          </p:cNvSpPr>
          <p:nvPr>
            <p:ph type="body" idx="3"/>
          </p:nvPr>
        </p:nvSpPr>
        <p:spPr/>
        <p:txBody>
          <a:bodyPr/>
          <a:lstStyle/>
          <a:p>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幻灯片图像占位符 1"/>
          <p:cNvSpPr>
            <a:spLocks noGrp="1" noRot="1" noChangeAspect="1"/>
          </p:cNvSpPr>
          <p:nvPr>
            <p:ph type="sldImg" idx="2"/>
          </p:nvPr>
        </p:nvSpPr>
        <p:spPr>
          <a:xfrm>
            <a:off x="685800" y="1143000"/>
            <a:ext cx="5486400" cy="3086100"/>
          </a:xfrm>
        </p:spPr>
      </p:sp>
      <p:sp>
        <p:nvSpPr>
          <p:cNvPr id="3" name="文本占位符 2"/>
          <p:cNvSpPr txBox="1">
            <a:spLocks noGrp="1"/>
          </p:cNvSpPr>
          <p:nvPr>
            <p:ph type="body" idx="3"/>
          </p:nvPr>
        </p:nvSpPr>
        <p:spPr/>
        <p:txBody>
          <a:bodyPr/>
          <a:lstStyle/>
          <a:p>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幻灯片图像占位符 1"/>
          <p:cNvSpPr>
            <a:spLocks noGrp="1" noRot="1" noChangeAspect="1"/>
          </p:cNvSpPr>
          <p:nvPr>
            <p:ph type="sldImg" idx="2"/>
          </p:nvPr>
        </p:nvSpPr>
        <p:spPr>
          <a:xfrm>
            <a:off x="685800" y="1143000"/>
            <a:ext cx="5486400" cy="3086100"/>
          </a:xfrm>
        </p:spPr>
      </p:sp>
      <p:sp>
        <p:nvSpPr>
          <p:cNvPr id="3" name="文本占位符 2"/>
          <p:cNvSpPr txBox="1">
            <a:spLocks noGrp="1"/>
          </p:cNvSpPr>
          <p:nvPr>
            <p:ph type="body" idx="3"/>
          </p:nvPr>
        </p:nvSpPr>
        <p:spPr/>
        <p:txBody>
          <a:bodyPr/>
          <a:lstStyle/>
          <a:p>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幻灯片图像占位符 1"/>
          <p:cNvSpPr>
            <a:spLocks noGrp="1" noRot="1" noChangeAspect="1"/>
          </p:cNvSpPr>
          <p:nvPr>
            <p:ph type="sldImg" idx="2"/>
          </p:nvPr>
        </p:nvSpPr>
        <p:spPr>
          <a:xfrm>
            <a:off x="685800" y="1143000"/>
            <a:ext cx="5486400" cy="3086100"/>
          </a:xfrm>
        </p:spPr>
      </p:sp>
      <p:sp>
        <p:nvSpPr>
          <p:cNvPr id="3" name="文本占位符 2"/>
          <p:cNvSpPr txBox="1">
            <a:spLocks noGrp="1"/>
          </p:cNvSpPr>
          <p:nvPr>
            <p:ph type="body" idx="3"/>
          </p:nvPr>
        </p:nvSpPr>
        <p:spPr/>
        <p:txBody>
          <a:bodyPr/>
          <a:lstStyle/>
          <a:p>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幻灯片图像占位符 1"/>
          <p:cNvSpPr>
            <a:spLocks noGrp="1" noRot="1" noChangeAspect="1"/>
          </p:cNvSpPr>
          <p:nvPr>
            <p:ph type="sldImg" idx="2"/>
          </p:nvPr>
        </p:nvSpPr>
        <p:spPr>
          <a:xfrm>
            <a:off x="685800" y="1143000"/>
            <a:ext cx="5486400" cy="3086100"/>
          </a:xfrm>
        </p:spPr>
      </p:sp>
      <p:sp>
        <p:nvSpPr>
          <p:cNvPr id="3" name="文本占位符 2"/>
          <p:cNvSpPr txBox="1">
            <a:spLocks noGrp="1"/>
          </p:cNvSpPr>
          <p:nvPr>
            <p:ph type="body" idx="3"/>
          </p:nvPr>
        </p:nvSpPr>
        <p:spPr/>
        <p:txBody>
          <a:bodyPr/>
          <a:lstStyle/>
          <a:p>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幻灯片图像占位符 1"/>
          <p:cNvSpPr>
            <a:spLocks noGrp="1" noRot="1" noChangeAspect="1"/>
          </p:cNvSpPr>
          <p:nvPr>
            <p:ph type="sldImg" idx="2"/>
          </p:nvPr>
        </p:nvSpPr>
        <p:spPr>
          <a:xfrm>
            <a:off x="685800" y="1143000"/>
            <a:ext cx="5486400" cy="3086100"/>
          </a:xfrm>
        </p:spPr>
      </p:sp>
      <p:sp>
        <p:nvSpPr>
          <p:cNvPr id="3" name="文本占位符 2"/>
          <p:cNvSpPr txBox="1">
            <a:spLocks noGrp="1"/>
          </p:cNvSpPr>
          <p:nvPr>
            <p:ph type="body" idx="3"/>
          </p:nvPr>
        </p:nvSpPr>
        <p:spPr/>
        <p:txBody>
          <a:bodyPr/>
          <a:lstStyle/>
          <a:p>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幻灯片图像占位符 1"/>
          <p:cNvSpPr>
            <a:spLocks noGrp="1" noRot="1" noChangeAspect="1"/>
          </p:cNvSpPr>
          <p:nvPr>
            <p:ph type="sldImg" idx="2"/>
          </p:nvPr>
        </p:nvSpPr>
        <p:spPr>
          <a:xfrm>
            <a:off x="685800" y="1143000"/>
            <a:ext cx="5486400" cy="3086100"/>
          </a:xfrm>
        </p:spPr>
      </p:sp>
      <p:sp>
        <p:nvSpPr>
          <p:cNvPr id="3" name="文本占位符 2"/>
          <p:cNvSpPr txBox="1">
            <a:spLocks noGrp="1"/>
          </p:cNvSpPr>
          <p:nvPr>
            <p:ph type="body" idx="3"/>
          </p:nvPr>
        </p:nvSpPr>
        <p:spPr/>
        <p:txBody>
          <a:bodyPr/>
          <a:lstStyle/>
          <a:p>
            <a:endParaRPr lang="zh-CN" altLang="en-US"/>
          </a:p>
        </p:txBody>
      </p:sp>
    </p:spTree>
  </p:cSld>
  <p:clrMapOvr>
    <a:masterClrMapping/>
  </p:clrMapOvr>
</p:notes>
</file>

<file path=ppt/slideLayouts/_rels/slideLayout1.xml.rels>&#65279;<?xml version="1.0" encoding="utf-8" standalone="yes"?><Relationships xmlns="http://schemas.openxmlformats.org/package/2006/relationships"><Relationship Id="rId1" Type="http://schemas.openxmlformats.org/officeDocument/2006/relationships/tags" Target="../tags/tag1.xml" /><Relationship Id="rId2" Type="http://schemas.openxmlformats.org/officeDocument/2006/relationships/tags" Target="../tags/tag2.xml" /><Relationship Id="rId3" Type="http://schemas.openxmlformats.org/officeDocument/2006/relationships/tags" Target="../tags/tag3.xml" /><Relationship Id="rId4" Type="http://schemas.openxmlformats.org/officeDocument/2006/relationships/tags" Target="../tags/tag4.xml" /><Relationship Id="rId5" Type="http://schemas.openxmlformats.org/officeDocument/2006/relationships/tags" Target="../tags/tag5.xml" /><Relationship Id="rId6" Type="http://schemas.openxmlformats.org/officeDocument/2006/relationships/slideMaster" Target="../slideMasters/slideMaster1.xml" /></Relationships>
</file>

<file path=ppt/slideLayouts/_rels/slideLayout2.xml.rels>&#65279;<?xml version="1.0" encoding="utf-8" standalone="yes"?><Relationships xmlns="http://schemas.openxmlformats.org/package/2006/relationships"><Relationship Id="rId1" Type="http://schemas.openxmlformats.org/officeDocument/2006/relationships/tags" Target="../tags/tag6.xml" /><Relationship Id="rId2" Type="http://schemas.openxmlformats.org/officeDocument/2006/relationships/tags" Target="../tags/tag7.xml" /><Relationship Id="rId3" Type="http://schemas.openxmlformats.org/officeDocument/2006/relationships/tags" Target="../tags/tag8.xml" /><Relationship Id="rId4" Type="http://schemas.openxmlformats.org/officeDocument/2006/relationships/tags" Target="../tags/tag9.xml" /><Relationship Id="rId5" Type="http://schemas.openxmlformats.org/officeDocument/2006/relationships/tags" Target="../tags/tag10.xml" /><Relationship Id="rId6" Type="http://schemas.openxmlformats.org/officeDocument/2006/relationships/slideMaster" Target="../slideMasters/slideMaster1.xml" /></Relationships>
</file>

<file path=ppt/slideLayouts/_rels/slideLayout3.xml.rels>&#65279;<?xml version="1.0" encoding="utf-8" standalone="yes"?><Relationships xmlns="http://schemas.openxmlformats.org/package/2006/relationships"><Relationship Id="rId1" Type="http://schemas.openxmlformats.org/officeDocument/2006/relationships/tags" Target="../tags/tag11.xml" /><Relationship Id="rId2" Type="http://schemas.openxmlformats.org/officeDocument/2006/relationships/tags" Target="../tags/tag12.xml" /><Relationship Id="rId3" Type="http://schemas.openxmlformats.org/officeDocument/2006/relationships/tags" Target="../tags/tag13.xml" /><Relationship Id="rId4" Type="http://schemas.openxmlformats.org/officeDocument/2006/relationships/tags" Target="../tags/tag14.xml" /><Relationship Id="rId5" Type="http://schemas.openxmlformats.org/officeDocument/2006/relationships/tags" Target="../tags/tag15.xml" /><Relationship Id="rId6" Type="http://schemas.openxmlformats.org/officeDocument/2006/relationships/slideMaster" Target="../slideMasters/slideMaster1.xml" /></Relationships>
</file>

<file path=ppt/slideLayouts/_rels/slideLayout4.xml.rels>&#65279;<?xml version="1.0" encoding="utf-8" standalone="yes"?><Relationships xmlns="http://schemas.openxmlformats.org/package/2006/relationships"><Relationship Id="rId1" Type="http://schemas.openxmlformats.org/officeDocument/2006/relationships/tags" Target="../tags/tag16.xml" /><Relationship Id="rId2" Type="http://schemas.openxmlformats.org/officeDocument/2006/relationships/tags" Target="../tags/tag17.xml" /><Relationship Id="rId3" Type="http://schemas.openxmlformats.org/officeDocument/2006/relationships/tags" Target="../tags/tag18.xml" /><Relationship Id="rId4" Type="http://schemas.openxmlformats.org/officeDocument/2006/relationships/tags" Target="../tags/tag19.xml" /><Relationship Id="rId5" Type="http://schemas.openxmlformats.org/officeDocument/2006/relationships/tags" Target="../tags/tag20.xml" /><Relationship Id="rId6" Type="http://schemas.openxmlformats.org/officeDocument/2006/relationships/tags" Target="../tags/tag21.xml" /><Relationship Id="rId7" Type="http://schemas.openxmlformats.org/officeDocument/2006/relationships/slideMaster" Target="../slideMasters/slideMaster1.xml" /></Relationships>
</file>

<file path=ppt/slideLayouts/_rels/slideLayout5.xml.rels>&#65279;<?xml version="1.0" encoding="utf-8" standalone="yes"?><Relationships xmlns="http://schemas.openxmlformats.org/package/2006/relationships"><Relationship Id="rId1" Type="http://schemas.openxmlformats.org/officeDocument/2006/relationships/tags" Target="../tags/tag22.xml" /><Relationship Id="rId2" Type="http://schemas.openxmlformats.org/officeDocument/2006/relationships/tags" Target="../tags/tag23.xml" /><Relationship Id="rId3" Type="http://schemas.openxmlformats.org/officeDocument/2006/relationships/tags" Target="../tags/tag24.xml" /><Relationship Id="rId4" Type="http://schemas.openxmlformats.org/officeDocument/2006/relationships/tags" Target="../tags/tag25.xml" /><Relationship Id="rId5" Type="http://schemas.openxmlformats.org/officeDocument/2006/relationships/tags" Target="../tags/tag26.xml" /><Relationship Id="rId6" Type="http://schemas.openxmlformats.org/officeDocument/2006/relationships/tags" Target="../tags/tag27.xml" /><Relationship Id="rId7" Type="http://schemas.openxmlformats.org/officeDocument/2006/relationships/tags" Target="../tags/tag28.xml" /><Relationship Id="rId8" Type="http://schemas.openxmlformats.org/officeDocument/2006/relationships/tags" Target="../tags/tag29.xml" /><Relationship Id="rId9" Type="http://schemas.openxmlformats.org/officeDocument/2006/relationships/slideMaster" Target="../slideMasters/slideMaster1.xml" /></Relationships>
</file>

<file path=ppt/slideLayouts/_rels/slideLayout6.xml.rels>&#65279;<?xml version="1.0" encoding="utf-8" standalone="yes"?><Relationships xmlns="http://schemas.openxmlformats.org/package/2006/relationships"><Relationship Id="rId1" Type="http://schemas.openxmlformats.org/officeDocument/2006/relationships/tags" Target="../tags/tag30.xml" /><Relationship Id="rId2" Type="http://schemas.openxmlformats.org/officeDocument/2006/relationships/tags" Target="../tags/tag31.xml" /><Relationship Id="rId3" Type="http://schemas.openxmlformats.org/officeDocument/2006/relationships/tags" Target="../tags/tag32.xml" /><Relationship Id="rId4" Type="http://schemas.openxmlformats.org/officeDocument/2006/relationships/tags" Target="../tags/tag33.xml" /><Relationship Id="rId5" Type="http://schemas.openxmlformats.org/officeDocument/2006/relationships/slideMaster" Target="../slideMasters/slideMaster1.xml" /></Relationships>
</file>

<file path=ppt/slideLayouts/_rels/slideLayout7.xml.rels>&#65279;<?xml version="1.0" encoding="utf-8" standalone="yes"?><Relationships xmlns="http://schemas.openxmlformats.org/package/2006/relationships"><Relationship Id="rId1" Type="http://schemas.openxmlformats.org/officeDocument/2006/relationships/tags" Target="../tags/tag34.xml" /><Relationship Id="rId2" Type="http://schemas.openxmlformats.org/officeDocument/2006/relationships/tags" Target="../tags/tag35.xml" /><Relationship Id="rId3" Type="http://schemas.openxmlformats.org/officeDocument/2006/relationships/tags" Target="../tags/tag36.xml" /><Relationship Id="rId4" Type="http://schemas.openxmlformats.org/officeDocument/2006/relationships/slideMaster" Target="../slideMasters/slideMaster1.xml" /></Relationships>
</file>

<file path=ppt/slideLayouts/_rels/slideLayout8.xml.rels>&#65279;<?xml version="1.0" encoding="utf-8" standalone="yes"?><Relationships xmlns="http://schemas.openxmlformats.org/package/2006/relationships"><Relationship Id="rId1" Type="http://schemas.openxmlformats.org/officeDocument/2006/relationships/tags" Target="../tags/tag37.xml" /><Relationship Id="rId2" Type="http://schemas.openxmlformats.org/officeDocument/2006/relationships/tags" Target="../tags/tag38.xml" /><Relationship Id="rId3" Type="http://schemas.openxmlformats.org/officeDocument/2006/relationships/tags" Target="../tags/tag39.xml" /><Relationship Id="rId4" Type="http://schemas.openxmlformats.org/officeDocument/2006/relationships/tags" Target="../tags/tag40.xml" /><Relationship Id="rId5" Type="http://schemas.openxmlformats.org/officeDocument/2006/relationships/tags" Target="../tags/tag41.xml" /><Relationship Id="rId6" Type="http://schemas.openxmlformats.org/officeDocument/2006/relationships/tags" Target="../tags/tag42.xml" /><Relationship Id="rId7" Type="http://schemas.openxmlformats.org/officeDocument/2006/relationships/slideMaster" Target="../slideMasters/slideMaster1.xml" /></Relationships>
</file>

<file path=ppt/slideLayouts/_rels/slideLayout9.xml.rels>&#65279;<?xml version="1.0" encoding="utf-8" standalone="yes"?><Relationships xmlns="http://schemas.openxmlformats.org/package/2006/relationships"><Relationship Id="rId1" Type="http://schemas.openxmlformats.org/officeDocument/2006/relationships/tags" Target="../tags/tag43.xml" /><Relationship Id="rId2" Type="http://schemas.openxmlformats.org/officeDocument/2006/relationships/tags" Target="../tags/tag44.xml" /><Relationship Id="rId3" Type="http://schemas.openxmlformats.org/officeDocument/2006/relationships/tags" Target="../tags/tag45.xml" /><Relationship Id="rId4" Type="http://schemas.openxmlformats.org/officeDocument/2006/relationships/tags" Target="../tags/tag46.xml" /><Relationship Id="rId5" Type="http://schemas.openxmlformats.org/officeDocument/2006/relationships/tags" Target="../tags/tag47.xml" /><Relationship Id="rId6" Type="http://schemas.openxmlformats.org/officeDocument/2006/relationships/slideMaster" Target="../slideMasters/slideMaster1.xml" /></Relationships>
</file>

<file path=ppt/slideLayouts/_rels/slideLayout10.xml.rels>&#65279;<?xml version="1.0" encoding="utf-8" standalone="yes"?><Relationships xmlns="http://schemas.openxmlformats.org/package/2006/relationships"><Relationship Id="rId1" Type="http://schemas.openxmlformats.org/officeDocument/2006/relationships/tags" Target="../tags/tag48.xml" /><Relationship Id="rId2" Type="http://schemas.openxmlformats.org/officeDocument/2006/relationships/tags" Target="../tags/tag49.xml" /><Relationship Id="rId3" Type="http://schemas.openxmlformats.org/officeDocument/2006/relationships/tags" Target="../tags/tag50.xml" /><Relationship Id="rId4" Type="http://schemas.openxmlformats.org/officeDocument/2006/relationships/tags" Target="../tags/tag51.xml" /><Relationship Id="rId5" Type="http://schemas.openxmlformats.org/officeDocument/2006/relationships/slideMaster" Target="../slideMasters/slideMaster1.xml" /></Relationships>
</file>

<file path=ppt/slideLayouts/_rels/slideLayout11.xml.rels>&#65279;<?xml version="1.0" encoding="utf-8" standalone="yes"?><Relationships xmlns="http://schemas.openxmlformats.org/package/2006/relationships"><Relationship Id="rId1" Type="http://schemas.openxmlformats.org/officeDocument/2006/relationships/tags" Target="../tags/tag52.xml" /><Relationship Id="rId2" Type="http://schemas.openxmlformats.org/officeDocument/2006/relationships/tags" Target="../tags/tag53.xml" /><Relationship Id="rId3" Type="http://schemas.openxmlformats.org/officeDocument/2006/relationships/tags" Target="../tags/tag54.xml" /><Relationship Id="rId4" Type="http://schemas.openxmlformats.org/officeDocument/2006/relationships/tags" Target="../tags/tag55.xml" /><Relationship Id="rId5" Type="http://schemas.openxmlformats.org/officeDocument/2006/relationships/tags" Target="../tags/tag56.xml" /><Relationship Id="rId6"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title" preserve="1">
  <p:cSld name="标题幻灯片">
    <p:spTree>
      <p:nvGrpSpPr>
        <p:cNvPr id="1" name=""/>
        <p:cNvGrpSpPr/>
        <p:nvPr/>
      </p:nvGrpSpPr>
      <p:grpSpPr>
        <a:xfrm>
          <a:off x="0" y="0"/>
          <a:ext cx="0" cy="0"/>
        </a:xfrm>
      </p:grpSpPr>
      <p:sp>
        <p:nvSpPr>
          <p:cNvPr id="2" name="标题 1"/>
          <p:cNvSpPr>
            <a:spLocks noGrp="1"/>
          </p:cNvSpPr>
          <p:nvPr>
            <p:ph type="ctrTitle"/>
            <p:custDataLst>
              <p:tags r:id="rId1"/>
            </p:custDataLst>
          </p:nvPr>
        </p:nvSpPr>
        <p:spPr>
          <a:xfrm>
            <a:off x="1198800" y="914400"/>
            <a:ext cx="9799200" cy="2570400"/>
          </a:xfrm>
        </p:spPr>
        <p:txBody>
          <a:bodyPr lIns="90000" tIns="46800" rIns="90000" bIns="46800" anchor="b" anchorCtr="0">
            <a:normAutofit/>
          </a:bodyPr>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custDataLst>
              <p:tags r:id="rId2"/>
            </p:custDataLst>
          </p:nvPr>
        </p:nvSpPr>
        <p:spPr>
          <a:xfrm>
            <a:off x="1198800" y="3560400"/>
            <a:ext cx="9799200" cy="1472400"/>
          </a:xfrm>
        </p:spPr>
        <p:txBody>
          <a:bodyPr lIns="90000" tIns="46800" rIns="90000" bIns="46800">
            <a:normAutofit/>
          </a:bodyPr>
          <a:lstStyle>
            <a:lvl1pPr marL="0" indent="0" algn="ctr">
              <a:lnSpc>
                <a:spcPct val="110000"/>
              </a:lnSpc>
              <a:buNone/>
              <a:defRPr sz="2400" spc="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16" name="日期占位符 15"/>
          <p:cNvSpPr>
            <a:spLocks noGrp="1"/>
          </p:cNvSpPr>
          <p:nvPr>
            <p:ph type="dt" sz="half" idx="10"/>
            <p:custDataLst>
              <p:tags r:id="rId3"/>
            </p:custDataLst>
          </p:nvPr>
        </p:nvSpPr>
        <p:spPr/>
        <p:txBody>
          <a:bodyPr/>
          <a:lstStyle/>
          <a:p>
            <a:fld id="{760FBDFE-C587-4B4C-A407-44438C67B59E}" type="datetimeFigureOut">
              <a:rPr lang="zh-CN" altLang="en-US" smtClean="0"/>
              <a:t/>
            </a:fld>
            <a:endParaRPr lang="zh-CN" altLang="en-US"/>
          </a:p>
        </p:txBody>
      </p:sp>
      <p:sp>
        <p:nvSpPr>
          <p:cNvPr id="17" name="页脚占位符 16"/>
          <p:cNvSpPr>
            <a:spLocks noGrp="1"/>
          </p:cNvSpPr>
          <p:nvPr>
            <p:ph type="ftr" sz="quarter" idx="11"/>
            <p:custDataLst>
              <p:tags r:id="rId4"/>
            </p:custDataLst>
          </p:nvPr>
        </p:nvSpPr>
        <p:spPr/>
        <p:txBody>
          <a:bodyPr/>
          <a:lstStyle/>
          <a:p>
            <a:endParaRPr lang="zh-CN" altLang="en-US"/>
          </a:p>
        </p:txBody>
      </p:sp>
      <p:sp>
        <p:nvSpPr>
          <p:cNvPr id="18" name="灯片编号占位符 17"/>
          <p:cNvSpPr>
            <a:spLocks noGrp="1"/>
          </p:cNvSpPr>
          <p:nvPr>
            <p:ph type="sldNum" sz="quarter" idx="12"/>
            <p:custDataLst>
              <p:tags r:id="rId5"/>
            </p:custDataLst>
          </p:nvPr>
        </p:nvSpPr>
        <p:spPr/>
        <p:txBody>
          <a:bodyPr/>
          <a:lstStyle/>
          <a:p>
            <a:fld id="{49AE70B2-8BF9-45C0-BB95-33D1B9D3A854}" type="slidenum">
              <a:rPr lang="zh-CN" altLang="en-US" smtClean="0"/>
              <a:t/>
            </a:fld>
            <a:endParaRPr lang="zh-CN" altLang="en-US"/>
          </a:p>
        </p:txBody>
      </p:sp>
    </p:spTree>
  </p:cSld>
  <p:clrMapOvr>
    <a:masterClrMapping/>
  </p:clrMapOvr>
  <p:transition/>
  <p:timing/>
</p:sldLayout>
</file>

<file path=ppt/slideLayouts/slideLayout2.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obj" preserve="1">
  <p:cSld name="标题和内容">
    <p:spTree>
      <p:nvGrpSpPr>
        <p:cNvPr id="1" name=""/>
        <p:cNvGrpSpPr/>
        <p:nvPr/>
      </p:nvGrpSpPr>
      <p:grpSpPr>
        <a:xfrm>
          <a:off x="0" y="0"/>
          <a:ext cx="0" cy="0"/>
        </a:xfrm>
      </p:grpSpPr>
      <p:sp>
        <p:nvSpPr>
          <p:cNvPr id="2" name="标题 1"/>
          <p:cNvSpPr>
            <a:spLocks noGrp="1"/>
          </p:cNvSpPr>
          <p:nvPr>
            <p:ph type="title"/>
            <p:custDataLst>
              <p:tags r:id="rId1"/>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idx="1"/>
            <p:custDataLst>
              <p:tags r:id="rId2"/>
            </p:custDataLst>
          </p:nvPr>
        </p:nvSpPr>
        <p:spPr>
          <a:xfrm>
            <a:off x="608400" y="1490400"/>
            <a:ext cx="10969200" cy="47592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custDataLst>
              <p:tags r:id="rId3"/>
            </p:custDataLst>
          </p:nvPr>
        </p:nvSpPr>
        <p:spPr/>
        <p:txBody>
          <a:bodyPr/>
          <a:lstStyle/>
          <a:p>
            <a:fld id="{760FBDFE-C587-4B4C-A407-44438C67B59E}" type="datetimeFigureOut">
              <a:rPr lang="zh-CN" altLang="en-US" smtClean="0"/>
              <a:t/>
            </a:fld>
            <a:endParaRPr lang="zh-CN" altLang="en-US"/>
          </a:p>
        </p:txBody>
      </p:sp>
      <p:sp>
        <p:nvSpPr>
          <p:cNvPr id="5" name="页脚占位符 4"/>
          <p:cNvSpPr>
            <a:spLocks noGrp="1"/>
          </p:cNvSpPr>
          <p:nvPr>
            <p:ph type="ftr" sz="quarter" idx="11"/>
            <p:custDataLst>
              <p:tags r:id="rId4"/>
            </p:custDataLst>
          </p:nvPr>
        </p:nvSpPr>
        <p:spPr/>
        <p:txBody>
          <a:bodyPr/>
          <a:lstStyle/>
          <a:p>
            <a:endParaRPr lang="zh-CN" altLang="en-US"/>
          </a:p>
        </p:txBody>
      </p:sp>
      <p:sp>
        <p:nvSpPr>
          <p:cNvPr id="6" name="灯片编号占位符 5"/>
          <p:cNvSpPr>
            <a:spLocks noGrp="1"/>
          </p:cNvSpPr>
          <p:nvPr>
            <p:ph type="sldNum" sz="quarter" idx="12"/>
            <p:custDataLst>
              <p:tags r:id="rId5"/>
            </p:custDataLst>
          </p:nvPr>
        </p:nvSpPr>
        <p:spPr/>
        <p:txBody>
          <a:bodyPr/>
          <a:lstStyle/>
          <a:p>
            <a:fld id="{49AE70B2-8BF9-45C0-BB95-33D1B9D3A854}" type="slidenum">
              <a:rPr lang="zh-CN" altLang="en-US" smtClean="0"/>
              <a:t/>
            </a:fld>
            <a:endParaRPr lang="zh-CN" altLang="en-US"/>
          </a:p>
        </p:txBody>
      </p:sp>
    </p:spTree>
  </p:cSld>
  <p:clrMapOvr>
    <a:masterClrMapping/>
  </p:clrMapOvr>
  <p:transition/>
  <p:timing/>
</p:sldLayout>
</file>

<file path=ppt/slideLayouts/slideLayout3.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secHead" preserve="1">
  <p:cSld name="节标题">
    <p:spTree>
      <p:nvGrpSpPr>
        <p:cNvPr id="1" name=""/>
        <p:cNvGrpSpPr/>
        <p:nvPr/>
      </p:nvGrpSpPr>
      <p:grpSpPr>
        <a:xfrm>
          <a:off x="0" y="0"/>
          <a:ext cx="0" cy="0"/>
        </a:xfrm>
      </p:grpSpPr>
      <p:sp>
        <p:nvSpPr>
          <p:cNvPr id="2" name="标题 1"/>
          <p:cNvSpPr>
            <a:spLocks noGrp="1"/>
          </p:cNvSpPr>
          <p:nvPr>
            <p:ph type="title" hasCustomPrompt="1"/>
            <p:custDataLst>
              <p:tags r:id="rId1"/>
            </p:custDataLst>
          </p:nvPr>
        </p:nvSpPr>
        <p:spPr>
          <a:xfrm>
            <a:off x="1990800" y="3848400"/>
            <a:ext cx="7768800" cy="766800"/>
          </a:xfrm>
        </p:spPr>
        <p:txBody>
          <a:bodyPr lIns="90000" tIns="46800" rIns="90000" bIns="46800" anchor="b" anchorCtr="0">
            <a:normAutofit/>
          </a:bodyPr>
          <a:lstStyle>
            <a:lvl1pPr>
              <a:defRPr sz="4400"/>
            </a:lvl1pPr>
          </a:lstStyle>
          <a:p>
            <a:r>
              <a:rPr lang="zh-CN" altLang="en-US"/>
              <a:t>单击此处编辑标题</a:t>
            </a:r>
            <a:endParaRPr lang="zh-CN" altLang="en-US"/>
          </a:p>
        </p:txBody>
      </p:sp>
      <p:sp>
        <p:nvSpPr>
          <p:cNvPr id="3" name="文本占位符 2"/>
          <p:cNvSpPr>
            <a:spLocks noGrp="1"/>
          </p:cNvSpPr>
          <p:nvPr>
            <p:ph type="body" idx="1" hasCustomPrompt="1"/>
            <p:custDataLst>
              <p:tags r:id="rId2"/>
            </p:custDataLst>
          </p:nvPr>
        </p:nvSpPr>
        <p:spPr>
          <a:xfrm>
            <a:off x="1990800" y="4615200"/>
            <a:ext cx="7768800" cy="867600"/>
          </a:xfrm>
        </p:spPr>
        <p:txBody>
          <a:bodyPr lIns="90000" tIns="46800" rIns="90000" bIns="46800">
            <a:normAutofit/>
          </a:bodyPr>
          <a:lstStyle>
            <a:lvl1pPr marL="0" indent="0">
              <a:buNone/>
              <a:defRPr sz="1800">
                <a:solidFill>
                  <a:schemeClr val="tx1">
                    <a:lumMod val="65000"/>
                    <a:lumOff val="35000"/>
                  </a:schemeClr>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单击此处编辑文本</a:t>
            </a:r>
            <a:endParaRPr lang="zh-CN" altLang="en-US"/>
          </a:p>
        </p:txBody>
      </p:sp>
      <p:sp>
        <p:nvSpPr>
          <p:cNvPr id="4" name="日期占位符 3"/>
          <p:cNvSpPr>
            <a:spLocks noGrp="1"/>
          </p:cNvSpPr>
          <p:nvPr>
            <p:ph type="dt" sz="half" idx="10"/>
            <p:custDataLst>
              <p:tags r:id="rId3"/>
            </p:custDataLst>
          </p:nvPr>
        </p:nvSpPr>
        <p:spPr/>
        <p:txBody>
          <a:bodyPr/>
          <a:lstStyle/>
          <a:p>
            <a:fld id="{760FBDFE-C587-4B4C-A407-44438C67B59E}" type="datetimeFigureOut">
              <a:rPr lang="zh-CN" altLang="en-US" smtClean="0"/>
              <a:t/>
            </a:fld>
            <a:endParaRPr lang="zh-CN" altLang="en-US"/>
          </a:p>
        </p:txBody>
      </p:sp>
      <p:sp>
        <p:nvSpPr>
          <p:cNvPr id="5" name="页脚占位符 4"/>
          <p:cNvSpPr>
            <a:spLocks noGrp="1"/>
          </p:cNvSpPr>
          <p:nvPr>
            <p:ph type="ftr" sz="quarter" idx="11"/>
            <p:custDataLst>
              <p:tags r:id="rId4"/>
            </p:custDataLst>
          </p:nvPr>
        </p:nvSpPr>
        <p:spPr/>
        <p:txBody>
          <a:bodyPr/>
          <a:lstStyle/>
          <a:p>
            <a:endParaRPr lang="zh-CN" altLang="en-US"/>
          </a:p>
        </p:txBody>
      </p:sp>
      <p:sp>
        <p:nvSpPr>
          <p:cNvPr id="6" name="灯片编号占位符 5"/>
          <p:cNvSpPr>
            <a:spLocks noGrp="1"/>
          </p:cNvSpPr>
          <p:nvPr>
            <p:ph type="sldNum" sz="quarter" idx="12"/>
            <p:custDataLst>
              <p:tags r:id="rId5"/>
            </p:custDataLst>
          </p:nvPr>
        </p:nvSpPr>
        <p:spPr/>
        <p:txBody>
          <a:bodyPr/>
          <a:lstStyle/>
          <a:p>
            <a:fld id="{49AE70B2-8BF9-45C0-BB95-33D1B9D3A854}" type="slidenum">
              <a:rPr lang="zh-CN" altLang="en-US" smtClean="0"/>
              <a:t/>
            </a:fld>
            <a:endParaRPr lang="zh-CN" altLang="en-US"/>
          </a:p>
        </p:txBody>
      </p:sp>
    </p:spTree>
  </p:cSld>
  <p:clrMapOvr>
    <a:masterClrMapping/>
  </p:clrMapOvr>
  <p:transition/>
  <p:timing/>
</p:sldLayout>
</file>

<file path=ppt/slideLayouts/slideLayout4.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twoObj" preserve="1">
  <p:cSld name="两栏内容">
    <p:spTree>
      <p:nvGrpSpPr>
        <p:cNvPr id="1" name=""/>
        <p:cNvGrpSpPr/>
        <p:nvPr/>
      </p:nvGrpSpPr>
      <p:grpSpPr>
        <a:xfrm>
          <a:off x="0" y="0"/>
          <a:ext cx="0" cy="0"/>
        </a:xfrm>
      </p:grpSpPr>
      <p:sp>
        <p:nvSpPr>
          <p:cNvPr id="2" name="标题 1"/>
          <p:cNvSpPr>
            <a:spLocks noGrp="1"/>
          </p:cNvSpPr>
          <p:nvPr>
            <p:ph type="title"/>
            <p:custDataLst>
              <p:tags r:id="rId1"/>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sz="half" idx="1"/>
            <p:custDataLst>
              <p:tags r:id="rId2"/>
            </p:custDataLst>
          </p:nvPr>
        </p:nvSpPr>
        <p:spPr>
          <a:xfrm>
            <a:off x="608400" y="1501200"/>
            <a:ext cx="5176800" cy="47484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custDataLst>
              <p:tags r:id="rId3"/>
            </p:custDataLst>
          </p:nvPr>
        </p:nvSpPr>
        <p:spPr>
          <a:xfrm>
            <a:off x="6411600" y="1501200"/>
            <a:ext cx="5176800" cy="4748400"/>
          </a:xfrm>
        </p:spPr>
        <p:txBody>
          <a:bodyPr lIns="90000" tIns="46800" rIns="90000" bIns="4680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custDataLst>
              <p:tags r:id="rId4"/>
            </p:custDataLst>
          </p:nvPr>
        </p:nvSpPr>
        <p:spPr/>
        <p:txBody>
          <a:bodyPr/>
          <a:lstStyle/>
          <a:p>
            <a:fld id="{760FBDFE-C587-4B4C-A407-44438C67B59E}" type="datetimeFigureOut">
              <a:rPr lang="zh-CN" altLang="en-US" smtClean="0"/>
              <a:t/>
            </a:fld>
            <a:endParaRPr lang="zh-CN" altLang="en-US"/>
          </a:p>
        </p:txBody>
      </p:sp>
      <p:sp>
        <p:nvSpPr>
          <p:cNvPr id="6" name="页脚占位符 5"/>
          <p:cNvSpPr>
            <a:spLocks noGrp="1"/>
          </p:cNvSpPr>
          <p:nvPr>
            <p:ph type="ftr" sz="quarter" idx="11"/>
            <p:custDataLst>
              <p:tags r:id="rId5"/>
            </p:custDataLst>
          </p:nvPr>
        </p:nvSpPr>
        <p:spPr/>
        <p:txBody>
          <a:bodyPr/>
          <a:lstStyle/>
          <a:p>
            <a:endParaRPr lang="zh-CN" altLang="en-US"/>
          </a:p>
        </p:txBody>
      </p:sp>
      <p:sp>
        <p:nvSpPr>
          <p:cNvPr id="7" name="灯片编号占位符 6"/>
          <p:cNvSpPr>
            <a:spLocks noGrp="1"/>
          </p:cNvSpPr>
          <p:nvPr>
            <p:ph type="sldNum" sz="quarter" idx="12"/>
            <p:custDataLst>
              <p:tags r:id="rId6"/>
            </p:custDataLst>
          </p:nvPr>
        </p:nvSpPr>
        <p:spPr/>
        <p:txBody>
          <a:bodyPr/>
          <a:lstStyle/>
          <a:p>
            <a:fld id="{49AE70B2-8BF9-45C0-BB95-33D1B9D3A854}" type="slidenum">
              <a:rPr lang="zh-CN" altLang="en-US" smtClean="0"/>
              <a:t/>
            </a:fld>
            <a:endParaRPr lang="zh-CN" altLang="en-US"/>
          </a:p>
        </p:txBody>
      </p:sp>
    </p:spTree>
  </p:cSld>
  <p:clrMapOvr>
    <a:masterClrMapping/>
  </p:clrMapOvr>
  <p:transition/>
  <p:timing/>
</p:sldLayout>
</file>

<file path=ppt/slideLayouts/slideLayout5.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twoTxTwoObj" preserve="1">
  <p:cSld name="比较">
    <p:spTree>
      <p:nvGrpSpPr>
        <p:cNvPr id="1" name=""/>
        <p:cNvGrpSpPr/>
        <p:nvPr/>
      </p:nvGrpSpPr>
      <p:grpSpPr>
        <a:xfrm>
          <a:off x="0" y="0"/>
          <a:ext cx="0" cy="0"/>
        </a:xfrm>
      </p:grpSpPr>
      <p:sp>
        <p:nvSpPr>
          <p:cNvPr id="2" name="标题 1"/>
          <p:cNvSpPr>
            <a:spLocks noGrp="1"/>
          </p:cNvSpPr>
          <p:nvPr>
            <p:ph type="title"/>
            <p:custDataLst>
              <p:tags r:id="rId1"/>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文本占位符 2"/>
          <p:cNvSpPr>
            <a:spLocks noGrp="1"/>
          </p:cNvSpPr>
          <p:nvPr>
            <p:ph type="body" idx="1" hasCustomPrompt="1"/>
            <p:custDataLst>
              <p:tags r:id="rId2"/>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单击此处编辑文本</a:t>
            </a:r>
            <a:endParaRPr lang="zh-CN" altLang="en-US"/>
          </a:p>
        </p:txBody>
      </p:sp>
      <p:sp>
        <p:nvSpPr>
          <p:cNvPr id="4" name="内容占位符 3"/>
          <p:cNvSpPr>
            <a:spLocks noGrp="1"/>
          </p:cNvSpPr>
          <p:nvPr>
            <p:ph sz="half" idx="2"/>
            <p:custDataLst>
              <p:tags r:id="rId3"/>
            </p:custDataLst>
          </p:nvPr>
        </p:nvSpPr>
        <p:spPr>
          <a:xfrm>
            <a:off x="60840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hasCustomPrompt="1"/>
            <p:custDataLst>
              <p:tags r:id="rId4"/>
            </p:custDataLst>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单击此处编辑文本</a:t>
            </a:r>
            <a:endParaRPr lang="zh-CN" altLang="en-US"/>
          </a:p>
        </p:txBody>
      </p:sp>
      <p:sp>
        <p:nvSpPr>
          <p:cNvPr id="6" name="内容占位符 5"/>
          <p:cNvSpPr>
            <a:spLocks noGrp="1"/>
          </p:cNvSpPr>
          <p:nvPr>
            <p:ph sz="quarter" idx="4"/>
            <p:custDataLst>
              <p:tags r:id="rId5"/>
            </p:custDataLst>
          </p:nvPr>
        </p:nvSpPr>
        <p:spPr>
          <a:xfrm>
            <a:off x="623575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custDataLst>
              <p:tags r:id="rId6"/>
            </p:custDataLst>
          </p:nvPr>
        </p:nvSpPr>
        <p:spPr/>
        <p:txBody>
          <a:bodyPr/>
          <a:lstStyle/>
          <a:p>
            <a:fld id="{760FBDFE-C587-4B4C-A407-44438C67B59E}" type="datetimeFigureOut">
              <a:rPr lang="zh-CN" altLang="en-US" smtClean="0"/>
              <a:t/>
            </a:fld>
            <a:endParaRPr lang="zh-CN" altLang="en-US"/>
          </a:p>
        </p:txBody>
      </p:sp>
      <p:sp>
        <p:nvSpPr>
          <p:cNvPr id="8" name="页脚占位符 7"/>
          <p:cNvSpPr>
            <a:spLocks noGrp="1"/>
          </p:cNvSpPr>
          <p:nvPr>
            <p:ph type="ftr" sz="quarter" idx="11"/>
            <p:custDataLst>
              <p:tags r:id="rId7"/>
            </p:custDataLst>
          </p:nvPr>
        </p:nvSpPr>
        <p:spPr/>
        <p:txBody>
          <a:bodyPr/>
          <a:lstStyle/>
          <a:p>
            <a:endParaRPr lang="zh-CN" altLang="en-US"/>
          </a:p>
        </p:txBody>
      </p:sp>
      <p:sp>
        <p:nvSpPr>
          <p:cNvPr id="9" name="灯片编号占位符 8"/>
          <p:cNvSpPr>
            <a:spLocks noGrp="1"/>
          </p:cNvSpPr>
          <p:nvPr>
            <p:ph type="sldNum" sz="quarter" idx="12"/>
            <p:custDataLst>
              <p:tags r:id="rId8"/>
            </p:custDataLst>
          </p:nvPr>
        </p:nvSpPr>
        <p:spPr/>
        <p:txBody>
          <a:bodyPr/>
          <a:lstStyle/>
          <a:p>
            <a:fld id="{49AE70B2-8BF9-45C0-BB95-33D1B9D3A854}" type="slidenum">
              <a:rPr lang="zh-CN" altLang="en-US" smtClean="0"/>
              <a:t/>
            </a:fld>
            <a:endParaRPr lang="zh-CN" altLang="en-US"/>
          </a:p>
        </p:txBody>
      </p:sp>
    </p:spTree>
  </p:cSld>
  <p:clrMapOvr>
    <a:masterClrMapping/>
  </p:clrMapOvr>
  <p:transition/>
  <p:timing/>
</p:sldLayout>
</file>

<file path=ppt/slideLayouts/slideLayout6.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titleOnly" preserve="1">
  <p:cSld name="仅标题">
    <p:spTree>
      <p:nvGrpSpPr>
        <p:cNvPr id="1" name=""/>
        <p:cNvGrpSpPr/>
        <p:nvPr/>
      </p:nvGrpSpPr>
      <p:grpSpPr>
        <a:xfrm>
          <a:off x="0" y="0"/>
          <a:ext cx="0" cy="0"/>
        </a:xfrm>
      </p:grpSpPr>
      <p:sp>
        <p:nvSpPr>
          <p:cNvPr id="2" name="标题 1"/>
          <p:cNvSpPr>
            <a:spLocks noGrp="1"/>
          </p:cNvSpPr>
          <p:nvPr>
            <p:ph type="title"/>
            <p:custDataLst>
              <p:tags r:id="rId1"/>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t/>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t/>
            </a:fld>
            <a:endParaRPr lang="zh-CN" altLang="en-US"/>
          </a:p>
        </p:txBody>
      </p:sp>
    </p:spTree>
  </p:cSld>
  <p:clrMapOvr>
    <a:masterClrMapping/>
  </p:clrMapOvr>
  <p:transition/>
  <p:timing/>
</p:sldLayout>
</file>

<file path=ppt/slideLayouts/slideLayout7.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blank" preserve="1">
  <p:cSld name="空白">
    <p:spTree>
      <p:nvGrpSpPr>
        <p:cNvPr id="1" name=""/>
        <p:cNvGrpSpPr/>
        <p:nvPr/>
      </p:nvGrpSpPr>
      <p:grpSpPr>
        <a:xfrm>
          <a:off x="0" y="0"/>
          <a:ext cx="0" cy="0"/>
        </a:xfrm>
      </p:grpSpPr>
      <p:sp>
        <p:nvSpPr>
          <p:cNvPr id="2" name="日期占位符 1"/>
          <p:cNvSpPr>
            <a:spLocks noGrp="1"/>
          </p:cNvSpPr>
          <p:nvPr>
            <p:ph type="dt" sz="half" idx="10"/>
            <p:custDataLst>
              <p:tags r:id="rId1"/>
            </p:custDataLst>
          </p:nvPr>
        </p:nvSpPr>
        <p:spPr/>
        <p:txBody>
          <a:bodyPr/>
          <a:lstStyle/>
          <a:p>
            <a:fld id="{760FBDFE-C587-4B4C-A407-44438C67B59E}" type="datetimeFigureOut">
              <a:rPr lang="zh-CN" altLang="en-US" smtClean="0"/>
              <a:t/>
            </a:fld>
            <a:endParaRPr lang="zh-CN" altLang="en-US"/>
          </a:p>
        </p:txBody>
      </p:sp>
      <p:sp>
        <p:nvSpPr>
          <p:cNvPr id="3" name="页脚占位符 2"/>
          <p:cNvSpPr>
            <a:spLocks noGrp="1"/>
          </p:cNvSpPr>
          <p:nvPr>
            <p:ph type="ftr" sz="quarter" idx="11"/>
            <p:custDataLst>
              <p:tags r:id="rId2"/>
            </p:custDataLst>
          </p:nvPr>
        </p:nvSpPr>
        <p:spPr/>
        <p:txBody>
          <a:bodyPr/>
          <a:lstStyle/>
          <a:p>
            <a:endParaRPr lang="zh-CN" altLang="en-US"/>
          </a:p>
        </p:txBody>
      </p:sp>
      <p:sp>
        <p:nvSpPr>
          <p:cNvPr id="4" name="灯片编号占位符 3"/>
          <p:cNvSpPr>
            <a:spLocks noGrp="1"/>
          </p:cNvSpPr>
          <p:nvPr>
            <p:ph type="sldNum" sz="quarter" idx="12"/>
            <p:custDataLst>
              <p:tags r:id="rId3"/>
            </p:custDataLst>
          </p:nvPr>
        </p:nvSpPr>
        <p:spPr/>
        <p:txBody>
          <a:bodyPr/>
          <a:lstStyle/>
          <a:p>
            <a:fld id="{49AE70B2-8BF9-45C0-BB95-33D1B9D3A854}" type="slidenum">
              <a:rPr lang="zh-CN" altLang="en-US" smtClean="0"/>
              <a:t/>
            </a:fld>
            <a:endParaRPr lang="zh-CN" altLang="en-US"/>
          </a:p>
        </p:txBody>
      </p:sp>
    </p:spTree>
  </p:cSld>
  <p:clrMapOvr>
    <a:masterClrMapping/>
  </p:clrMapOvr>
  <p:transition/>
  <p:timing/>
</p:sldLayout>
</file>

<file path=ppt/slideLayouts/slideLayout8.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reserve="1" userDrawn="1">
  <p:cSld name="图片与标题">
    <p:spTree>
      <p:nvGrpSpPr>
        <p:cNvPr id="1" name=""/>
        <p:cNvGrpSpPr/>
        <p:nvPr/>
      </p:nvGrpSpPr>
      <p:grpSpPr>
        <a:xfrm>
          <a:off x="0" y="0"/>
          <a:ext cx="0" cy="0"/>
        </a:xfrm>
      </p:grpSpPr>
      <p:sp>
        <p:nvSpPr>
          <p:cNvPr id="3" name="图片占位符 2"/>
          <p:cNvSpPr>
            <a:spLocks noGrp="1"/>
          </p:cNvSpPr>
          <p:nvPr>
            <p:ph type="pic" idx="1"/>
            <p:custDataLst>
              <p:tags r:id="rId1"/>
            </p:custDataLst>
          </p:nvPr>
        </p:nvSpPr>
        <p:spPr>
          <a:xfrm>
            <a:off x="608400" y="1555200"/>
            <a:ext cx="5233077" cy="4608000"/>
          </a:xfrm>
        </p:spPr>
        <p:txBody>
          <a:bodyPr vert="horz" lIns="90000" tIns="46800" rIns="90000" bIns="46800" rtlCol="0">
            <a:normAutofit/>
          </a:bodyPr>
          <a:lstStyle>
            <a:lvl1pPr>
              <a:buNone/>
              <a:defRPr sz="1600"/>
            </a:lvl1pPr>
          </a:lstStyle>
          <a:p>
            <a:pPr lvl="0"/>
            <a:endParaRPr lang="zh-CN" altLang="en-US"/>
          </a:p>
        </p:txBody>
      </p:sp>
      <p:sp>
        <p:nvSpPr>
          <p:cNvPr id="4" name="文本占位符 3"/>
          <p:cNvSpPr>
            <a:spLocks noGrp="1"/>
          </p:cNvSpPr>
          <p:nvPr>
            <p:ph type="body" sz="half" idx="2"/>
            <p:custDataLst>
              <p:tags r:id="rId2"/>
            </p:custDataLst>
          </p:nvPr>
        </p:nvSpPr>
        <p:spPr>
          <a:xfrm>
            <a:off x="6350400" y="1555200"/>
            <a:ext cx="5227200" cy="4608000"/>
          </a:xfrm>
        </p:spPr>
        <p:txBody>
          <a:bodyPr vert="horz" lIns="90000" tIns="46800" rIns="90000" bIns="46800" rtlCol="0">
            <a:normAutofit/>
          </a:bodyPr>
          <a:lstStyle>
            <a:lvl1pPr>
              <a:buNone/>
              <a:defRPr sz="1600"/>
            </a:lvl1pPr>
          </a:lstStyle>
          <a:p>
            <a:pPr lvl="0"/>
            <a:r>
              <a:rPr lang="zh-CN" altLang="en-US" smtClean="0"/>
              <a:t>单击此处编辑母版文本样式</a:t>
            </a:r>
            <a:endParaRPr lang="zh-CN" altLang="en-US"/>
          </a:p>
        </p:txBody>
      </p:sp>
      <p:sp>
        <p:nvSpPr>
          <p:cNvPr id="5" name="日期占位符 4"/>
          <p:cNvSpPr>
            <a:spLocks noGrp="1"/>
          </p:cNvSpPr>
          <p:nvPr>
            <p:ph type="dt" sz="half" idx="10"/>
            <p:custDataLst>
              <p:tags r:id="rId3"/>
            </p:custDataLst>
          </p:nvPr>
        </p:nvSpPr>
        <p:spPr/>
        <p:txBody>
          <a:bodyPr/>
          <a:lstStyle/>
          <a:p>
            <a:fld id="{9EFD9D74-47D9-4702-A33C-335B63B48DBF}" type="datetimeFigureOut">
              <a:rPr lang="zh-CN" altLang="en-US" smtClean="0"/>
              <a:t/>
            </a:fld>
            <a:endParaRPr lang="zh-CN" altLang="en-US"/>
          </a:p>
        </p:txBody>
      </p:sp>
      <p:sp>
        <p:nvSpPr>
          <p:cNvPr id="6" name="页脚占位符 5"/>
          <p:cNvSpPr>
            <a:spLocks noGrp="1"/>
          </p:cNvSpPr>
          <p:nvPr>
            <p:ph type="ftr" sz="quarter" idx="11"/>
            <p:custDataLst>
              <p:tags r:id="rId4"/>
            </p:custDataLst>
          </p:nvPr>
        </p:nvSpPr>
        <p:spPr/>
        <p:txBody>
          <a:bodyPr/>
          <a:lstStyle/>
          <a:p>
            <a:endParaRPr lang="zh-CN" altLang="en-US"/>
          </a:p>
        </p:txBody>
      </p:sp>
      <p:sp>
        <p:nvSpPr>
          <p:cNvPr id="7" name="灯片编号占位符 6"/>
          <p:cNvSpPr>
            <a:spLocks noGrp="1"/>
          </p:cNvSpPr>
          <p:nvPr>
            <p:ph type="sldNum" sz="quarter" idx="12"/>
            <p:custDataLst>
              <p:tags r:id="rId5"/>
            </p:custDataLst>
          </p:nvPr>
        </p:nvSpPr>
        <p:spPr/>
        <p:txBody>
          <a:bodyPr/>
          <a:lstStyle/>
          <a:p>
            <a:fld id="{FABC47A4-756D-490B-A52F-7D9E2C9FC05F}" type="slidenum">
              <a:rPr lang="zh-CN" altLang="en-US" smtClean="0"/>
              <a:t/>
            </a:fld>
            <a:endParaRPr lang="zh-CN" altLang="en-US"/>
          </a:p>
        </p:txBody>
      </p:sp>
      <p:sp>
        <p:nvSpPr>
          <p:cNvPr id="9" name="标题 8"/>
          <p:cNvSpPr>
            <a:spLocks noGrp="1"/>
          </p:cNvSpPr>
          <p:nvPr>
            <p:ph type="title"/>
            <p:custDataLst>
              <p:tags r:id="rId6"/>
            </p:custDataLst>
          </p:nvPr>
        </p:nvSpPr>
        <p:spPr/>
        <p:txBody>
          <a:bodyPr/>
          <a:lstStyle/>
          <a:p>
            <a:r>
              <a:rPr lang="zh-CN" altLang="en-US"/>
              <a:t>单击此处编辑母版标题样式</a:t>
            </a:r>
            <a:endParaRPr lang="zh-CN" altLang="en-US"/>
          </a:p>
        </p:txBody>
      </p:sp>
    </p:spTree>
  </p:cSld>
  <p:clrMapOvr>
    <a:masterClrMapping/>
  </p:clrMapOvr>
  <p:transition/>
  <p:timing/>
</p:sldLayout>
</file>

<file path=ppt/slideLayouts/slideLayout9.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vertTitleAndTx" preserve="1">
  <p:cSld name="竖排标题与文本">
    <p:spTree>
      <p:nvGrpSpPr>
        <p:cNvPr id="1" name=""/>
        <p:cNvGrpSpPr/>
        <p:nvPr/>
      </p:nvGrpSpPr>
      <p:grpSpPr>
        <a:xfrm>
          <a:off x="0" y="0"/>
          <a:ext cx="0" cy="0"/>
        </a:xfrm>
      </p:grpSpPr>
      <p:sp>
        <p:nvSpPr>
          <p:cNvPr id="2" name="竖排标题 1"/>
          <p:cNvSpPr>
            <a:spLocks noGrp="1"/>
          </p:cNvSpPr>
          <p:nvPr>
            <p:ph type="title" orient="vert" hasCustomPrompt="1"/>
            <p:custDataLst>
              <p:tags r:id="rId1"/>
            </p:custDataLst>
          </p:nvPr>
        </p:nvSpPr>
        <p:spPr>
          <a:xfrm>
            <a:off x="10234800" y="914400"/>
            <a:ext cx="1044000" cy="5029200"/>
          </a:xfrm>
        </p:spPr>
        <p:txBody>
          <a:bodyPr vert="eaVert" lIns="90000" tIns="46800" rIns="90000" bIns="46800" rtlCol="0" anchor="ctr" anchorCtr="0">
            <a:normAutofit/>
          </a:bodyPr>
          <a:lstStyle>
            <a:lvl1pPr>
              <a:buNone/>
              <a:defRPr sz="2800"/>
            </a:lvl1pPr>
          </a:lstStyle>
          <a:p>
            <a:pPr lvl="0"/>
            <a:r>
              <a:rPr lang="zh-CN" altLang="en-US" smtClean="0"/>
              <a:t>单击此处编辑标题</a:t>
            </a:r>
            <a:endParaRPr lang="zh-CN" altLang="en-US"/>
          </a:p>
        </p:txBody>
      </p:sp>
      <p:sp>
        <p:nvSpPr>
          <p:cNvPr id="3" name="竖排文字占位符 2"/>
          <p:cNvSpPr>
            <a:spLocks noGrp="1"/>
          </p:cNvSpPr>
          <p:nvPr>
            <p:ph type="body" orient="vert" idx="1"/>
            <p:custDataLst>
              <p:tags r:id="rId2"/>
            </p:custDataLst>
          </p:nvPr>
        </p:nvSpPr>
        <p:spPr>
          <a:xfrm>
            <a:off x="914400" y="914400"/>
            <a:ext cx="9169200" cy="5029200"/>
          </a:xfrm>
        </p:spPr>
        <p:txBody>
          <a:bodyPr vert="eaVert" lIns="46800" tIns="46800" rIns="46800" bIns="46800"/>
          <a:lstStyle>
            <a:lvl1pPr marL="228600" indent="-228600">
              <a:spcAft>
                <a:spcPts val="1000"/>
              </a:spcAft>
              <a:defRPr spc="300"/>
            </a:lvl1pPr>
            <a:lvl2pPr marL="685800" indent="-228600">
              <a:defRPr spc="300"/>
            </a:lvl2pPr>
            <a:lvl3pPr marL="1143000" indent="-228600">
              <a:defRPr spc="300"/>
            </a:lvl3pPr>
            <a:lvl4pPr marL="1600200" indent="-228600">
              <a:defRPr spc="300"/>
            </a:lvl4pPr>
            <a:lvl5pPr marL="2057400" indent="-228600">
              <a:defRPr spc="300"/>
            </a:lvl5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custDataLst>
              <p:tags r:id="rId3"/>
            </p:custDataLst>
          </p:nvPr>
        </p:nvSpPr>
        <p:spPr/>
        <p:txBody>
          <a:bodyPr/>
          <a:lstStyle/>
          <a:p>
            <a:fld id="{760FBDFE-C587-4B4C-A407-44438C67B59E}" type="datetimeFigureOut">
              <a:rPr lang="zh-CN" altLang="en-US" smtClean="0"/>
              <a:t/>
            </a:fld>
            <a:endParaRPr lang="zh-CN" altLang="en-US"/>
          </a:p>
        </p:txBody>
      </p:sp>
      <p:sp>
        <p:nvSpPr>
          <p:cNvPr id="5" name="页脚占位符 4"/>
          <p:cNvSpPr>
            <a:spLocks noGrp="1"/>
          </p:cNvSpPr>
          <p:nvPr>
            <p:ph type="ftr" sz="quarter" idx="11"/>
            <p:custDataLst>
              <p:tags r:id="rId4"/>
            </p:custDataLst>
          </p:nvPr>
        </p:nvSpPr>
        <p:spPr/>
        <p:txBody>
          <a:bodyPr/>
          <a:lstStyle/>
          <a:p>
            <a:endParaRPr lang="zh-CN" altLang="en-US"/>
          </a:p>
        </p:txBody>
      </p:sp>
      <p:sp>
        <p:nvSpPr>
          <p:cNvPr id="6" name="灯片编号占位符 5"/>
          <p:cNvSpPr>
            <a:spLocks noGrp="1"/>
          </p:cNvSpPr>
          <p:nvPr>
            <p:ph type="sldNum" sz="quarter" idx="12"/>
            <p:custDataLst>
              <p:tags r:id="rId5"/>
            </p:custDataLst>
          </p:nvPr>
        </p:nvSpPr>
        <p:spPr/>
        <p:txBody>
          <a:bodyPr/>
          <a:lstStyle/>
          <a:p>
            <a:fld id="{49AE70B2-8BF9-45C0-BB95-33D1B9D3A854}" type="slidenum">
              <a:rPr lang="zh-CN" altLang="en-US" smtClean="0"/>
              <a:t/>
            </a:fld>
            <a:endParaRPr lang="zh-CN" altLang="en-US"/>
          </a:p>
        </p:txBody>
      </p:sp>
    </p:spTree>
  </p:cSld>
  <p:clrMapOvr>
    <a:masterClrMapping/>
  </p:clrMapOvr>
  <p:transition/>
  <p:timing/>
</p:sldLayout>
</file>

<file path=ppt/slideLayouts/slideLayout10.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reserve="1" userDrawn="1">
  <p:cSld name="内容">
    <p:spTree>
      <p:nvGrpSpPr>
        <p:cNvPr id="1" name=""/>
        <p:cNvGrpSpPr/>
        <p:nvPr/>
      </p:nvGrpSpPr>
      <p:grpSpPr>
        <a:xfrm>
          <a:off x="0" y="0"/>
          <a:ext cx="0" cy="0"/>
        </a:xfrm>
      </p:grpSpPr>
      <p:sp>
        <p:nvSpPr>
          <p:cNvPr id="3" name="日期占位符 2"/>
          <p:cNvSpPr>
            <a:spLocks noGrp="1"/>
          </p:cNvSpPr>
          <p:nvPr>
            <p:ph type="dt" sz="half" idx="10"/>
            <p:custDataLst>
              <p:tags r:id="rId1"/>
            </p:custDataLst>
          </p:nvPr>
        </p:nvSpPr>
        <p:spPr/>
        <p:txBody>
          <a:bodyPr/>
          <a:lstStyle/>
          <a:p>
            <a:fld id="{760FBDFE-C587-4B4C-A407-44438C67B59E}" type="datetimeFigureOut">
              <a:rPr lang="zh-CN" altLang="en-US" smtClean="0"/>
              <a:t/>
            </a:fld>
            <a:endParaRPr lang="zh-CN" altLang="en-US"/>
          </a:p>
        </p:txBody>
      </p:sp>
      <p:sp>
        <p:nvSpPr>
          <p:cNvPr id="4" name="页脚占位符 3"/>
          <p:cNvSpPr>
            <a:spLocks noGrp="1"/>
          </p:cNvSpPr>
          <p:nvPr>
            <p:ph type="ftr" sz="quarter" idx="11"/>
            <p:custDataLst>
              <p:tags r:id="rId2"/>
            </p:custDataLst>
          </p:nvPr>
        </p:nvSpPr>
        <p:spPr/>
        <p:txBody>
          <a:bodyPr/>
          <a:lstStyle/>
          <a:p>
            <a:endParaRPr lang="zh-CN" altLang="en-US"/>
          </a:p>
        </p:txBody>
      </p:sp>
      <p:sp>
        <p:nvSpPr>
          <p:cNvPr id="5" name="灯片编号占位符 4"/>
          <p:cNvSpPr>
            <a:spLocks noGrp="1"/>
          </p:cNvSpPr>
          <p:nvPr>
            <p:ph type="sldNum" sz="quarter" idx="12"/>
            <p:custDataLst>
              <p:tags r:id="rId3"/>
            </p:custDataLst>
          </p:nvPr>
        </p:nvSpPr>
        <p:spPr/>
        <p:txBody>
          <a:bodyPr/>
          <a:lstStyle/>
          <a:p>
            <a:fld id="{49AE70B2-8BF9-45C0-BB95-33D1B9D3A854}" type="slidenum">
              <a:rPr lang="zh-CN" altLang="en-US" smtClean="0"/>
              <a:t/>
            </a:fld>
            <a:endParaRPr lang="zh-CN" altLang="en-US"/>
          </a:p>
        </p:txBody>
      </p:sp>
      <p:sp>
        <p:nvSpPr>
          <p:cNvPr id="7" name="内容占位符 6"/>
          <p:cNvSpPr>
            <a:spLocks noGrp="1"/>
          </p:cNvSpPr>
          <p:nvPr>
            <p:ph sz="quarter" idx="13"/>
            <p:custDataLst>
              <p:tags r:id="rId4"/>
            </p:custDataLst>
          </p:nvPr>
        </p:nvSpPr>
        <p:spPr>
          <a:xfrm>
            <a:off x="608400" y="774000"/>
            <a:ext cx="10972800" cy="548280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transition/>
  <p:timing/>
</p:sldLayout>
</file>

<file path=ppt/slideLayouts/slideLayout11.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reserve="1" userDrawn="1">
  <p:cSld name="末尾幻灯片">
    <p:spTree>
      <p:nvGrpSpPr>
        <p:cNvPr id="1" name=""/>
        <p:cNvGrpSpPr/>
        <p:nvPr/>
      </p:nvGrpSpPr>
      <p:grpSpPr>
        <a:xfrm>
          <a:off x="0" y="0"/>
          <a:ext cx="0" cy="0"/>
        </a:xfrm>
      </p:grpSpPr>
      <p:sp>
        <p:nvSpPr>
          <p:cNvPr id="3" name="日期占位符 2"/>
          <p:cNvSpPr>
            <a:spLocks noGrp="1"/>
          </p:cNvSpPr>
          <p:nvPr>
            <p:ph type="dt" sz="half" idx="10"/>
            <p:custDataLst>
              <p:tags r:id="rId1"/>
            </p:custDataLst>
          </p:nvPr>
        </p:nvSpPr>
        <p:spPr/>
        <p:txBody>
          <a:bodyPr/>
          <a:lstStyle/>
          <a:p>
            <a:fld id="{760FBDFE-C587-4B4C-A407-44438C67B59E}" type="datetimeFigureOut">
              <a:rPr lang="zh-CN" altLang="en-US" smtClean="0"/>
              <a:t/>
            </a:fld>
            <a:endParaRPr lang="zh-CN" altLang="en-US"/>
          </a:p>
        </p:txBody>
      </p:sp>
      <p:sp>
        <p:nvSpPr>
          <p:cNvPr id="4" name="页脚占位符 3"/>
          <p:cNvSpPr>
            <a:spLocks noGrp="1"/>
          </p:cNvSpPr>
          <p:nvPr>
            <p:ph type="ftr" sz="quarter" idx="11"/>
            <p:custDataLst>
              <p:tags r:id="rId2"/>
            </p:custDataLst>
          </p:nvPr>
        </p:nvSpPr>
        <p:spPr/>
        <p:txBody>
          <a:bodyPr/>
          <a:lstStyle/>
          <a:p>
            <a:endParaRPr lang="zh-CN" altLang="en-US"/>
          </a:p>
        </p:txBody>
      </p:sp>
      <p:sp>
        <p:nvSpPr>
          <p:cNvPr id="5" name="灯片编号占位符 4"/>
          <p:cNvSpPr>
            <a:spLocks noGrp="1"/>
          </p:cNvSpPr>
          <p:nvPr>
            <p:ph type="sldNum" sz="quarter" idx="12"/>
            <p:custDataLst>
              <p:tags r:id="rId3"/>
            </p:custDataLst>
          </p:nvPr>
        </p:nvSpPr>
        <p:spPr/>
        <p:txBody>
          <a:bodyPr/>
          <a:lstStyle/>
          <a:p>
            <a:fld id="{49AE70B2-8BF9-45C0-BB95-33D1B9D3A854}" type="slidenum">
              <a:rPr lang="zh-CN" altLang="en-US" smtClean="0"/>
              <a:t/>
            </a:fld>
            <a:endParaRPr lang="zh-CN" altLang="en-US"/>
          </a:p>
        </p:txBody>
      </p:sp>
      <p:sp>
        <p:nvSpPr>
          <p:cNvPr id="2" name="标题 1"/>
          <p:cNvSpPr>
            <a:spLocks noGrp="1"/>
          </p:cNvSpPr>
          <p:nvPr>
            <p:ph type="title" hasCustomPrompt="1"/>
            <p:custDataLst>
              <p:tags r:id="rId4"/>
            </p:custDataLst>
          </p:nvPr>
        </p:nvSpPr>
        <p:spPr>
          <a:xfrm>
            <a:off x="1198800" y="2484000"/>
            <a:ext cx="9799200" cy="1018800"/>
          </a:xfrm>
        </p:spPr>
        <p:txBody>
          <a:bodyPr vert="horz" lIns="90000" tIns="46800" rIns="90000" bIns="46800" rtlCol="0" anchor="t" anchorCtr="0">
            <a:normAutofit/>
          </a:bodyPr>
          <a:lstStyle>
            <a:lvl1pPr algn="ctr">
              <a:defRPr sz="6000"/>
            </a:lvl1pPr>
          </a:lstStyle>
          <a:p>
            <a:pPr lvl="0"/>
            <a:r>
              <a:rPr lang="zh-CN" altLang="en-US" smtClean="0"/>
              <a:t>单击此处编辑标题</a:t>
            </a:r>
            <a:endParaRPr lang="zh-CN" altLang="en-US"/>
          </a:p>
        </p:txBody>
      </p:sp>
      <p:sp>
        <p:nvSpPr>
          <p:cNvPr id="7" name="文本占位符 6"/>
          <p:cNvSpPr>
            <a:spLocks noGrp="1"/>
          </p:cNvSpPr>
          <p:nvPr>
            <p:ph type="body" sz="quarter" idx="13"/>
            <p:custDataLst>
              <p:tags r:id="rId5"/>
            </p:custDataLst>
          </p:nvPr>
        </p:nvSpPr>
        <p:spPr>
          <a:xfrm>
            <a:off x="1198800" y="3560400"/>
            <a:ext cx="9799200" cy="471600"/>
          </a:xfrm>
        </p:spPr>
        <p:txBody>
          <a:bodyPr lIns="90000" tIns="46800" rIns="90000" bIns="46800">
            <a:normAutofit/>
          </a:bodyPr>
          <a:lstStyle>
            <a:lvl1pPr algn="ctr">
              <a:lnSpc>
                <a:spcPct val="110000"/>
              </a:lnSpc>
              <a:buNone/>
              <a:defRPr sz="2400" spc="200"/>
            </a:lvl1pPr>
          </a:lstStyle>
          <a:p>
            <a:pPr lvl="0"/>
            <a:r>
              <a:rPr lang="zh-CN" altLang="en-US"/>
              <a:t>单击此处编辑母版文本样式</a:t>
            </a:r>
            <a:endParaRPr lang="zh-CN" altLang="en-US"/>
          </a:p>
        </p:txBody>
      </p:sp>
    </p:spTree>
  </p:cSld>
  <p:clrMapOvr>
    <a:masterClrMapping/>
  </p:clrMapOvr>
  <p:transition/>
  <p:timing/>
</p:sldLayout>
</file>

<file path=ppt/slideMasters/_rels/slideMaster1.xml.rels>&#65279;<?xml version="1.0" encoding="utf-8" standalone="yes"?><Relationships xmlns="http://schemas.openxmlformats.org/package/2006/relationships"><Relationship Id="rId1" Type="http://schemas.openxmlformats.org/officeDocument/2006/relationships/slideLayout" Target="../slideLayouts/slideLayout1.xml" /><Relationship Id="rId10" Type="http://schemas.openxmlformats.org/officeDocument/2006/relationships/slideLayout" Target="../slideLayouts/slideLayout10.xml" /><Relationship Id="rId11" Type="http://schemas.openxmlformats.org/officeDocument/2006/relationships/slideLayout" Target="../slideLayouts/slideLayout11.xml" /><Relationship Id="rId12" Type="http://schemas.openxmlformats.org/officeDocument/2006/relationships/tags" Target="../tags/tag57.xml" /><Relationship Id="rId13" Type="http://schemas.openxmlformats.org/officeDocument/2006/relationships/tags" Target="../tags/tag58.xml" /><Relationship Id="rId14" Type="http://schemas.openxmlformats.org/officeDocument/2006/relationships/tags" Target="../tags/tag59.xml" /><Relationship Id="rId15" Type="http://schemas.openxmlformats.org/officeDocument/2006/relationships/tags" Target="../tags/tag60.xml" /><Relationship Id="rId16" Type="http://schemas.openxmlformats.org/officeDocument/2006/relationships/tags" Target="../tags/tag61.xml" /><Relationship Id="rId17" Type="http://schemas.openxmlformats.org/officeDocument/2006/relationships/image" Target="file:///D:\qq&#25991;&#20214;\712321467\Image\C2C\Image2\%7b75232B38-A165-1FB7-499C-2E1C792CACB5%7d.png" TargetMode="External" /><Relationship Id="rId18" Type="http://schemas.openxmlformats.org/officeDocument/2006/relationships/image" Target="../media/image1.png" /><Relationship Id="rId19" Type="http://schemas.openxmlformats.org/officeDocument/2006/relationships/image" Target="../media/image2.jpeg" /><Relationship Id="rId2" Type="http://schemas.openxmlformats.org/officeDocument/2006/relationships/slideLayout" Target="../slideLayouts/slideLayout2.xml" /><Relationship Id="rId20" Type="http://schemas.openxmlformats.org/officeDocument/2006/relationships/tags" Target="../tags/tag62.xml" /><Relationship Id="rId21" Type="http://schemas.openxmlformats.org/officeDocument/2006/relationships/theme" Target="../theme/theme1.xml" /><Relationship Id="rId3" Type="http://schemas.openxmlformats.org/officeDocument/2006/relationships/slideLayout" Target="../slideLayouts/slideLayout3.xml" /><Relationship Id="rId4" Type="http://schemas.openxmlformats.org/officeDocument/2006/relationships/slideLayout" Target="../slideLayouts/slideLayout4.xml" /><Relationship Id="rId5" Type="http://schemas.openxmlformats.org/officeDocument/2006/relationships/slideLayout" Target="../slideLayouts/slideLayout5.xml" /><Relationship Id="rId6" Type="http://schemas.openxmlformats.org/officeDocument/2006/relationships/slideLayout" Target="../slideLayouts/slideLayout6.xml" /><Relationship Id="rId7" Type="http://schemas.openxmlformats.org/officeDocument/2006/relationships/slideLayout" Target="../slideLayouts/slideLayout7.xml" /><Relationship Id="rId8" Type="http://schemas.openxmlformats.org/officeDocument/2006/relationships/slideLayout" Target="../slideLayouts/slideLayout8.xml" /><Relationship Id="rId9" Type="http://schemas.openxmlformats.org/officeDocument/2006/relationships/slideLayout" Target="../slideLayouts/slideLayout9.xml" /></Relationships>
</file>

<file path=ppt/slideMasters/slideMaster1.xml><?xml version="1.0" encoding="utf-8"?>
<p:sldMaster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p:bg>
      <p:bgPr>
        <a:blipFill rotWithShape="0">
          <a:blip r:embed="rId19"/>
          <a:stretch>
            <a:fillRect/>
          </a:stretch>
        </a:blipFill>
        <a:effectLst/>
      </p:bgPr>
    </p:bg>
    <p:spTree>
      <p:nvGrpSpPr>
        <p:cNvPr id="1" name=""/>
        <p:cNvGrpSpPr/>
        <p:nvPr/>
      </p:nvGrpSpPr>
      <p:grpSpPr>
        <a:xfrm>
          <a:off x="0" y="0"/>
          <a:ext cx="0" cy="0"/>
        </a:xfrm>
      </p:grpSpPr>
      <p:sp>
        <p:nvSpPr>
          <p:cNvPr id="2" name="标题占位符 1"/>
          <p:cNvSpPr>
            <a:spLocks noGrp="1"/>
          </p:cNvSpPr>
          <p:nvPr>
            <p:ph type="title"/>
            <p:custDataLst>
              <p:tags r:id="rId12"/>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a:t>单击此处编辑母版标题样式</a:t>
            </a:r>
            <a:endParaRPr lang="zh-CN" altLang="en-US"/>
          </a:p>
        </p:txBody>
      </p:sp>
      <p:sp>
        <p:nvSpPr>
          <p:cNvPr id="3" name="文本占位符 2"/>
          <p:cNvSpPr>
            <a:spLocks noGrp="1"/>
          </p:cNvSpPr>
          <p:nvPr>
            <p:ph type="body" idx="1"/>
            <p:custDataLst>
              <p:tags r:id="rId13"/>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2"/>
            <p:custDataLst>
              <p:tags r:id="rId14"/>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defRPr>
            </a:lvl1pPr>
          </a:lstStyle>
          <a:p>
            <a:fld id="{760FBDFE-C587-4B4C-A407-44438C67B59E}" type="datetimeFigureOut">
              <a:rPr lang="zh-CN" altLang="en-US" smtClean="0"/>
              <a:t/>
            </a:fld>
            <a:endParaRPr lang="zh-CN" altLang="en-US"/>
          </a:p>
        </p:txBody>
      </p:sp>
      <p:sp>
        <p:nvSpPr>
          <p:cNvPr id="5" name="页脚占位符 4"/>
          <p:cNvSpPr>
            <a:spLocks noGrp="1"/>
          </p:cNvSpPr>
          <p:nvPr>
            <p:ph type="ftr" sz="quarter" idx="3"/>
            <p:custDataLst>
              <p:tags r:id="rId15"/>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defRPr>
            </a:lvl1pPr>
          </a:lstStyle>
          <a:p>
            <a:endParaRPr lang="zh-CN" altLang="en-US"/>
          </a:p>
        </p:txBody>
      </p:sp>
      <p:sp>
        <p:nvSpPr>
          <p:cNvPr id="6" name="灯片编号占位符 5"/>
          <p:cNvSpPr>
            <a:spLocks noGrp="1"/>
          </p:cNvSpPr>
          <p:nvPr>
            <p:ph type="sldNum" sz="quarter" idx="4"/>
            <p:custDataLst>
              <p:tags r:id="rId16"/>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defRPr>
            </a:lvl1pPr>
          </a:lstStyle>
          <a:p>
            <a:fld id="{49AE70B2-8BF9-45C0-BB95-33D1B9D3A854}" type="slidenum">
              <a:rPr lang="zh-CN" altLang="en-US" smtClean="0"/>
              <a:t>0</a:t>
            </a:fld>
            <a:endParaRPr lang="zh-CN" altLang="en-US"/>
          </a:p>
        </p:txBody>
      </p:sp>
      <p:pic>
        <p:nvPicPr>
          <p:cNvPr id="7" name="图片 1073743875" descr="学科网 zxxk.com" title=""/>
          <p:cNvPicPr>
            <a:picLocks noChangeAspect="1"/>
          </p:cNvPicPr>
          <p:nvPr/>
        </p:nvPicPr>
        <p:blipFill>
          <a:blip r:embed="rId18" r:link="rId17"/>
          <a:stretch>
            <a:fillRect/>
          </a:stretch>
        </p:blipFill>
        <p:spPr>
          <a:xfrm>
            <a:off x="838200" y="365125"/>
            <a:ext cx="9525" cy="9525"/>
          </a:xfrm>
          <a:prstGeom prst="rect">
            <a:avLst/>
          </a:prstGeom>
          <a:noFill/>
          <a:ln>
            <a:noFill/>
            <a:miter lim="800000"/>
          </a:ln>
        </p:spPr>
      </p:pic>
    </p:spTree>
    <p:custDataLst>
      <p:tags r:id="rId20"/>
    </p:custData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p:timing/>
  <p:txStyles>
    <p:titleStyle>
      <a:lvl1pPr algn="l" defTabSz="914400" rtl="0" eaLnBrk="1" fontAlgn="auto" latinLnBrk="0" hangingPunct="1">
        <a:lnSpc>
          <a:spcPct val="100000"/>
        </a:lnSpc>
        <a:spcBef>
          <a:spcPct val="0"/>
        </a:spcBef>
        <a:buNone/>
        <a:defRPr sz="3600" b="0" u="none" strike="noStrike" kern="1200" cap="none" spc="300" normalizeH="0" baseline="0">
          <a:solidFill>
            <a:schemeClr val="tx1">
              <a:lumMod val="85000"/>
              <a:lumOff val="15000"/>
            </a:schemeClr>
          </a:solidFill>
          <a:uFillTx/>
          <a:latin typeface="+mj-lt"/>
          <a:ea typeface="+mj-ea"/>
          <a:cs typeface="+mj-cs"/>
        </a:defRPr>
      </a:lvl1pPr>
    </p:titleStyle>
    <p:bodyStyle>
      <a:lvl1pPr marL="228600" indent="-228600" algn="l" defTabSz="914400" rtl="0" eaLnBrk="1" fontAlgn="auto" latinLnBrk="0" hangingPunct="1">
        <a:lnSpc>
          <a:spcPct val="130000"/>
        </a:lnSpc>
        <a:spcBef>
          <a:spcPct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ct val="0"/>
        </a:spcBef>
        <a:spcAft>
          <a:spcPts val="600"/>
        </a:spcAft>
        <a:buFont typeface="Arial" panose="020b0604020202020204" pitchFamily="34" charset="0"/>
        <a:buChar char="●"/>
        <a:tabLst>
          <a:tab pos="1609725"/>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ct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ct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ct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&#65279;<?xml version="1.0" encoding="utf-8" standalone="yes"?><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tags" Target="../tags/tag63.xml" /><Relationship Id="rId3" Type="http://schemas.openxmlformats.org/officeDocument/2006/relationships/image" Target="../media/image3.jpeg" /><Relationship Id="rId4" Type="http://schemas.openxmlformats.org/officeDocument/2006/relationships/tags" Target="../tags/tag64.xml" /></Relationships>
</file>

<file path=ppt/slides/_rels/slide2.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1.xml" /></Relationships>
</file>

<file path=ppt/slides/_rels/slide3.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2.xml" /></Relationships>
</file>

<file path=ppt/slides/_rels/slide4.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3.xml" /><Relationship Id="rId3" Type="http://schemas.openxmlformats.org/officeDocument/2006/relationships/image" Target="../media/image4.png" /></Relationships>
</file>

<file path=ppt/slides/_rels/slide5.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4.xml" /></Relationships>
</file>

<file path=ppt/slides/_rels/slide6.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5.xml" /></Relationships>
</file>

<file path=ppt/slides/_rels/slide7.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6.xml" /></Relationships>
</file>

<file path=ppt/slides/_rels/slide8.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7.xml" /></Relationships>
</file>

<file path=ppt/slides/_rels/slide9.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8.xml" /></Relationships>
</file>

<file path=ppt/slides/_rels/slide10.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9.xml" /></Relationships>
</file>

<file path=ppt/slides/_rels/slide11.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10.xml" /></Relationships>
</file>

<file path=ppt/slides/slide1.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bg>
      <p:bgPr>
        <a:blipFill rotWithShape="1">
          <a:blip r:embed="rId3"/>
          <a:stretch>
            <a:fillRect/>
          </a:stretch>
        </a:blipFill>
        <a:effectLst/>
      </p:bgPr>
    </p:bg>
    <p:spTree>
      <p:nvGrpSpPr>
        <p:cNvPr id="1" name=""/>
        <p:cNvGrpSpPr/>
        <p:nvPr/>
      </p:nvGrpSpPr>
      <p:grpSpPr>
        <a:xfrm>
          <a:off x="0" y="0"/>
          <a:ext cx="0" cy="0"/>
        </a:xfrm>
      </p:grpSpPr>
      <p:sp>
        <p:nvSpPr>
          <p:cNvPr id="3" name="副标题 2" title=""/>
          <p:cNvSpPr>
            <a:spLocks noGrp="1"/>
          </p:cNvSpPr>
          <p:nvPr>
            <p:ph type="subTitle" idx="1"/>
            <p:custDataLst>
              <p:tags r:id="rId2"/>
            </p:custDataLst>
          </p:nvPr>
        </p:nvSpPr>
        <p:spPr>
          <a:xfrm>
            <a:off x="1554400" y="1956390"/>
            <a:ext cx="9799200" cy="1472400"/>
          </a:xfrm>
        </p:spPr>
        <p:txBody>
          <a:bodyPr/>
          <a:lstStyle/>
          <a:p>
            <a:r>
              <a:rPr lang="zh-CN" altLang="en-US" sz="5400">
                <a:latin typeface="Times New Roman" panose="02020603050405020304" pitchFamily="18" charset="0"/>
                <a:ea typeface="宋体" panose="02010600030101010101" pitchFamily="2" charset="-122"/>
              </a:rPr>
              <a:t>读后续写素材(肖像描写)</a:t>
            </a:r>
            <a:endParaRPr lang="zh-CN" altLang="en-US" sz="5400">
              <a:latin typeface="Times New Roman" panose="02020603050405020304" pitchFamily="18" charset="0"/>
              <a:ea typeface="宋体" panose="02010600030101010101" pitchFamily="2" charset="-122"/>
            </a:endParaRPr>
          </a:p>
        </p:txBody>
      </p:sp>
    </p:spTree>
    <p:custDataLst>
      <p:tags r:id="rId4"/>
    </p:custDataLst>
  </p:cSld>
  <p:clrMapOvr>
    <a:masterClrMapping/>
  </p:clrMapOvr>
  <p:transition/>
  <p:timing/>
</p:sld>
</file>

<file path=ppt/slides/slide2.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sp>
        <p:nvSpPr>
          <p:cNvPr id="2" name="TextBox 1" title=""/>
          <p:cNvSpPr txBox="1"/>
          <p:nvPr/>
        </p:nvSpPr>
        <p:spPr>
          <a:xfrm>
            <a:off x="534762" y="721184"/>
            <a:ext cx="11276510" cy="3553460"/>
          </a:xfrm>
          <a:prstGeom prst="rect">
            <a:avLst/>
          </a:prstGeom>
          <a:noFill/>
        </p:spPr>
        <p:txBody>
          <a:bodyPr wrap="square" rtlCol="0">
            <a:spAutoFit/>
          </a:bodyPr>
          <a:lstStyle/>
          <a:p>
            <a:pPr algn="just">
              <a:lnSpc>
                <a:spcPct val="150000"/>
              </a:lnSpc>
              <a:spcAft>
                <a:spcPct val="0"/>
              </a:spcAft>
            </a:pPr>
            <a:r>
              <a:rPr lang="zh-CN" altLang="zh-CN" sz="2500" kern="100">
                <a:solidFill>
                  <a:srgbClr val="0000FF"/>
                </a:solidFill>
                <a:latin typeface="Times New Roman" panose="02020603050405020304" pitchFamily="18" charset="0"/>
                <a:ea typeface="宋体" panose="02010600030101010101" pitchFamily="2" charset="-122"/>
              </a:rPr>
              <a:t>【素材</a:t>
            </a:r>
            <a:r>
              <a:rPr lang="en-US" altLang="zh-CN" sz="2500" b="1" kern="100">
                <a:solidFill>
                  <a:srgbClr val="0000FF"/>
                </a:solidFill>
                <a:latin typeface="Times New Roman" panose="02020603050405020304" pitchFamily="18" charset="0"/>
                <a:ea typeface="宋体" panose="02010600030101010101" pitchFamily="2" charset="-122"/>
              </a:rPr>
              <a:t>1</a:t>
            </a:r>
            <a:r>
              <a:rPr lang="zh-CN" altLang="zh-CN" sz="2500" kern="100">
                <a:solidFill>
                  <a:srgbClr val="0000FF"/>
                </a:solidFill>
                <a:latin typeface="Times New Roman" panose="02020603050405020304" pitchFamily="18" charset="0"/>
                <a:ea typeface="宋体" panose="02010600030101010101" pitchFamily="2" charset="-122"/>
              </a:rPr>
              <a:t>】</a:t>
            </a:r>
            <a:r>
              <a:rPr lang="en-US" altLang="zh-CN" sz="2500" kern="100">
                <a:latin typeface="Times New Roman" panose="02020603050405020304" pitchFamily="18" charset="0"/>
                <a:ea typeface="宋体" panose="02010600030101010101" pitchFamily="2" charset="-122"/>
              </a:rPr>
              <a:t>My sister had a voice like music and a smile like an angel’s, so innocent and pure.Her sparkling white teeth showed through her beautiful smile.She had bright, rosy cheeks.When her eyes looked up, they were very large, and attractive.</a:t>
            </a:r>
            <a:endParaRPr lang="zh-CN" altLang="zh-CN" sz="2500" kern="100">
              <a:latin typeface="Times New Roman" panose="02020603050405020304" pitchFamily="18" charset="0"/>
              <a:ea typeface="宋体" panose="02010600030101010101" pitchFamily="2" charset="-122"/>
            </a:endParaRPr>
          </a:p>
          <a:p>
            <a:pPr algn="just">
              <a:lnSpc>
                <a:spcPct val="150000"/>
              </a:lnSpc>
              <a:spcAft>
                <a:spcPct val="0"/>
              </a:spcAft>
            </a:pPr>
            <a:r>
              <a:rPr lang="zh-CN" altLang="zh-CN" sz="2500" kern="100">
                <a:latin typeface="Times New Roman" panose="02020603050405020304" pitchFamily="18" charset="0"/>
                <a:ea typeface="宋体" panose="02010600030101010101" pitchFamily="2" charset="-122"/>
              </a:rPr>
              <a:t>我妹妹有音乐般的嗓音和天使般的微笑</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那么天真和纯洁。她美丽的微笑中露出了洁白闪亮的牙齿。她的双颊红润明亮。当她抬起头来的时候</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她的眼睛很大、很迷人。</a:t>
            </a:r>
            <a:endParaRPr lang="zh-CN" altLang="zh-CN" sz="2500" kern="100">
              <a:latin typeface="Times New Roman" panose="02020603050405020304" pitchFamily="18" charset="0"/>
              <a:ea typeface="宋体" panose="02010600030101010101" pitchFamily="2" charset="-122"/>
            </a:endParaRPr>
          </a:p>
        </p:txBody>
      </p:sp>
    </p:spTree>
  </p:cSld>
  <p:clrMapOvr>
    <a:masterClrMapping/>
  </p:clrMapOvr>
  <p:transition/>
  <p:timing/>
</p:sld>
</file>

<file path=ppt/slides/slide3.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sp>
        <p:nvSpPr>
          <p:cNvPr id="2" name="TextBox 1" title=""/>
          <p:cNvSpPr txBox="1"/>
          <p:nvPr/>
        </p:nvSpPr>
        <p:spPr>
          <a:xfrm>
            <a:off x="534762" y="721184"/>
            <a:ext cx="11276510" cy="3553460"/>
          </a:xfrm>
          <a:prstGeom prst="rect">
            <a:avLst/>
          </a:prstGeom>
          <a:noFill/>
        </p:spPr>
        <p:txBody>
          <a:bodyPr wrap="square" rtlCol="0">
            <a:spAutoFit/>
          </a:bodyPr>
          <a:lstStyle/>
          <a:p>
            <a:pPr algn="just">
              <a:lnSpc>
                <a:spcPct val="150000"/>
              </a:lnSpc>
              <a:spcAft>
                <a:spcPct val="0"/>
              </a:spcAft>
            </a:pPr>
            <a:r>
              <a:rPr lang="zh-CN" altLang="zh-CN" sz="2500" kern="100">
                <a:solidFill>
                  <a:srgbClr val="0000FF"/>
                </a:solidFill>
                <a:latin typeface="Times New Roman" panose="02020603050405020304" pitchFamily="18" charset="0"/>
                <a:ea typeface="宋体" panose="02010600030101010101" pitchFamily="2" charset="-122"/>
              </a:rPr>
              <a:t>【素材</a:t>
            </a:r>
            <a:r>
              <a:rPr lang="en-US" altLang="zh-CN" sz="2500" b="1" kern="100">
                <a:solidFill>
                  <a:srgbClr val="0000FF"/>
                </a:solidFill>
                <a:latin typeface="Times New Roman" panose="02020603050405020304" pitchFamily="18" charset="0"/>
                <a:ea typeface="宋体" panose="02010600030101010101" pitchFamily="2" charset="-122"/>
              </a:rPr>
              <a:t>2</a:t>
            </a:r>
            <a:r>
              <a:rPr lang="zh-CN" altLang="zh-CN" sz="2500" kern="100">
                <a:solidFill>
                  <a:srgbClr val="0000FF"/>
                </a:solidFill>
                <a:latin typeface="Times New Roman" panose="02020603050405020304" pitchFamily="18" charset="0"/>
                <a:ea typeface="宋体" panose="02010600030101010101" pitchFamily="2" charset="-122"/>
              </a:rPr>
              <a:t>】</a:t>
            </a:r>
            <a:r>
              <a:rPr lang="en-US" altLang="zh-CN" sz="2500" kern="100">
                <a:latin typeface="Times New Roman" panose="02020603050405020304" pitchFamily="18" charset="0"/>
                <a:ea typeface="宋体" panose="02010600030101010101" pitchFamily="2" charset="-122"/>
              </a:rPr>
              <a:t>The young woman was tall,with grace and elegance.She had a great amount of dark hair that was beautifully shown in the sunlight,and a face more beautiful than any other,with dark,mysterious eyes.She was polite and well-mannered,with a tender look.</a:t>
            </a:r>
            <a:r>
              <a:rPr lang="zh-CN" altLang="zh-CN" sz="2500" kern="100">
                <a:latin typeface="Times New Roman" panose="02020603050405020304" pitchFamily="18" charset="0"/>
                <a:ea typeface="宋体" panose="02010600030101010101" pitchFamily="2" charset="-122"/>
              </a:rPr>
              <a:t>这个年轻女子身材高挑</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风度翩翩。她有一头浓密的黑发</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在阳光下显得格外美丽</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她的脸上有一双乌黑神秘的眼睛</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比任何人都漂亮。她彬彬有礼</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举止得体</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神情温柔。</a:t>
            </a:r>
            <a:endParaRPr lang="zh-CN" altLang="zh-CN" sz="2500" kern="100">
              <a:latin typeface="Times New Roman" panose="02020603050405020304" pitchFamily="18" charset="0"/>
              <a:ea typeface="宋体" panose="02010600030101010101" pitchFamily="2" charset="-122"/>
            </a:endParaRPr>
          </a:p>
        </p:txBody>
      </p:sp>
    </p:spTree>
  </p:cSld>
  <p:clrMapOvr>
    <a:masterClrMapping/>
  </p:clrMapOvr>
  <p:transition/>
  <p:timing/>
</p:sld>
</file>

<file path=ppt/slides/slide4.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sp>
        <p:nvSpPr>
          <p:cNvPr id="2" name="TextBox 1" title=""/>
          <p:cNvSpPr txBox="1"/>
          <p:nvPr/>
        </p:nvSpPr>
        <p:spPr>
          <a:xfrm>
            <a:off x="534762" y="721184"/>
            <a:ext cx="11276510" cy="3553460"/>
          </a:xfrm>
          <a:prstGeom prst="rect">
            <a:avLst/>
          </a:prstGeom>
          <a:noFill/>
        </p:spPr>
        <p:txBody>
          <a:bodyPr wrap="square" rtlCol="0">
            <a:spAutoFit/>
          </a:bodyPr>
          <a:lstStyle/>
          <a:p>
            <a:pPr algn="just">
              <a:lnSpc>
                <a:spcPct val="150000"/>
              </a:lnSpc>
              <a:spcAft>
                <a:spcPct val="0"/>
              </a:spcAft>
            </a:pPr>
            <a:r>
              <a:rPr lang="zh-CN" altLang="zh-CN" sz="2500" kern="100">
                <a:solidFill>
                  <a:srgbClr val="0000FF"/>
                </a:solidFill>
                <a:latin typeface="Times New Roman" panose="02020603050405020304" pitchFamily="18" charset="0"/>
                <a:ea typeface="宋体" panose="02010600030101010101" pitchFamily="2" charset="-122"/>
              </a:rPr>
              <a:t>【素材</a:t>
            </a:r>
            <a:r>
              <a:rPr lang="en-US" altLang="zh-CN" sz="2500" b="1" kern="100">
                <a:solidFill>
                  <a:srgbClr val="0000FF"/>
                </a:solidFill>
                <a:latin typeface="Times New Roman" panose="02020603050405020304" pitchFamily="18" charset="0"/>
                <a:ea typeface="宋体" panose="02010600030101010101" pitchFamily="2" charset="-122"/>
              </a:rPr>
              <a:t>3</a:t>
            </a:r>
            <a:r>
              <a:rPr lang="zh-CN" altLang="zh-CN" sz="2500" kern="100">
                <a:solidFill>
                  <a:srgbClr val="0000FF"/>
                </a:solidFill>
                <a:latin typeface="Times New Roman" panose="02020603050405020304" pitchFamily="18" charset="0"/>
                <a:ea typeface="宋体" panose="02010600030101010101" pitchFamily="2" charset="-122"/>
              </a:rPr>
              <a:t>】</a:t>
            </a:r>
            <a:r>
              <a:rPr lang="en-US" altLang="zh-CN" sz="2500" kern="100">
                <a:latin typeface="Times New Roman" panose="02020603050405020304" pitchFamily="18" charset="0"/>
                <a:ea typeface="宋体" panose="02010600030101010101" pitchFamily="2" charset="-122"/>
              </a:rPr>
              <a:t>He used to be middle-sized,but when he is getting old,he is becoming shorter.He was a tiny wishbone of an adult, with cropped hair and enormous serious eyes—a little white owl.</a:t>
            </a:r>
            <a:endParaRPr lang="zh-CN" altLang="zh-CN" sz="2500" kern="100">
              <a:latin typeface="Times New Roman" panose="02020603050405020304" pitchFamily="18" charset="0"/>
              <a:ea typeface="宋体" panose="02010600030101010101" pitchFamily="2" charset="-122"/>
            </a:endParaRPr>
          </a:p>
          <a:p>
            <a:pPr algn="just">
              <a:lnSpc>
                <a:spcPct val="150000"/>
              </a:lnSpc>
              <a:spcAft>
                <a:spcPct val="0"/>
              </a:spcAft>
            </a:pPr>
            <a:r>
              <a:rPr lang="zh-CN" altLang="zh-CN" sz="2500" kern="100">
                <a:latin typeface="Times New Roman" panose="02020603050405020304" pitchFamily="18" charset="0"/>
                <a:ea typeface="宋体" panose="02010600030101010101" pitchFamily="2" charset="-122"/>
              </a:rPr>
              <a:t>他过去是中等身高</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但随着年龄的增长</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他变得越来越矮了。他是一个瘦小的成年人</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头发剪得短短的</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一双大眼睛看上去总是很严肃</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俨然就是一只小小的白色猫头鹰。</a:t>
            </a:r>
            <a:endParaRPr lang="zh-CN" altLang="zh-CN" sz="2500" kern="100">
              <a:latin typeface="Times New Roman" panose="02020603050405020304" pitchFamily="18" charset="0"/>
              <a:ea typeface="宋体" panose="02010600030101010101" pitchFamily="2" charset="-122"/>
            </a:endParaRPr>
          </a:p>
        </p:txBody>
      </p:sp>
      <p:pic>
        <p:nvPicPr>
          <p:cNvPr id="3" name="Picture 3"/>
          <p:cNvPicPr>
            <a:picLocks noChangeAspect="1"/>
          </p:cNvPicPr>
          <p:nvPr/>
        </p:nvPicPr>
        <p:blipFill>
          <a:blip r:embed="rId3"/>
          <a:stretch>
            <a:fillRect/>
          </a:stretch>
        </p:blipFill>
        <p:spPr>
          <a:xfrm flipH="1">
            <a:off x="10617200" y="10337800"/>
            <a:ext cx="0" cy="0"/>
          </a:xfrm>
          <a:prstGeom prst="rect">
            <a:avLst/>
          </a:prstGeom>
          <a:ln>
            <a:noFill/>
          </a:ln>
        </p:spPr>
      </p:pic>
    </p:spTree>
  </p:cSld>
  <p:clrMapOvr>
    <a:masterClrMapping/>
  </p:clrMapOvr>
  <p:transition/>
  <p:timing/>
</p:sld>
</file>

<file path=ppt/slides/slide5.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sp>
        <p:nvSpPr>
          <p:cNvPr id="2" name="TextBox 1" title=""/>
          <p:cNvSpPr txBox="1"/>
          <p:nvPr/>
        </p:nvSpPr>
        <p:spPr>
          <a:xfrm>
            <a:off x="534762" y="721184"/>
            <a:ext cx="11276510" cy="4707890"/>
          </a:xfrm>
          <a:prstGeom prst="rect">
            <a:avLst/>
          </a:prstGeom>
          <a:noFill/>
        </p:spPr>
        <p:txBody>
          <a:bodyPr wrap="square" rtlCol="0">
            <a:spAutoFit/>
          </a:bodyPr>
          <a:lstStyle/>
          <a:p>
            <a:pPr algn="just">
              <a:lnSpc>
                <a:spcPct val="150000"/>
              </a:lnSpc>
              <a:spcAft>
                <a:spcPct val="0"/>
              </a:spcAft>
            </a:pPr>
            <a:r>
              <a:rPr lang="zh-CN" altLang="zh-CN" sz="2500" kern="100">
                <a:solidFill>
                  <a:srgbClr val="0000FF"/>
                </a:solidFill>
                <a:latin typeface="Times New Roman" panose="02020603050405020304" pitchFamily="18" charset="0"/>
                <a:ea typeface="宋体" panose="02010600030101010101" pitchFamily="2" charset="-122"/>
              </a:rPr>
              <a:t>【素材</a:t>
            </a:r>
            <a:r>
              <a:rPr lang="en-US" altLang="zh-CN" sz="2500" b="1" kern="100">
                <a:solidFill>
                  <a:srgbClr val="0000FF"/>
                </a:solidFill>
                <a:latin typeface="Times New Roman" panose="02020603050405020304" pitchFamily="18" charset="0"/>
                <a:ea typeface="宋体" panose="02010600030101010101" pitchFamily="2" charset="-122"/>
              </a:rPr>
              <a:t>4</a:t>
            </a:r>
            <a:r>
              <a:rPr lang="zh-CN" altLang="zh-CN" sz="2500" kern="100">
                <a:solidFill>
                  <a:srgbClr val="0000FF"/>
                </a:solidFill>
                <a:latin typeface="Times New Roman" panose="02020603050405020304" pitchFamily="18" charset="0"/>
                <a:ea typeface="宋体" panose="02010600030101010101" pitchFamily="2" charset="-122"/>
              </a:rPr>
              <a:t>】</a:t>
            </a:r>
            <a:r>
              <a:rPr lang="en-US" altLang="zh-CN" sz="2500" kern="100" err="1">
                <a:latin typeface="Times New Roman" panose="02020603050405020304" pitchFamily="18" charset="0"/>
                <a:ea typeface="宋体" panose="02010600030101010101" pitchFamily="2" charset="-122"/>
              </a:rPr>
              <a:t>Mr Gray was my history teacher in tenth grade.I couldn’t tell what kind of history he taught for two reasons: one, I never liked history, and two, my body was in class, but my mind wasn’t.Mr Gray wasn’t the teacher who offered retakes on tests; he did so much more for me than that.He offered me a pair of ears and a shoulder to cry on.</a:t>
            </a:r>
            <a:endParaRPr lang="zh-CN" altLang="zh-CN" sz="2500" kern="100">
              <a:latin typeface="Times New Roman" panose="02020603050405020304" pitchFamily="18" charset="0"/>
              <a:ea typeface="宋体" panose="02010600030101010101" pitchFamily="2" charset="-122"/>
            </a:endParaRPr>
          </a:p>
          <a:p>
            <a:pPr algn="just">
              <a:lnSpc>
                <a:spcPct val="150000"/>
              </a:lnSpc>
              <a:spcAft>
                <a:spcPct val="0"/>
              </a:spcAft>
            </a:pPr>
            <a:r>
              <a:rPr lang="zh-CN" altLang="zh-CN" sz="2500" kern="100">
                <a:latin typeface="Times New Roman" panose="02020603050405020304" pitchFamily="18" charset="0"/>
                <a:ea typeface="宋体" panose="02010600030101010101" pitchFamily="2" charset="-122"/>
              </a:rPr>
              <a:t>格雷先生是我十年级的历史老师。我不知道他教的是什么样的历史</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原因有二</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一</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我从来不喜欢历史</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二</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我的身体在课堂上</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但我的心不在。格雷先生不是那种提供补考的老师</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他为我做的远不止那些。他给了我一双耳朵和一个可以依靠的肩膀。</a:t>
            </a:r>
            <a:endParaRPr lang="zh-CN" altLang="zh-CN" sz="2500" kern="100">
              <a:latin typeface="Times New Roman" panose="02020603050405020304" pitchFamily="18" charset="0"/>
              <a:ea typeface="宋体" panose="02010600030101010101" pitchFamily="2" charset="-122"/>
            </a:endParaRPr>
          </a:p>
        </p:txBody>
      </p:sp>
    </p:spTree>
  </p:cSld>
  <p:clrMapOvr>
    <a:masterClrMapping/>
  </p:clrMapOvr>
  <p:transition/>
  <p:timing/>
</p:sld>
</file>

<file path=ppt/slides/slide6.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sp>
        <p:nvSpPr>
          <p:cNvPr id="2" name="TextBox 1" title=""/>
          <p:cNvSpPr txBox="1"/>
          <p:nvPr/>
        </p:nvSpPr>
        <p:spPr>
          <a:xfrm>
            <a:off x="534762" y="721184"/>
            <a:ext cx="11276510" cy="5285105"/>
          </a:xfrm>
          <a:prstGeom prst="rect">
            <a:avLst/>
          </a:prstGeom>
          <a:noFill/>
        </p:spPr>
        <p:txBody>
          <a:bodyPr wrap="square" rtlCol="0">
            <a:spAutoFit/>
          </a:bodyPr>
          <a:lstStyle/>
          <a:p>
            <a:pPr algn="just">
              <a:lnSpc>
                <a:spcPct val="150000"/>
              </a:lnSpc>
              <a:spcAft>
                <a:spcPct val="0"/>
              </a:spcAft>
            </a:pPr>
            <a:r>
              <a:rPr lang="zh-CN" altLang="zh-CN" sz="2500" kern="100">
                <a:solidFill>
                  <a:srgbClr val="0000FF"/>
                </a:solidFill>
                <a:latin typeface="Times New Roman" panose="02020603050405020304" pitchFamily="18" charset="0"/>
                <a:ea typeface="宋体" panose="02010600030101010101" pitchFamily="2" charset="-122"/>
              </a:rPr>
              <a:t>【素材</a:t>
            </a:r>
            <a:r>
              <a:rPr lang="en-US" altLang="zh-CN" sz="2500" b="1" kern="100">
                <a:solidFill>
                  <a:srgbClr val="0000FF"/>
                </a:solidFill>
                <a:latin typeface="Times New Roman" panose="02020603050405020304" pitchFamily="18" charset="0"/>
                <a:ea typeface="宋体" panose="02010600030101010101" pitchFamily="2" charset="-122"/>
              </a:rPr>
              <a:t>5</a:t>
            </a:r>
            <a:r>
              <a:rPr lang="zh-CN" altLang="zh-CN" sz="2500" kern="100">
                <a:solidFill>
                  <a:srgbClr val="0000FF"/>
                </a:solidFill>
                <a:latin typeface="Times New Roman" panose="02020603050405020304" pitchFamily="18" charset="0"/>
                <a:ea typeface="宋体" panose="02010600030101010101" pitchFamily="2" charset="-122"/>
              </a:rPr>
              <a:t>】</a:t>
            </a:r>
            <a:r>
              <a:rPr lang="en-US" altLang="zh-CN" sz="2500" kern="100">
                <a:latin typeface="Times New Roman" panose="02020603050405020304" pitchFamily="18" charset="0"/>
                <a:ea typeface="宋体" panose="02010600030101010101" pitchFamily="2" charset="-122"/>
              </a:rPr>
              <a:t>In the mirror, Mariam had her first glimpse of Rasheed: the big, square, ruddy face; the hooked nose; the flushed cheeks that gave the impression of sly cheerfulness; the watery, bloodshot eyes; the crowded teeth, the front two pushed together like a gabled roof; the impossibly low hairline, barely two finger widths above the bushy eyebrows; the wall of thick, coarse, salt-and-pepper hair.</a:t>
            </a:r>
            <a:endParaRPr lang="zh-CN" altLang="zh-CN" sz="2500" kern="100">
              <a:latin typeface="Times New Roman" panose="02020603050405020304" pitchFamily="18" charset="0"/>
              <a:ea typeface="宋体" panose="02010600030101010101" pitchFamily="2" charset="-122"/>
            </a:endParaRPr>
          </a:p>
          <a:p>
            <a:pPr algn="just">
              <a:lnSpc>
                <a:spcPct val="150000"/>
              </a:lnSpc>
              <a:spcAft>
                <a:spcPct val="0"/>
              </a:spcAft>
            </a:pPr>
            <a:r>
              <a:rPr lang="zh-CN" altLang="zh-CN" sz="2500" kern="100">
                <a:latin typeface="Times New Roman" panose="02020603050405020304" pitchFamily="18" charset="0"/>
                <a:ea typeface="宋体" panose="02010600030101010101" pitchFamily="2" charset="-122"/>
              </a:rPr>
              <a:t>在镜子里</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玛丽亚姆第一次看到了拉希德</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那张又大又方又红的脸</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鹰钩鼻</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红润的双颊给人一种狡猾快乐的印象</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水汪汪、充血的眼睛</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拥挤的牙齿</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前面两颗挤在一起</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像个山墙屋顶</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难以置信的低发际线</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在浓密的眉毛上方只有两指宽</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浓密的、粗糙的、花白的毛发。</a:t>
            </a:r>
            <a:endParaRPr lang="zh-CN" altLang="zh-CN" sz="2500" kern="100">
              <a:latin typeface="Times New Roman" panose="02020603050405020304" pitchFamily="18" charset="0"/>
              <a:ea typeface="宋体" panose="02010600030101010101" pitchFamily="2" charset="-122"/>
            </a:endParaRPr>
          </a:p>
        </p:txBody>
      </p:sp>
    </p:spTree>
  </p:cSld>
  <p:clrMapOvr>
    <a:masterClrMapping/>
  </p:clrMapOvr>
  <p:transition/>
  <p:timing/>
</p:sld>
</file>

<file path=ppt/slides/slide7.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sp>
        <p:nvSpPr>
          <p:cNvPr id="2" name="TextBox 1" title=""/>
          <p:cNvSpPr txBox="1"/>
          <p:nvPr/>
        </p:nvSpPr>
        <p:spPr>
          <a:xfrm>
            <a:off x="534762" y="721184"/>
            <a:ext cx="11276510" cy="3553460"/>
          </a:xfrm>
          <a:prstGeom prst="rect">
            <a:avLst/>
          </a:prstGeom>
          <a:noFill/>
        </p:spPr>
        <p:txBody>
          <a:bodyPr wrap="square" rtlCol="0">
            <a:spAutoFit/>
          </a:bodyPr>
          <a:lstStyle/>
          <a:p>
            <a:pPr algn="just">
              <a:lnSpc>
                <a:spcPct val="150000"/>
              </a:lnSpc>
              <a:spcAft>
                <a:spcPct val="0"/>
              </a:spcAft>
            </a:pPr>
            <a:r>
              <a:rPr lang="zh-CN" altLang="zh-CN" sz="2500" kern="100">
                <a:solidFill>
                  <a:srgbClr val="0000FF"/>
                </a:solidFill>
                <a:latin typeface="Times New Roman" panose="02020603050405020304" pitchFamily="18" charset="0"/>
                <a:ea typeface="宋体" panose="02010600030101010101" pitchFamily="2" charset="-122"/>
              </a:rPr>
              <a:t>【素材</a:t>
            </a:r>
            <a:r>
              <a:rPr lang="en-US" altLang="zh-CN" sz="2500" b="1" kern="100">
                <a:solidFill>
                  <a:srgbClr val="0000FF"/>
                </a:solidFill>
                <a:latin typeface="Times New Roman" panose="02020603050405020304" pitchFamily="18" charset="0"/>
                <a:ea typeface="宋体" panose="02010600030101010101" pitchFamily="2" charset="-122"/>
              </a:rPr>
              <a:t>6</a:t>
            </a:r>
            <a:r>
              <a:rPr lang="zh-CN" altLang="zh-CN" sz="2500" kern="100">
                <a:solidFill>
                  <a:srgbClr val="0000FF"/>
                </a:solidFill>
                <a:latin typeface="Times New Roman" panose="02020603050405020304" pitchFamily="18" charset="0"/>
                <a:ea typeface="宋体" panose="02010600030101010101" pitchFamily="2" charset="-122"/>
              </a:rPr>
              <a:t>】</a:t>
            </a:r>
            <a:r>
              <a:rPr lang="en-US" altLang="zh-CN" sz="2500" kern="100">
                <a:latin typeface="Times New Roman" panose="02020603050405020304" pitchFamily="18" charset="0"/>
                <a:ea typeface="宋体" panose="02010600030101010101" pitchFamily="2" charset="-122"/>
              </a:rPr>
              <a:t>Their nails were long, polished pink or orange, their lips red as tulips.They walked in high heels, and quickly, as if on perpetually urgent business.They wore dark sunglasses, and, when they breezed by, Mariam caught a whiff of their perfume.</a:t>
            </a:r>
            <a:endParaRPr lang="zh-CN" altLang="zh-CN" sz="2500" kern="100">
              <a:latin typeface="Times New Roman" panose="02020603050405020304" pitchFamily="18" charset="0"/>
              <a:ea typeface="宋体" panose="02010600030101010101" pitchFamily="2" charset="-122"/>
            </a:endParaRPr>
          </a:p>
          <a:p>
            <a:pPr algn="just">
              <a:lnSpc>
                <a:spcPct val="150000"/>
              </a:lnSpc>
              <a:spcAft>
                <a:spcPct val="0"/>
              </a:spcAft>
            </a:pPr>
            <a:r>
              <a:rPr lang="zh-CN" altLang="zh-CN" sz="2500" kern="100">
                <a:latin typeface="Times New Roman" panose="02020603050405020304" pitchFamily="18" charset="0"/>
                <a:ea typeface="宋体" panose="02010600030101010101" pitchFamily="2" charset="-122"/>
              </a:rPr>
              <a:t>她们的指甲很长</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涂着粉红色或橙色</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嘴唇像郁金香一样红。她们穿着高跟鞋</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走得很快</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好像一直在处理紧急的事情。她们戴着黑色的太阳镜</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当她们轻轻走过时</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玛丽亚姆闻到了她们身上的香水味。</a:t>
            </a:r>
            <a:endParaRPr lang="zh-CN" altLang="zh-CN" sz="2500" kern="100">
              <a:latin typeface="Times New Roman" panose="02020603050405020304" pitchFamily="18" charset="0"/>
              <a:ea typeface="宋体" panose="02010600030101010101" pitchFamily="2" charset="-122"/>
            </a:endParaRPr>
          </a:p>
        </p:txBody>
      </p:sp>
    </p:spTree>
  </p:cSld>
  <p:clrMapOvr>
    <a:masterClrMapping/>
  </p:clrMapOvr>
  <p:transition/>
  <p:timing/>
</p:sld>
</file>

<file path=ppt/slides/slide8.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sp>
        <p:nvSpPr>
          <p:cNvPr id="2" name="TextBox 1" title=""/>
          <p:cNvSpPr txBox="1"/>
          <p:nvPr/>
        </p:nvSpPr>
        <p:spPr>
          <a:xfrm>
            <a:off x="534762" y="721184"/>
            <a:ext cx="11276510" cy="5285105"/>
          </a:xfrm>
          <a:prstGeom prst="rect">
            <a:avLst/>
          </a:prstGeom>
          <a:noFill/>
        </p:spPr>
        <p:txBody>
          <a:bodyPr wrap="square" rtlCol="0">
            <a:spAutoFit/>
          </a:bodyPr>
          <a:lstStyle/>
          <a:p>
            <a:pPr algn="just">
              <a:lnSpc>
                <a:spcPct val="150000"/>
              </a:lnSpc>
              <a:spcAft>
                <a:spcPct val="0"/>
              </a:spcAft>
            </a:pPr>
            <a:r>
              <a:rPr lang="zh-CN" altLang="zh-CN" sz="2500" kern="100">
                <a:solidFill>
                  <a:srgbClr val="0000FF"/>
                </a:solidFill>
                <a:latin typeface="Times New Roman" panose="02020603050405020304" pitchFamily="18" charset="0"/>
                <a:ea typeface="宋体" panose="02010600030101010101" pitchFamily="2" charset="-122"/>
              </a:rPr>
              <a:t>【素材</a:t>
            </a:r>
            <a:r>
              <a:rPr lang="en-US" altLang="zh-CN" sz="2500" b="1" kern="100">
                <a:solidFill>
                  <a:srgbClr val="0000FF"/>
                </a:solidFill>
                <a:latin typeface="Times New Roman" panose="02020603050405020304" pitchFamily="18" charset="0"/>
                <a:ea typeface="宋体" panose="02010600030101010101" pitchFamily="2" charset="-122"/>
              </a:rPr>
              <a:t>7</a:t>
            </a:r>
            <a:r>
              <a:rPr lang="zh-CN" altLang="zh-CN" sz="2500" kern="100">
                <a:solidFill>
                  <a:srgbClr val="0000FF"/>
                </a:solidFill>
                <a:latin typeface="Times New Roman" panose="02020603050405020304" pitchFamily="18" charset="0"/>
                <a:ea typeface="宋体" panose="02010600030101010101" pitchFamily="2" charset="-122"/>
              </a:rPr>
              <a:t>】</a:t>
            </a:r>
            <a:r>
              <a:rPr lang="en-US" altLang="zh-CN" sz="2500" kern="100">
                <a:latin typeface="Times New Roman" panose="02020603050405020304" pitchFamily="18" charset="0"/>
                <a:ea typeface="宋体" panose="02010600030101010101" pitchFamily="2" charset="-122"/>
              </a:rPr>
              <a:t>As Nana told the story, Mariam sat on her lap and pictured her mother being fitted for a wedding dress.She imagined her on horseback, smiling shyly behind a veiled green gown, her palms painted red with henna, her hair parted with silver dust, the braids held together by tree sap.She saw musicians blowing the flute and banging on drums, street children crying and giving chase.</a:t>
            </a:r>
            <a:endParaRPr lang="zh-CN" altLang="zh-CN" sz="2500" kern="100">
              <a:latin typeface="Times New Roman" panose="02020603050405020304" pitchFamily="18" charset="0"/>
              <a:ea typeface="宋体" panose="02010600030101010101" pitchFamily="2" charset="-122"/>
            </a:endParaRPr>
          </a:p>
          <a:p>
            <a:pPr algn="just">
              <a:lnSpc>
                <a:spcPct val="150000"/>
              </a:lnSpc>
              <a:spcAft>
                <a:spcPct val="0"/>
              </a:spcAft>
            </a:pPr>
            <a:r>
              <a:rPr lang="zh-CN" altLang="zh-CN" sz="2500" kern="100">
                <a:latin typeface="Times New Roman" panose="02020603050405020304" pitchFamily="18" charset="0"/>
                <a:ea typeface="宋体" panose="02010600030101010101" pitchFamily="2" charset="-122"/>
              </a:rPr>
              <a:t>娜娜讲这个故事的时候</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玛丽亚姆坐在她的腿上</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想象着母亲试穿婚纱的样子。她想象着她骑在马背上</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害羞地微笑着</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披着一件蒙着面纱的绿色礼服</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她的手掌上被红色的指甲花染成了红色</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她的头发用银粉分开</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用树汁固定成辫子。她看到乐师们吹着笛子</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敲着鼓</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街上的孩子们哭着追赶。</a:t>
            </a:r>
            <a:endParaRPr lang="zh-CN" altLang="zh-CN" sz="2500" kern="100">
              <a:latin typeface="Times New Roman" panose="02020603050405020304" pitchFamily="18" charset="0"/>
              <a:ea typeface="宋体" panose="02010600030101010101" pitchFamily="2" charset="-122"/>
            </a:endParaRPr>
          </a:p>
        </p:txBody>
      </p:sp>
    </p:spTree>
  </p:cSld>
  <p:clrMapOvr>
    <a:masterClrMapping/>
  </p:clrMapOvr>
  <p:transition/>
  <p:timing/>
</p:sld>
</file>

<file path=ppt/slides/slide9.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sp>
        <p:nvSpPr>
          <p:cNvPr id="2" name="TextBox 1" title=""/>
          <p:cNvSpPr txBox="1"/>
          <p:nvPr/>
        </p:nvSpPr>
        <p:spPr>
          <a:xfrm>
            <a:off x="534762" y="721184"/>
            <a:ext cx="11276510" cy="6439535"/>
          </a:xfrm>
          <a:prstGeom prst="rect">
            <a:avLst/>
          </a:prstGeom>
          <a:noFill/>
        </p:spPr>
        <p:txBody>
          <a:bodyPr wrap="square" rtlCol="0">
            <a:spAutoFit/>
          </a:bodyPr>
          <a:lstStyle/>
          <a:p>
            <a:pPr algn="just">
              <a:lnSpc>
                <a:spcPct val="150000"/>
              </a:lnSpc>
              <a:spcAft>
                <a:spcPct val="0"/>
              </a:spcAft>
            </a:pPr>
            <a:r>
              <a:rPr lang="zh-CN" altLang="zh-CN" sz="2500" kern="100">
                <a:solidFill>
                  <a:srgbClr val="0000FF"/>
                </a:solidFill>
                <a:latin typeface="Times New Roman" panose="02020603050405020304" pitchFamily="18" charset="0"/>
                <a:ea typeface="宋体" panose="02010600030101010101" pitchFamily="2" charset="-122"/>
              </a:rPr>
              <a:t>【素材</a:t>
            </a:r>
            <a:r>
              <a:rPr lang="en-US" altLang="zh-CN" sz="2500" b="1" kern="100">
                <a:solidFill>
                  <a:srgbClr val="0000FF"/>
                </a:solidFill>
                <a:latin typeface="Times New Roman" panose="02020603050405020304" pitchFamily="18" charset="0"/>
                <a:ea typeface="宋体" panose="02010600030101010101" pitchFamily="2" charset="-122"/>
              </a:rPr>
              <a:t>8</a:t>
            </a:r>
            <a:r>
              <a:rPr lang="zh-CN" altLang="zh-CN" sz="2500" kern="100">
                <a:solidFill>
                  <a:srgbClr val="0000FF"/>
                </a:solidFill>
                <a:latin typeface="Times New Roman" panose="02020603050405020304" pitchFamily="18" charset="0"/>
                <a:ea typeface="宋体" panose="02010600030101010101" pitchFamily="2" charset="-122"/>
              </a:rPr>
              <a:t>】</a:t>
            </a:r>
            <a:r>
              <a:rPr lang="en-US" altLang="zh-CN" sz="2500" kern="100">
                <a:latin typeface="Times New Roman" panose="02020603050405020304" pitchFamily="18" charset="0"/>
                <a:ea typeface="宋体" panose="02010600030101010101" pitchFamily="2" charset="-122"/>
              </a:rPr>
              <a:t>Mariam smelled him before she saw him.Cigarette smoke and thick, sweet cologne, not faint like Jalil’s.The scent of it flooded Mariam’s nostrils.Through the veil, from the corner of her eye, Mariam saw a tall man, thick-bellied and broad-shouldered, stooping in the doorway.The size of him almost made her gasp, and she had to drop her gaze, her heart hammering away.She sensed him lingering in the doorway.Then his slow, heavy-footed movement across the room.</a:t>
            </a:r>
            <a:endParaRPr lang="zh-CN" altLang="zh-CN" sz="2500" kern="100">
              <a:latin typeface="Times New Roman" panose="02020603050405020304" pitchFamily="18" charset="0"/>
              <a:ea typeface="宋体" panose="02010600030101010101" pitchFamily="2" charset="-122"/>
            </a:endParaRPr>
          </a:p>
          <a:p>
            <a:pPr algn="just">
              <a:lnSpc>
                <a:spcPct val="150000"/>
              </a:lnSpc>
              <a:spcAft>
                <a:spcPct val="0"/>
              </a:spcAft>
            </a:pPr>
            <a:r>
              <a:rPr lang="zh-CN" altLang="zh-CN" sz="2500" kern="100">
                <a:latin typeface="Times New Roman" panose="02020603050405020304" pitchFamily="18" charset="0"/>
                <a:ea typeface="宋体" panose="02010600030101010101" pitchFamily="2" charset="-122"/>
              </a:rPr>
              <a:t>玛丽亚姆在看见他之前闻到了他的气味。香烟的味道</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浓香的古龙水</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不像贾利勒的那种淡淡的气味。那种味道扑鼻而来。隔着面纱</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玛丽亚姆从眼角看到一个高个子男人</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大腹便便</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肩膀宽阔</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正弯着腰站在门口。他的体型几乎使她喘不过气来</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她不得不垂下目光</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心怦怦直跳。她感觉到他在门口徘徊。然后他缓慢而沉重地穿过房间。</a:t>
            </a:r>
            <a:endParaRPr lang="zh-CN" altLang="zh-CN" sz="2500" kern="100">
              <a:latin typeface="Times New Roman" panose="02020603050405020304" pitchFamily="18" charset="0"/>
              <a:ea typeface="宋体" panose="02010600030101010101" pitchFamily="2" charset="-122"/>
            </a:endParaRPr>
          </a:p>
        </p:txBody>
      </p:sp>
    </p:spTree>
  </p:cSld>
  <p:clrMapOvr>
    <a:masterClrMapping/>
  </p:clrMapOvr>
  <p:transition/>
  <p:timing/>
</p:sld>
</file>

<file path=ppt/slides/slide10.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sp>
        <p:nvSpPr>
          <p:cNvPr id="2" name="TextBox 1" title=""/>
          <p:cNvSpPr txBox="1"/>
          <p:nvPr/>
        </p:nvSpPr>
        <p:spPr>
          <a:xfrm>
            <a:off x="534762" y="721184"/>
            <a:ext cx="11276510" cy="5285105"/>
          </a:xfrm>
          <a:prstGeom prst="rect">
            <a:avLst/>
          </a:prstGeom>
          <a:noFill/>
        </p:spPr>
        <p:txBody>
          <a:bodyPr wrap="square" rtlCol="0">
            <a:spAutoFit/>
          </a:bodyPr>
          <a:lstStyle/>
          <a:p>
            <a:pPr algn="just">
              <a:lnSpc>
                <a:spcPct val="150000"/>
              </a:lnSpc>
              <a:spcAft>
                <a:spcPct val="0"/>
              </a:spcAft>
            </a:pPr>
            <a:r>
              <a:rPr lang="zh-CN" altLang="zh-CN" sz="2500" kern="100">
                <a:solidFill>
                  <a:srgbClr val="0000FF"/>
                </a:solidFill>
                <a:latin typeface="Times New Roman" panose="02020603050405020304" pitchFamily="18" charset="0"/>
                <a:ea typeface="宋体" panose="02010600030101010101" pitchFamily="2" charset="-122"/>
              </a:rPr>
              <a:t>【素材</a:t>
            </a:r>
            <a:r>
              <a:rPr lang="en-US" altLang="zh-CN" sz="2500" b="1" kern="100">
                <a:solidFill>
                  <a:srgbClr val="0000FF"/>
                </a:solidFill>
                <a:latin typeface="Times New Roman" panose="02020603050405020304" pitchFamily="18" charset="0"/>
                <a:ea typeface="宋体" panose="02010600030101010101" pitchFamily="2" charset="-122"/>
              </a:rPr>
              <a:t>9</a:t>
            </a:r>
            <a:r>
              <a:rPr lang="zh-CN" altLang="zh-CN" sz="2500" kern="100">
                <a:solidFill>
                  <a:srgbClr val="0000FF"/>
                </a:solidFill>
                <a:latin typeface="Times New Roman" panose="02020603050405020304" pitchFamily="18" charset="0"/>
                <a:ea typeface="宋体" panose="02010600030101010101" pitchFamily="2" charset="-122"/>
              </a:rPr>
              <a:t>】</a:t>
            </a:r>
            <a:r>
              <a:rPr lang="en-US" altLang="zh-CN" sz="2500" kern="100">
                <a:latin typeface="Times New Roman" panose="02020603050405020304" pitchFamily="18" charset="0"/>
                <a:ea typeface="宋体" panose="02010600030101010101" pitchFamily="2" charset="-122"/>
              </a:rPr>
              <a:t>The first day I met Bryce Loski, I was fascinated.Honestly, one look </a:t>
            </a:r>
            <a:endParaRPr lang="en-US" altLang="zh-CN" sz="2500" kern="100" smtClean="0">
              <a:latin typeface="Times New Roman" panose="02020603050405020304" pitchFamily="18" charset="0"/>
              <a:ea typeface="宋体" panose="02010600030101010101" pitchFamily="2" charset="-122"/>
            </a:endParaRPr>
          </a:p>
          <a:p>
            <a:pPr algn="just">
              <a:lnSpc>
                <a:spcPct val="150000"/>
              </a:lnSpc>
              <a:spcAft>
                <a:spcPct val="0"/>
              </a:spcAft>
            </a:pPr>
            <a:r>
              <a:rPr lang="en-US" altLang="zh-CN" sz="2500" kern="100" smtClean="0">
                <a:latin typeface="Times New Roman" panose="02020603050405020304" pitchFamily="18" charset="0"/>
                <a:ea typeface="宋体" panose="02010600030101010101" pitchFamily="2" charset="-122"/>
              </a:rPr>
              <a:t>at him and </a:t>
            </a:r>
            <a:r>
              <a:rPr lang="en-US" altLang="zh-CN" sz="2500" kern="100">
                <a:latin typeface="Times New Roman" panose="02020603050405020304" pitchFamily="18" charset="0"/>
                <a:ea typeface="宋体" panose="02010600030101010101" pitchFamily="2" charset="-122"/>
              </a:rPr>
              <a:t>I became a crazy.It’s his eyes.Something in his eyes.They’re blue, </a:t>
            </a:r>
            <a:endParaRPr lang="en-US" altLang="zh-CN" sz="2500" kern="100" smtClean="0">
              <a:latin typeface="Times New Roman" panose="02020603050405020304" pitchFamily="18" charset="0"/>
              <a:ea typeface="宋体" panose="02010600030101010101" pitchFamily="2" charset="-122"/>
            </a:endParaRPr>
          </a:p>
          <a:p>
            <a:pPr algn="just">
              <a:lnSpc>
                <a:spcPct val="150000"/>
              </a:lnSpc>
              <a:spcAft>
                <a:spcPct val="0"/>
              </a:spcAft>
            </a:pPr>
            <a:r>
              <a:rPr lang="en-US" altLang="zh-CN" sz="2500" kern="100" smtClean="0">
                <a:latin typeface="Times New Roman" panose="02020603050405020304" pitchFamily="18" charset="0"/>
                <a:ea typeface="宋体" panose="02010600030101010101" pitchFamily="2" charset="-122"/>
              </a:rPr>
              <a:t>and </a:t>
            </a:r>
            <a:r>
              <a:rPr lang="en-US" altLang="zh-CN" sz="2500" kern="100">
                <a:latin typeface="Times New Roman" panose="02020603050405020304" pitchFamily="18" charset="0"/>
                <a:ea typeface="宋体" panose="02010600030101010101" pitchFamily="2" charset="-122"/>
              </a:rPr>
              <a:t>framed in the blackness of his lashes, they’re dazzling.Absolutely breathtaking</a:t>
            </a:r>
            <a:r>
              <a:rPr lang="en-US" altLang="zh-CN" sz="2500" kern="100" smtClean="0">
                <a:latin typeface="Times New Roman" panose="02020603050405020304" pitchFamily="18" charset="0"/>
                <a:ea typeface="宋体" panose="02010600030101010101" pitchFamily="2" charset="-122"/>
              </a:rPr>
              <a:t>.</a:t>
            </a:r>
            <a:endParaRPr lang="en-US" altLang="zh-CN" sz="2500" kern="100" smtClean="0">
              <a:latin typeface="Times New Roman" panose="02020603050405020304" pitchFamily="18" charset="0"/>
              <a:ea typeface="宋体" panose="02010600030101010101" pitchFamily="2" charset="-122"/>
            </a:endParaRPr>
          </a:p>
          <a:p>
            <a:pPr algn="just">
              <a:lnSpc>
                <a:spcPct val="150000"/>
              </a:lnSpc>
              <a:spcAft>
                <a:spcPct val="0"/>
              </a:spcAft>
            </a:pPr>
            <a:r>
              <a:rPr lang="en-US" altLang="zh-CN" sz="2500" kern="100" smtClean="0">
                <a:latin typeface="Times New Roman" panose="02020603050405020304" pitchFamily="18" charset="0"/>
                <a:ea typeface="宋体" panose="02010600030101010101" pitchFamily="2" charset="-122"/>
              </a:rPr>
              <a:t>I </a:t>
            </a:r>
            <a:r>
              <a:rPr lang="en-US" altLang="zh-CN" sz="2500" kern="100">
                <a:latin typeface="Times New Roman" panose="02020603050405020304" pitchFamily="18" charset="0"/>
                <a:ea typeface="宋体" panose="02010600030101010101" pitchFamily="2" charset="-122"/>
              </a:rPr>
              <a:t>also remember that Bryce was wearing polo shirt, which I thought was </a:t>
            </a:r>
            <a:endParaRPr lang="en-US" altLang="zh-CN" sz="2500" kern="100" smtClean="0">
              <a:latin typeface="Times New Roman" panose="02020603050405020304" pitchFamily="18" charset="0"/>
              <a:ea typeface="宋体" panose="02010600030101010101" pitchFamily="2" charset="-122"/>
            </a:endParaRPr>
          </a:p>
          <a:p>
            <a:pPr algn="just">
              <a:lnSpc>
                <a:spcPct val="150000"/>
              </a:lnSpc>
              <a:spcAft>
                <a:spcPct val="0"/>
              </a:spcAft>
            </a:pPr>
            <a:r>
              <a:rPr lang="en-US" altLang="zh-CN" sz="2500" kern="100" smtClean="0">
                <a:latin typeface="Times New Roman" panose="02020603050405020304" pitchFamily="18" charset="0"/>
                <a:ea typeface="宋体" panose="02010600030101010101" pitchFamily="2" charset="-122"/>
              </a:rPr>
              <a:t>really </a:t>
            </a:r>
            <a:r>
              <a:rPr lang="en-US" altLang="zh-CN" sz="2500" kern="100" err="1">
                <a:latin typeface="Times New Roman" panose="02020603050405020304" pitchFamily="18" charset="0"/>
                <a:ea typeface="宋体" panose="02010600030101010101" pitchFamily="2" charset="-122"/>
              </a:rPr>
              <a:t>cute.Really nice.</a:t>
            </a:r>
            <a:endParaRPr lang="zh-CN" altLang="zh-CN" sz="2500" kern="100">
              <a:latin typeface="Times New Roman" panose="02020603050405020304" pitchFamily="18" charset="0"/>
              <a:ea typeface="宋体" panose="02010600030101010101" pitchFamily="2" charset="-122"/>
            </a:endParaRPr>
          </a:p>
          <a:p>
            <a:pPr algn="just">
              <a:lnSpc>
                <a:spcPct val="150000"/>
              </a:lnSpc>
              <a:spcAft>
                <a:spcPct val="0"/>
              </a:spcAft>
            </a:pPr>
            <a:r>
              <a:rPr lang="zh-CN" altLang="zh-CN" sz="2500" kern="100">
                <a:latin typeface="Times New Roman" panose="02020603050405020304" pitchFamily="18" charset="0"/>
                <a:ea typeface="宋体" panose="02010600030101010101" pitchFamily="2" charset="-122"/>
              </a:rPr>
              <a:t>第一天见到布莱斯</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罗斯基</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我就被迷住了。老实说</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只看了他一眼我就失去了理智。是他的眼睛。他的眼睛里有些难以形容的东西。它们是蓝色的</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在他乌黑的睫毛衬托下</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令人眼花缭乱。绝对令人惊叹。我还记得布莱斯穿着</a:t>
            </a:r>
            <a:r>
              <a:rPr lang="en-US" altLang="zh-CN" sz="2500" kern="100">
                <a:latin typeface="Times New Roman" panose="02020603050405020304" pitchFamily="18" charset="0"/>
                <a:ea typeface="宋体" panose="02010600030101010101" pitchFamily="2" charset="-122"/>
              </a:rPr>
              <a:t>polo</a:t>
            </a:r>
            <a:r>
              <a:rPr lang="zh-CN" altLang="zh-CN" sz="2500" kern="100">
                <a:latin typeface="Times New Roman" panose="02020603050405020304" pitchFamily="18" charset="0"/>
                <a:ea typeface="宋体" panose="02010600030101010101" pitchFamily="2" charset="-122"/>
              </a:rPr>
              <a:t>衫</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我觉得很可爱。真的很不错。</a:t>
            </a:r>
            <a:endParaRPr lang="zh-CN" altLang="zh-CN" sz="2500" kern="100">
              <a:latin typeface="Times New Roman" panose="02020603050405020304" pitchFamily="18" charset="0"/>
              <a:ea typeface="宋体" panose="02010600030101010101" pitchFamily="2" charset="-122"/>
            </a:endParaRPr>
          </a:p>
        </p:txBody>
      </p:sp>
    </p:spTree>
  </p:cSld>
  <p:clrMapOvr>
    <a:masterClrMapping/>
  </p:clrMapOvr>
  <p:transition/>
  <p:timing/>
</p:sld>
</file>

<file path=ppt/slides/slide11.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sp>
        <p:nvSpPr>
          <p:cNvPr id="2" name="TextBox 1" title=""/>
          <p:cNvSpPr txBox="1"/>
          <p:nvPr/>
        </p:nvSpPr>
        <p:spPr>
          <a:xfrm>
            <a:off x="534762" y="721184"/>
            <a:ext cx="11276510" cy="4130675"/>
          </a:xfrm>
          <a:prstGeom prst="rect">
            <a:avLst/>
          </a:prstGeom>
          <a:noFill/>
        </p:spPr>
        <p:txBody>
          <a:bodyPr wrap="square" rtlCol="0">
            <a:spAutoFit/>
          </a:bodyPr>
          <a:lstStyle/>
          <a:p>
            <a:pPr algn="just">
              <a:lnSpc>
                <a:spcPct val="150000"/>
              </a:lnSpc>
              <a:spcAft>
                <a:spcPct val="0"/>
              </a:spcAft>
            </a:pPr>
            <a:r>
              <a:rPr lang="zh-CN" altLang="zh-CN" sz="2500" kern="100">
                <a:solidFill>
                  <a:srgbClr val="0000FF"/>
                </a:solidFill>
                <a:latin typeface="Times New Roman" panose="02020603050405020304" pitchFamily="18" charset="0"/>
                <a:ea typeface="宋体" panose="02010600030101010101" pitchFamily="2" charset="-122"/>
              </a:rPr>
              <a:t>【素材</a:t>
            </a:r>
            <a:r>
              <a:rPr lang="en-US" altLang="zh-CN" sz="2500" b="1" kern="100">
                <a:solidFill>
                  <a:srgbClr val="0000FF"/>
                </a:solidFill>
                <a:latin typeface="Times New Roman" panose="02020603050405020304" pitchFamily="18" charset="0"/>
                <a:ea typeface="宋体" panose="02010600030101010101" pitchFamily="2" charset="-122"/>
              </a:rPr>
              <a:t>10</a:t>
            </a:r>
            <a:r>
              <a:rPr lang="zh-CN" altLang="zh-CN" sz="2500" kern="100">
                <a:solidFill>
                  <a:srgbClr val="0000FF"/>
                </a:solidFill>
                <a:latin typeface="Times New Roman" panose="02020603050405020304" pitchFamily="18" charset="0"/>
                <a:ea typeface="宋体" panose="02010600030101010101" pitchFamily="2" charset="-122"/>
              </a:rPr>
              <a:t>】</a:t>
            </a:r>
            <a:r>
              <a:rPr lang="en-US" altLang="zh-CN" sz="2500" kern="100">
                <a:latin typeface="Times New Roman" panose="02020603050405020304" pitchFamily="18" charset="0"/>
                <a:ea typeface="宋体" panose="02010600030101010101" pitchFamily="2" charset="-122"/>
              </a:rPr>
              <a:t>Harry had a thin face, knobbly knees, black hair, and bright green eyes.He wore round glasses held together with a lot of Scotch tape because all the times Dudley had punched him on the nose.The only thing Harry liked about his own appearance was a very thin scar on his forehead which was shaped like a bolt of lightning.</a:t>
            </a:r>
            <a:endParaRPr lang="zh-CN" altLang="zh-CN" sz="2500" kern="100">
              <a:latin typeface="Times New Roman" panose="02020603050405020304" pitchFamily="18" charset="0"/>
              <a:ea typeface="宋体" panose="02010600030101010101" pitchFamily="2" charset="-122"/>
            </a:endParaRPr>
          </a:p>
          <a:p>
            <a:pPr algn="just">
              <a:lnSpc>
                <a:spcPct val="150000"/>
              </a:lnSpc>
              <a:spcAft>
                <a:spcPct val="0"/>
              </a:spcAft>
            </a:pPr>
            <a:r>
              <a:rPr lang="zh-CN" altLang="zh-CN" sz="2500" kern="100">
                <a:latin typeface="Times New Roman" panose="02020603050405020304" pitchFamily="18" charset="0"/>
                <a:ea typeface="宋体" panose="02010600030101010101" pitchFamily="2" charset="-122"/>
              </a:rPr>
              <a:t>哈利有一张瘦削的脸</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凹凸不平的膝盖</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乌黑的头发和明亮的绿眼睛。他戴着一副用透明胶带粘在一起的圆眼镜</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因为达力总是打他的鼻子。哈利唯一喜欢自己外表的是额头上一道很薄的伤疤</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形状像一道闪电。</a:t>
            </a:r>
            <a:endParaRPr lang="zh-CN" altLang="zh-CN" sz="2500" kern="100">
              <a:latin typeface="Times New Roman" panose="02020603050405020304" pitchFamily="18" charset="0"/>
              <a:ea typeface="宋体" panose="02010600030101010101" pitchFamily="2" charset="-122"/>
            </a:endParaRPr>
          </a:p>
        </p:txBody>
      </p:sp>
    </p:spTree>
  </p:cSld>
  <p:clrMapOvr>
    <a:masterClrMapping/>
  </p:clrMapOvr>
  <p:transition/>
  <p:timing/>
</p:sld>
</file>

<file path=ppt/tags/tag1.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1**"/>
  <p:tag name="KSO_WM_UNIT_LAYERLEVEL" val="1"/>
</p:tagLst>
</file>

<file path=ppt/tags/tag2.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1**"/>
  <p:tag name="KSO_WM_UNIT_LAYERLEVEL" val="1"/>
</p:tagLst>
</file>

<file path=ppt/tags/tag3.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1**"/>
  <p:tag name="KSO_WM_UNIT_LAYERLEVEL" val="1"/>
</p:tagLst>
</file>

<file path=ppt/tags/tag4.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1**"/>
  <p:tag name="KSO_WM_UNIT_LAYERLEVEL" val="1"/>
</p:tagLst>
</file>

<file path=ppt/tags/tag5.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1**"/>
  <p:tag name="KSO_WM_UNIT_LAYERLEVEL" val="1"/>
</p:tagLst>
</file>

<file path=ppt/tags/tag6.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2**"/>
  <p:tag name="KSO_WM_UNIT_LAYERLEVEL" val="1"/>
</p:tagLst>
</file>

<file path=ppt/tags/tag7.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2**"/>
  <p:tag name="KSO_WM_UNIT_LAYERLEVEL" val="1"/>
</p:tagLst>
</file>

<file path=ppt/tags/tag8.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2**"/>
  <p:tag name="KSO_WM_UNIT_LAYERLEVEL" val="1"/>
</p:tagLst>
</file>

<file path=ppt/tags/tag9.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2**"/>
  <p:tag name="KSO_WM_UNIT_LAYERLEVEL" val="1"/>
</p:tagLst>
</file>

<file path=ppt/tags/tag10.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2**"/>
  <p:tag name="KSO_WM_UNIT_LAYERLEVEL" val="1"/>
</p:tagLst>
</file>

<file path=ppt/tags/tag11.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3**"/>
  <p:tag name="KSO_WM_UNIT_LAYERLEVEL" val="1"/>
</p:tagLst>
</file>

<file path=ppt/tags/tag12.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3**"/>
  <p:tag name="KSO_WM_UNIT_LAYERLEVEL" val="1"/>
</p:tagLst>
</file>

<file path=ppt/tags/tag13.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3**"/>
  <p:tag name="KSO_WM_UNIT_LAYERLEVEL" val="1"/>
</p:tagLst>
</file>

<file path=ppt/tags/tag14.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3**"/>
  <p:tag name="KSO_WM_UNIT_LAYERLEVEL" val="1"/>
</p:tagLst>
</file>

<file path=ppt/tags/tag15.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3**"/>
  <p:tag name="KSO_WM_UNIT_LAYERLEVEL" val="1"/>
</p:tagLst>
</file>

<file path=ppt/tags/tag16.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4**"/>
  <p:tag name="KSO_WM_UNIT_LAYERLEVEL" val="1"/>
</p:tagLst>
</file>

<file path=ppt/tags/tag17.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4**"/>
  <p:tag name="KSO_WM_UNIT_LAYERLEVEL" val="1"/>
</p:tagLst>
</file>

<file path=ppt/tags/tag18.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4**"/>
  <p:tag name="KSO_WM_UNIT_LAYERLEVEL" val="1"/>
</p:tagLst>
</file>

<file path=ppt/tags/tag19.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4**"/>
  <p:tag name="KSO_WM_UNIT_LAYERLEVEL" val="1"/>
</p:tagLst>
</file>

<file path=ppt/tags/tag20.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4**"/>
  <p:tag name="KSO_WM_UNIT_LAYERLEVEL" val="1"/>
</p:tagLst>
</file>

<file path=ppt/tags/tag21.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4**"/>
  <p:tag name="KSO_WM_UNIT_LAYERLEVEL" val="1"/>
</p:tagLst>
</file>

<file path=ppt/tags/tag22.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5**"/>
  <p:tag name="KSO_WM_UNIT_LAYERLEVEL" val="1"/>
</p:tagLst>
</file>

<file path=ppt/tags/tag23.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5**"/>
  <p:tag name="KSO_WM_UNIT_LAYERLEVEL" val="1"/>
</p:tagLst>
</file>

<file path=ppt/tags/tag24.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5**"/>
  <p:tag name="KSO_WM_UNIT_LAYERLEVEL" val="1"/>
</p:tagLst>
</file>

<file path=ppt/tags/tag25.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5**"/>
  <p:tag name="KSO_WM_UNIT_LAYERLEVEL" val="1"/>
</p:tagLst>
</file>

<file path=ppt/tags/tag26.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5**"/>
  <p:tag name="KSO_WM_UNIT_LAYERLEVEL" val="1"/>
</p:tagLst>
</file>

<file path=ppt/tags/tag27.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5**"/>
  <p:tag name="KSO_WM_UNIT_LAYERLEVEL" val="1"/>
</p:tagLst>
</file>

<file path=ppt/tags/tag28.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5**"/>
  <p:tag name="KSO_WM_UNIT_LAYERLEVEL" val="1"/>
</p:tagLst>
</file>

<file path=ppt/tags/tag29.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5**"/>
  <p:tag name="KSO_WM_UNIT_LAYERLEVEL" val="1"/>
</p:tagLst>
</file>

<file path=ppt/tags/tag30.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6**"/>
  <p:tag name="KSO_WM_UNIT_LAYERLEVEL" val="1"/>
</p:tagLst>
</file>

<file path=ppt/tags/tag31.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6**"/>
  <p:tag name="KSO_WM_UNIT_LAYERLEVEL" val="1"/>
</p:tagLst>
</file>

<file path=ppt/tags/tag32.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6**"/>
  <p:tag name="KSO_WM_UNIT_LAYERLEVEL" val="1"/>
</p:tagLst>
</file>

<file path=ppt/tags/tag33.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6**"/>
  <p:tag name="KSO_WM_UNIT_LAYERLEVEL" val="1"/>
</p:tagLst>
</file>

<file path=ppt/tags/tag34.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7**"/>
  <p:tag name="KSO_WM_UNIT_LAYERLEVEL" val="1"/>
</p:tagLst>
</file>

<file path=ppt/tags/tag35.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7**"/>
  <p:tag name="KSO_WM_UNIT_LAYERLEVEL" val="1"/>
</p:tagLst>
</file>

<file path=ppt/tags/tag36.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7**"/>
  <p:tag name="KSO_WM_UNIT_LAYERLEVEL" val="1"/>
</p:tagLst>
</file>

<file path=ppt/tags/tag37.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8**"/>
  <p:tag name="KSO_WM_UNIT_LAYERLEVEL" val="1"/>
</p:tagLst>
</file>

<file path=ppt/tags/tag38.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8**"/>
  <p:tag name="KSO_WM_UNIT_LAYERLEVEL" val="1"/>
</p:tagLst>
</file>

<file path=ppt/tags/tag39.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8**"/>
  <p:tag name="KSO_WM_UNIT_LAYERLEVEL" val="1"/>
</p:tagLst>
</file>

<file path=ppt/tags/tag40.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8**"/>
  <p:tag name="KSO_WM_UNIT_LAYERLEVEL" val="1"/>
</p:tagLst>
</file>

<file path=ppt/tags/tag41.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8**"/>
  <p:tag name="KSO_WM_UNIT_LAYERLEVEL" val="1"/>
</p:tagLst>
</file>

<file path=ppt/tags/tag42.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8**"/>
  <p:tag name="KSO_WM_UNIT_LAYERLEVEL" val="1"/>
</p:tagLst>
</file>

<file path=ppt/tags/tag43.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9**"/>
  <p:tag name="KSO_WM_UNIT_LAYERLEVEL" val="1"/>
</p:tagLst>
</file>

<file path=ppt/tags/tag44.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9**"/>
  <p:tag name="KSO_WM_UNIT_LAYERLEVEL" val="1"/>
</p:tagLst>
</file>

<file path=ppt/tags/tag45.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9**"/>
  <p:tag name="KSO_WM_UNIT_LAYERLEVEL" val="1"/>
</p:tagLst>
</file>

<file path=ppt/tags/tag46.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9**"/>
  <p:tag name="KSO_WM_UNIT_LAYERLEVEL" val="1"/>
</p:tagLst>
</file>

<file path=ppt/tags/tag47.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9**"/>
  <p:tag name="KSO_WM_UNIT_LAYERLEVEL" val="1"/>
</p:tagLst>
</file>

<file path=ppt/tags/tag48.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10**"/>
  <p:tag name="KSO_WM_UNIT_LAYERLEVEL" val="1"/>
</p:tagLst>
</file>

<file path=ppt/tags/tag49.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10**"/>
  <p:tag name="KSO_WM_UNIT_LAYERLEVEL" val="1"/>
</p:tagLst>
</file>

<file path=ppt/tags/tag50.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10**"/>
  <p:tag name="KSO_WM_UNIT_LAYERLEVEL" val="1"/>
</p:tagLst>
</file>

<file path=ppt/tags/tag51.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10**"/>
  <p:tag name="KSO_WM_UNIT_LAYERLEVEL" val="1"/>
</p:tagLst>
</file>

<file path=ppt/tags/tag52.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11**"/>
  <p:tag name="KSO_WM_UNIT_LAYERLEVEL" val="1"/>
</p:tagLst>
</file>

<file path=ppt/tags/tag53.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11**"/>
  <p:tag name="KSO_WM_UNIT_LAYERLEVEL" val="1"/>
</p:tagLst>
</file>

<file path=ppt/tags/tag54.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11**"/>
  <p:tag name="KSO_WM_UNIT_LAYERLEVEL" val="1"/>
</p:tagLst>
</file>

<file path=ppt/tags/tag55.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11**"/>
  <p:tag name="KSO_WM_UNIT_LAYERLEVEL" val="1"/>
</p:tagLst>
</file>

<file path=ppt/tags/tag56.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11**"/>
  <p:tag name="KSO_WM_UNIT_LAYERLEVEL" val="1"/>
</p:tagLst>
</file>

<file path=ppt/tags/tag57.xml><?xml version="1.0" encoding="utf-8"?>
<p:tagLst xmlns:p="http://schemas.openxmlformats.org/presentationml/2006/main">
  <p:tag name="KSO_WM_BEAUTIFY_FLAG" val="#wm#"/>
  <p:tag name="KSO_WM_TAG_VERSION" val="1.0"/>
  <p:tag name="KSO_WM_TEMPLATE_CATEGORY" val="custom"/>
  <p:tag name="KSO_WM_TEMPLATE_INDEX" val="20205081"/>
  <p:tag name="KSO_WM_UNIT_COMPATIBLE" val="0"/>
  <p:tag name="KSO_WM_UNIT_DIAGRAM_ISNUMVISUAL" val="0"/>
  <p:tag name="KSO_WM_UNIT_DIAGRAM_ISREFERUNIT" val="0"/>
  <p:tag name="KSO_WM_UNIT_HIGHLIGHT" val="0"/>
  <p:tag name="KSO_WM_UNIT_ID" val="_0**"/>
  <p:tag name="KSO_WM_UNIT_LAYERLEVEL" val="1"/>
</p:tagLst>
</file>

<file path=ppt/tags/tag58.xml><?xml version="1.0" encoding="utf-8"?>
<p:tagLst xmlns:p="http://schemas.openxmlformats.org/presentationml/2006/main">
  <p:tag name="KSO_WM_BEAUTIFY_FLAG" val="#wm#"/>
  <p:tag name="KSO_WM_TAG_VERSION" val="1.0"/>
  <p:tag name="KSO_WM_TEMPLATE_CATEGORY" val="custom"/>
  <p:tag name="KSO_WM_TEMPLATE_INDEX" val="20205081"/>
  <p:tag name="KSO_WM_UNIT_COMPATIBLE" val="0"/>
  <p:tag name="KSO_WM_UNIT_DIAGRAM_ISNUMVISUAL" val="0"/>
  <p:tag name="KSO_WM_UNIT_DIAGRAM_ISREFERUNIT" val="0"/>
  <p:tag name="KSO_WM_UNIT_HIGHLIGHT" val="0"/>
  <p:tag name="KSO_WM_UNIT_ID" val="_0**"/>
  <p:tag name="KSO_WM_UNIT_LAYERLEVEL" val="1"/>
</p:tagLst>
</file>

<file path=ppt/tags/tag59.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0**"/>
  <p:tag name="KSO_WM_UNIT_LAYERLEVEL" val="1"/>
</p:tagLst>
</file>

<file path=ppt/tags/tag60.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0**"/>
  <p:tag name="KSO_WM_UNIT_LAYERLEVEL" val="1"/>
</p:tagLst>
</file>

<file path=ppt/tags/tag61.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0**"/>
  <p:tag name="KSO_WM_UNIT_LAYERLEVEL" val="1"/>
</p:tagLst>
</file>

<file path=ppt/tags/tag62.xml><?xml version="1.0" encoding="utf-8"?>
<p:tagLst xmlns:p="http://schemas.openxmlformats.org/presentationml/2006/main">
  <p:tag name="KSO_WM_BEAUTIFY_FLAG" val="#wm#"/>
  <p:tag name="KSO_WM_TAG_VERSION" val="1.0"/>
  <p:tag name="KSO_WM_TEMPLATE_CATEGORY" val="custom"/>
  <p:tag name="KSO_WM_TEMPLATE_COLOR_TYPE" val="1"/>
  <p:tag name="KSO_WM_TEMPLATE_INDEX" val="20205081"/>
  <p:tag name="KSO_WM_TEMPLATE_MASTER_TYPE" val="0"/>
  <p:tag name="KSO_WM_TEMPLATE_SUBCATEGORY" val="19"/>
  <p:tag name="KSO_WM_TEMPLATE_THUMBS_INDEX" val="1、4、7、12、13、14、15、16、17、18、20、24、25、28、33、36、40、43、44"/>
  <p:tag name="KSO_WM_UNIT_SHOW_EDIT_AREA_INDICATION" val="1"/>
</p:tagLst>
</file>

<file path=ppt/tags/tag63.xml><?xml version="1.0" encoding="utf-8"?>
<p:tagLst xmlns:p="http://schemas.openxmlformats.org/presentationml/2006/main">
  <p:tag name="KSO_WM_BEAUTIFY_FLAG" val="#wm#"/>
  <p:tag name="KSO_WM_TAG_VERSION" val="1.0"/>
  <p:tag name="KSO_WM_TEMPLATE_CATEGORY" val="custom"/>
  <p:tag name="KSO_WM_TEMPLATE_INDEX" val="20205081"/>
  <p:tag name="KSO_WM_UNIT_COMPATIBLE" val="0"/>
  <p:tag name="KSO_WM_UNIT_DIAGRAM_ISNUMVISUAL" val="0"/>
  <p:tag name="KSO_WM_UNIT_DIAGRAM_ISREFERUNIT" val="0"/>
  <p:tag name="KSO_WM_UNIT_HIGHLIGHT" val="0"/>
  <p:tag name="KSO_WM_UNIT_ID" val="custom20205081_1*b*1"/>
  <p:tag name="KSO_WM_UNIT_INDEX" val="1"/>
  <p:tag name="KSO_WM_UNIT_ISCONTENTSTITLE" val="0"/>
  <p:tag name="KSO_WM_UNIT_ISNUMDGMTITLE" val="0"/>
  <p:tag name="KSO_WM_UNIT_LAYERLEVEL" val="1"/>
  <p:tag name="KSO_WM_UNIT_NOCLEAR" val="0"/>
  <p:tag name="KSO_WM_UNIT_SHOW_EDIT_AREA_INDICATION" val="1"/>
  <p:tag name="KSO_WM_UNIT_TYPE" val="b"/>
  <p:tag name="KSO_WM_UNIT_VALUE" val="111"/>
</p:tagLst>
</file>

<file path=ppt/tags/tag64.xml><?xml version="1.0" encoding="utf-8"?>
<p:tagLst xmlns:p="http://schemas.openxmlformats.org/presentationml/2006/main">
  <p:tag name="KSO_WM_BEAUTIFY_FLAG" val="#wm#"/>
  <p:tag name="KSO_WM_SLIDE_ID" val="custom20205081_1"/>
  <p:tag name="KSO_WM_SLIDE_INDEX" val="1"/>
  <p:tag name="KSO_WM_SLIDE_ITEM_CNT" val="0"/>
  <p:tag name="KSO_WM_SLIDE_LAYOUT" val="a_b"/>
  <p:tag name="KSO_WM_SLIDE_LAYOUT_CNT" val="1_1"/>
  <p:tag name="KSO_WM_SLIDE_SUBTYPE" val="defaultBlank"/>
  <p:tag name="KSO_WM_SLIDE_TYPE" val="title"/>
  <p:tag name="KSO_WM_TAG_VERSION" val="1.0"/>
  <p:tag name="KSO_WM_TEMPLATE_CATEGORY" val="custom"/>
  <p:tag name="KSO_WM_TEMPLATE_COLOR_TYPE" val="1"/>
  <p:tag name="KSO_WM_TEMPLATE_INDEX" val="20205081"/>
  <p:tag name="KSO_WM_TEMPLATE_MASTER_TYPE" val="0"/>
  <p:tag name="KSO_WM_TEMPLATE_SUBCATEGORY" val="19"/>
  <p:tag name="KSO_WM_TEMPLATE_THUMBS_INDEX" val="1、4、7、12、13、14、15、16、17、18、20、24、25、28、33、36、40、43、44"/>
  <p:tag name="KSO_WM_UNIT_SHOW_EDIT_AREA_INDICATION" val="1"/>
</p:tagLst>
</file>

<file path=ppt/tags/tag65.xml><?xml version="1.0" encoding="utf-8"?>
<p:tagLst xmlns:p="http://schemas.openxmlformats.org/presentationml/2006/main">
  <p:tag name="AS_OS" val="Unix 3.10 unknown"/>
  <p:tag name="AS_RELEASE_DATE" val="2023.03.31"/>
  <p:tag name="AS_TITLE" val="Aspose.Slides for Java"/>
  <p:tag name="AS_VERSION" val="23.3"/>
  <p:tag name="COMMONDATA" val="eyJoZGlkIjoiZjgyZmZhYjFlODliMjVlMjhmZmU1Y2ZlZmViZTBiYWYifQ=="/>
</p:tagLst>
</file>

<file path=ppt/theme/theme1.xml><?xml version="1.0" encoding="utf-8"?>
<a:theme xmlns:r="http://schemas.openxmlformats.org/officeDocument/2006/relationships"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Arial"/>
        <a:ea typeface="微软雅黑"/>
        <a:cs typeface="Arial"/>
      </a:majorFont>
      <a:minorFont>
        <a:latin typeface="Arial"/>
        <a:ea typeface="微软雅黑"/>
        <a:cs typeface="Arial"/>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r="http://schemas.openxmlformats.org/officeDocument/2006/relationships"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Calibri Light"/>
        <a:cs typeface="Arial"/>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Calibri"/>
        <a:cs typeface="Arial"/>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r="http://schemas.openxmlformats.org/officeDocument/2006/relationships"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Calibri Light"/>
        <a:cs typeface="Arial"/>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Calibri"/>
        <a:cs typeface="Arial"/>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vt="http://schemas.openxmlformats.org/officeDocument/2006/docPropsVTypes" xmlns="http://schemas.openxmlformats.org/officeDocument/2006/extended-properties">
  <Company>学科网</Company>
  <Paragraphs>24</Paragraphs>
  <Slides>11</Slides>
  <Notes>10</Notes>
  <TotalTime>0</TotalTime>
  <HiddenSlides>0</HiddenSlides>
  <MMClips>0</MMClips>
  <ScaleCrop>0</ScaleCrop>
  <HeadingPairs>
    <vt:vector baseType="variant" size="6">
      <vt:variant>
        <vt:lpstr>Fonts used</vt:lpstr>
      </vt:variant>
      <vt:variant>
        <vt:i4>7</vt:i4>
      </vt:variant>
      <vt:variant>
        <vt:lpstr>Theme</vt:lpstr>
      </vt:variant>
      <vt:variant>
        <vt:i4>1</vt:i4>
      </vt:variant>
      <vt:variant>
        <vt:lpstr>Slide Titles</vt:lpstr>
      </vt:variant>
      <vt:variant>
        <vt:i4>11</vt:i4>
      </vt:variant>
    </vt:vector>
  </HeadingPairs>
  <TitlesOfParts>
    <vt:vector baseType="lpstr" size="19">
      <vt:lpstr>Arial</vt:lpstr>
      <vt:lpstr>微软雅黑</vt:lpstr>
      <vt:lpstr>Wingdings</vt:lpstr>
      <vt:lpstr>Calibri Light</vt:lpstr>
      <vt:lpstr>Calibri</vt:lpstr>
      <vt:lpstr>Times New Roman</vt:lpstr>
      <vt:lpstr>宋体</vt:lpstr>
      <vt:lpstr>WPS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0</LinksUpToDate>
  <SharedDoc>0</SharedDoc>
  <HyperlinksChanged>0</HyperlinksChanged>
  <Application>Aspose.Slides for Java</Application>
  <AppVersion>23.0300</AppVersion>
</Properties>
</file>

<file path=docProps/core.xml><?xml version="1.0" encoding="utf-8"?>
<cp:coreProperties xmlns:dc="http://purl.org/dc/elements/1.1/" xmlns:dcterms="http://purl.org/dc/terms/" xmlns:dcmitype="http://purl.org/dc/dcmitype/" xmlns:xsi="http://www.w3.org/2001/XMLSchema-instance" xmlns:cp="http://schemas.openxmlformats.org/package/2006/metadata/core-properties">
  <dc:creator>rbm.xkw.com</dc:creator>
  <cp:revision>1</cp:revision>
  <cp:lastPrinted>2024-05-30T10:35:33.256</cp:lastPrinted>
  <dcterms:created xsi:type="dcterms:W3CDTF">2024-05-30T10:35:33Z</dcterms:created>
  <dcterms:modified xsi:type="dcterms:W3CDTF">2024-05-30T02:35:33Z</dcterms:modified>
</cp:coreProperties>
</file>

<file path=docProps/custom.xml><?xml version="1.0" encoding="utf-8"?>
<Properties xmlns:vt="http://schemas.openxmlformats.org/officeDocument/2006/docPropsVTypes" xmlns="http://schemas.openxmlformats.org/officeDocument/2006/custom-properties">
  <property fmtid="{D5CDD505-2E9C-101B-9397-08002B2CF9AE}" pid="2" name="album">
    <vt:lpwstr>rbm.xkw.com</vt:lpwstr>
  </property>
  <property fmtid="{D5CDD505-2E9C-101B-9397-08002B2CF9AE}" pid="3" name="author">
    <vt:lpwstr>rbm.xkw.com</vt:lpwstr>
  </property>
  <property fmtid="{D5CDD505-2E9C-101B-9397-08002B2CF9AE}" pid="4" name="company">
    <vt:lpwstr>学科网</vt:lpwstr>
  </property>
  <property fmtid="{D5CDD505-2E9C-101B-9397-08002B2CF9AE}" pid="5" name="copyright">
    <vt:lpwstr>学科网版权所有</vt:lpwstr>
  </property>
</Properties>
</file>