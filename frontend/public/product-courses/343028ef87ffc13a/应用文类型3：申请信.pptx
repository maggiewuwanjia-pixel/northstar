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tags" Target="tags/tag1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file:///D:\qq&#25991;&#20214;\712321467\Image\C2C\Image2\%7b75232B38-A165-1FB7-499C-2E1C792CACB5%7d.png" TargetMode="External" /><Relationship Id="rId3" Type="http://schemas.openxmlformats.org/officeDocument/2006/relationships/image" Target="../media/image1.png" /><Relationship Id="rId4" Type="http://schemas.openxmlformats.org/officeDocument/2006/relationships/image" Target="../media/image2.jpeg" /><Relationship Id="rId5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3" r:link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95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7pPr>
      <a:lvl8pPr marL="13709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8pPr>
      <a:lvl9pPr marL="18281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198000"/>
        </a:spcBef>
        <a:spcAft>
          <a:spcPct val="0"/>
        </a:spcAft>
        <a:buFont typeface="Arial" panose="020b0604020202020204" pitchFamily="34" charset="0"/>
        <a:buChar char="•"/>
        <a:defRPr sz="284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380">
          <a:solidFill>
            <a:schemeClr val="tx1"/>
          </a:solidFill>
          <a:latin typeface="+mn-lt"/>
          <a:ea typeface="+mn-ea"/>
        </a:defRPr>
      </a:lvl2pPr>
      <a:lvl3pPr marL="114427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105">
          <a:solidFill>
            <a:schemeClr val="tx1"/>
          </a:solidFill>
          <a:latin typeface="+mn-lt"/>
          <a:ea typeface="+mn-ea"/>
        </a:defRPr>
      </a:lvl3pPr>
      <a:lvl4pPr marL="1598930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613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26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053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70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366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3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490072" y="1910884"/>
            <a:ext cx="1170166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4000" kern="100">
                <a:latin typeface="Times New Roman" panose="02020603050405020304" pitchFamily="18" charset="0"/>
                <a:ea typeface="宋体" panose="02010600030101010101" pitchFamily="2" charset="-122"/>
              </a:rPr>
              <a:t>申请信</a:t>
            </a:r>
            <a:endParaRPr lang="zh-CN" altLang="zh-CN" sz="4000" kern="1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【试题探究】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暑假在伦敦学习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得知当地美术馆要举办中国画展览。请写一封信申请做志愿者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内容包括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写信目的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个人优势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/>
              </a:rPr>
              <a:t>能做的事情。</a:t>
            </a:r>
            <a:endParaRPr lang="zh-CN" altLang="en-US" sz="25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审题布局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1230557" y="1868017"/>
          <a:ext cx="9676765" cy="3524250"/>
        </p:xfrm>
        <a:graphic>
          <a:graphicData uri="http://schemas.openxmlformats.org/drawingml/2006/table">
            <a:tbl>
              <a:tblPr firstRow="1" firstCol="1" bandRow="1"/>
              <a:tblGrid>
                <a:gridCol w="1572895"/>
                <a:gridCol w="8103870"/>
              </a:tblGrid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 型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申请信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 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第一人称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(I)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 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一般现在时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一般将来时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212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要 点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写信目的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个人优势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能做的事情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6" y="641470"/>
            <a:ext cx="12684827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巧饰亮点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自我介绍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写信目的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我是来自中国的学生李华。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一个来自中国的学生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暑假期间在伦敦学习。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Li Hua, a student from China,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1483442" y="2467658"/>
            <a:ext cx="586832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 am Li Hua, a student from China.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4618138" y="3641810"/>
            <a:ext cx="757386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who is studying in London during the summer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294952" y="4209788"/>
            <a:ext cx="135982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holiday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41470"/>
            <a:ext cx="12525395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个人优势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我的英语说得非常流畅。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I speak English fluently.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我英语说得很流利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这使我可以毫无困难地与来访者交流。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补充细节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speak English fluently,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能做的事情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我认为我有资格成为一名志愿者。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think I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215216" y="3048921"/>
            <a:ext cx="854291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which allows me to communicate with visitors without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-318865" y="3641810"/>
            <a:ext cx="277677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difficulty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1286371" y="5397226"/>
            <a:ext cx="475117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am qualified to be a volunteer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衔接成篇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Sir,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Li Hua, a student from China, who is studying in London during the summer holiday. Knowing an exhibition of Chinese paintings will be held at the local gallery next month, I am writing to apply to become a volunteer.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have the following advantages. First of all, I speak English fluently, which allows me to communicate with visitors without difficulty. Second, as a Chinese painting lover, I know a lot about this art form. If accepted, I can introduce Chinese painting skills to visitors, helping them know more about Chinese culture.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585700" y="123063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think I am qualified to be a volunteer. I would be grateful if you could give me a chance.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【句式储备】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自我介绍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点明主题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I’m writing in the hope that I can obtain an opportunity to be the one of the volunteers.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我写这封信是希望我能有机会成为其中的一名志愿者。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Learning that volunteers are needed/wanted/recruited to offer service to the coming international students, I am writing to apply for a chance.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得知贵处招募志愿者为即将到来的国际学生提供服务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我写信申请一个机会。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陈述优势和特长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So good at English am I that I can communicate with others fluently and accurately.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我英语好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可以流畅地、准确地与他人交流。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As an outgoing and patient boy, I always find myself getting along well with others.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我是一个外向且有耐心的男生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善于与人友好相处。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Young boy as I am, I have rich/ample/adequate/sufficient experience in activities of this kind.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我虽然年轻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但在这种活动方面颇有经验。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结</a:t>
            </a:r>
            <a:r>
              <a:rPr lang="zh-CN" altLang="en-US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尾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表示感谢和希望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Hopefully, you will kindly consider my application, and a reply at your earliest convenience will be fully appreciated.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希望您能考虑我的申请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如能尽快回复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我将不胜感激。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I’d appreciate it if you could give me the opportunity.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如果您能给我这个机会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我将不胜感激。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你校英语协会招聘志愿者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接待来访的国外中学生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请你写信应聘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内容包括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口语能力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 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相关经验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 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应聘目的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【参考范文】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Sir or Madam,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Li Hua, a student coming from Grade 3. Learning that volunteers are needed/wanted/recruited to offer service to the coming international students, I am writing to apply for a chance.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First, having been learning English for many years, I am now able to communicate with foreigners fluently. Second, so much related experience did I have that I can cope with emergencies. I have a keen passion for this voluntary service, in which case, not only can I improve my overall competence, but also I can cultivate a multicultural perspective.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Hopefully, you will kindly consider my sincere application, and a reply at your earliest convenience will be fully appreciated.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4_Office 主题​​">
  <a:themeElements>
    <a:clrScheme name="Office 主题​​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​​">
      <a:majorFont>
        <a:latin typeface="等线 Light"/>
        <a:ea typeface="宋体"/>
        <a:cs typeface="Arial"/>
      </a:majorFont>
      <a:minorFont>
        <a:latin typeface="等线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64</Paragraphs>
  <Slides>13</Slides>
  <Notes>13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21">
      <vt:lpstr>Arial</vt:lpstr>
      <vt:lpstr>等线 Light</vt:lpstr>
      <vt:lpstr>宋体</vt:lpstr>
      <vt:lpstr>等线</vt:lpstr>
      <vt:lpstr>Calibri Light</vt:lpstr>
      <vt:lpstr>Calibri</vt:lpstr>
      <vt:lpstr>Times New Roman</vt:lpstr>
      <vt:lpstr>4_Office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2024-05-28T18:06:05.712</cp:lastPrinted>
  <dcterms:created xsi:type="dcterms:W3CDTF">2024-05-28T18:06:05Z</dcterms:created>
  <dcterms:modified xsi:type="dcterms:W3CDTF">2024-05-28T10:06:05Z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