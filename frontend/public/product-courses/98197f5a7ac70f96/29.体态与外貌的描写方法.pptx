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Default Extension="wdp" ContentType="image/vnd.ms-photo"/>
  <Default Extension="svg" ContentType="image/svg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Java 23.3-->
<p:presentation xmlns:r="http://schemas.openxmlformats.org/officeDocument/2006/relationships" xmlns:a="http://schemas.openxmlformats.org/drawingml/2006/main" xmlns:p="http://schemas.openxmlformats.org/presentationml/2006/main" embedTrueTypeFonts="1">
  <p:sldMasterIdLst>
    <p:sldMasterId id="2147483648" r:id="rId1"/>
  </p:sldMasterIdLst>
  <p:notesMasterIdLst>
    <p:notesMasterId r:id="rId2"/>
  </p:notesMasterIdLst>
  <p:sldIdLst>
    <p:sldId id="414" r:id="rId3"/>
    <p:sldId id="417" r:id="rId4"/>
    <p:sldId id="418" r:id="rId5"/>
    <p:sldId id="419" r:id="rId6"/>
    <p:sldId id="420" r:id="rId7"/>
    <p:sldId id="421" r:id="rId8"/>
    <p:sldId id="422" r:id="rId9"/>
    <p:sldId id="423" r:id="rId10"/>
    <p:sldId id="424" r:id="rId11"/>
    <p:sldId id="425" r:id="rId12"/>
    <p:sldId id="426" r:id="rId13"/>
    <p:sldId id="427" r:id="rId14"/>
    <p:sldId id="428" r:id="rId15"/>
    <p:sldId id="429" r:id="rId16"/>
    <p:sldId id="430" r:id="rId17"/>
    <p:sldId id="431" r:id="rId18"/>
    <p:sldId id="432" r:id="rId19"/>
    <p:sldId id="433" r:id="rId20"/>
    <p:sldId id="434" r:id="rId21"/>
    <p:sldId id="435" r:id="rId22"/>
  </p:sldIdLst>
  <p:sldSz cx="12192000" cy="6858000"/>
  <p:notesSz cx="6797675" cy="9928225"/>
  <p:embeddedFontLst>
    <p:embeddedFont>
      <p:font typeface="仿宋" panose="02010609060101010101" charset="-122"/>
      <p:regular r:id="rId24"/>
    </p:embeddedFont>
    <p:embeddedFont>
      <p:font typeface="微软雅黑" panose="020B0503020204020204" charset="-122"/>
      <p:regular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Segoe Print" panose="02000600000000000000" charset="0"/>
      <p:regular r:id="rId30"/>
      <p:bold r:id="rId31"/>
    </p:embeddedFont>
    <p:embeddedFont>
      <p:font typeface="Book Antiqua" panose="02040602050305030304" pitchFamily="18" charset="0"/>
      <p:regular r:id="rId32"/>
      <p:bold r:id="rId33"/>
      <p:italic r:id="rId34"/>
      <p:boldItalic r:id="rId35"/>
    </p:embeddedFont>
  </p:embeddedFontLst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39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138" y="294"/>
      </p:cViewPr>
      <p:guideLst>
        <p:guide orient="horz" pos="2228"/>
        <p:guide pos="393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tags" Target="tags/tag104.xml" /><Relationship Id="rId24" Type="http://schemas.openxmlformats.org/officeDocument/2006/relationships/font" Target="fonts/font1.fntdata" /><Relationship Id="rId25" Type="http://schemas.openxmlformats.org/officeDocument/2006/relationships/font" Target="fonts/font2.fntdata" /><Relationship Id="rId26" Type="http://schemas.openxmlformats.org/officeDocument/2006/relationships/font" Target="fonts/font3.fntdata" /><Relationship Id="rId27" Type="http://schemas.openxmlformats.org/officeDocument/2006/relationships/font" Target="fonts/font4.fntdata" /><Relationship Id="rId28" Type="http://schemas.openxmlformats.org/officeDocument/2006/relationships/font" Target="fonts/font5.fntdata" /><Relationship Id="rId29" Type="http://schemas.openxmlformats.org/officeDocument/2006/relationships/font" Target="fonts/font6.fntdata" /><Relationship Id="rId3" Type="http://schemas.openxmlformats.org/officeDocument/2006/relationships/slide" Target="slides/slide1.xml" /><Relationship Id="rId30" Type="http://schemas.openxmlformats.org/officeDocument/2006/relationships/font" Target="fonts/font7.fntdata" /><Relationship Id="rId31" Type="http://schemas.openxmlformats.org/officeDocument/2006/relationships/font" Target="fonts/font8.fntdata" /><Relationship Id="rId32" Type="http://schemas.openxmlformats.org/officeDocument/2006/relationships/font" Target="fonts/font9.fntdata" /><Relationship Id="rId33" Type="http://schemas.openxmlformats.org/officeDocument/2006/relationships/font" Target="fonts/font10.fntdata" /><Relationship Id="rId34" Type="http://schemas.openxmlformats.org/officeDocument/2006/relationships/font" Target="fonts/font11.fntdata" /><Relationship Id="rId35" Type="http://schemas.openxmlformats.org/officeDocument/2006/relationships/font" Target="fonts/font12.fntdata" /><Relationship Id="rId36" Type="http://schemas.openxmlformats.org/officeDocument/2006/relationships/presProps" Target="presProps.xml" /><Relationship Id="rId37" Type="http://schemas.openxmlformats.org/officeDocument/2006/relationships/viewProps" Target="viewProps.xml" /><Relationship Id="rId38" Type="http://schemas.openxmlformats.org/officeDocument/2006/relationships/theme" Target="theme/theme1.xml" /><Relationship Id="rId39" Type="http://schemas.openxmlformats.org/officeDocument/2006/relationships/tableStyles" Target="tableStyles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diagrams/_rels/data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jpeg" /><Relationship Id="rId2" Type="http://schemas.openxmlformats.org/officeDocument/2006/relationships/image" Target="../media/image17.jpeg" /><Relationship Id="rId3" Type="http://schemas.openxmlformats.org/officeDocument/2006/relationships/image" Target="../media/image18.jpeg" /><Relationship Id="rId4" Type="http://schemas.openxmlformats.org/officeDocument/2006/relationships/image" Target="../media/image19.png" /><Relationship Id="rId5" Type="http://schemas.openxmlformats.org/officeDocument/2006/relationships/image" Target="../media/image20.jpeg" /><Relationship Id="rId6" Type="http://schemas.openxmlformats.org/officeDocument/2006/relationships/image" Target="../media/image21.jpeg" /></Relationships>
</file>

<file path=ppt/diagrams/_rels/data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jpeg" /><Relationship Id="rId2" Type="http://schemas.openxmlformats.org/officeDocument/2006/relationships/image" Target="../media/image23.jpeg" /><Relationship Id="rId3" Type="http://schemas.openxmlformats.org/officeDocument/2006/relationships/image" Target="../media/image24.jpeg" /><Relationship Id="rId4" Type="http://schemas.openxmlformats.org/officeDocument/2006/relationships/image" Target="../media/image25.jpeg" /><Relationship Id="rId5" Type="http://schemas.openxmlformats.org/officeDocument/2006/relationships/image" Target="../media/image26.jpeg" /><Relationship Id="rId6" Type="http://schemas.openxmlformats.org/officeDocument/2006/relationships/image" Target="../media/image27.jpeg" /><Relationship Id="rId7" Type="http://schemas.openxmlformats.org/officeDocument/2006/relationships/image" Target="../media/image28.jpeg" /></Relationships>
</file>

<file path=ppt/diagrams/_rels/data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9.png" /><Relationship Id="rId2" Type="http://schemas.openxmlformats.org/officeDocument/2006/relationships/image" Target="../media/image30.jpeg" /><Relationship Id="rId3" Type="http://schemas.openxmlformats.org/officeDocument/2006/relationships/image" Target="../media/image31.png" /><Relationship Id="rId4" Type="http://schemas.openxmlformats.org/officeDocument/2006/relationships/image" Target="../media/image32.png" /><Relationship Id="rId5" Type="http://schemas.openxmlformats.org/officeDocument/2006/relationships/image" Target="../media/image33.jpeg" /></Relationships>
</file>

<file path=ppt/diagrams/_rels/data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jpeg" /><Relationship Id="rId2" Type="http://schemas.openxmlformats.org/officeDocument/2006/relationships/image" Target="../media/image35.jpeg" /><Relationship Id="rId3" Type="http://schemas.openxmlformats.org/officeDocument/2006/relationships/image" Target="../media/image36.jpeg" /><Relationship Id="rId4" Type="http://schemas.openxmlformats.org/officeDocument/2006/relationships/image" Target="../media/image37.jpeg" /><Relationship Id="rId5" Type="http://schemas.openxmlformats.org/officeDocument/2006/relationships/image" Target="../media/image38.jpeg" /><Relationship Id="rId6" Type="http://schemas.openxmlformats.org/officeDocument/2006/relationships/image" Target="../media/image39.jpeg" /><Relationship Id="rId7" Type="http://schemas.openxmlformats.org/officeDocument/2006/relationships/image" Target="../media/image40.jpeg" /></Relationships>
</file>

<file path=ppt/diagrams/_rels/drawing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jpeg" /><Relationship Id="rId2" Type="http://schemas.openxmlformats.org/officeDocument/2006/relationships/image" Target="../media/image17.jpeg" /><Relationship Id="rId3" Type="http://schemas.openxmlformats.org/officeDocument/2006/relationships/image" Target="../media/image18.jpeg" /><Relationship Id="rId4" Type="http://schemas.openxmlformats.org/officeDocument/2006/relationships/image" Target="../media/image19.png" /><Relationship Id="rId5" Type="http://schemas.openxmlformats.org/officeDocument/2006/relationships/image" Target="../media/image20.jpeg" /><Relationship Id="rId6" Type="http://schemas.openxmlformats.org/officeDocument/2006/relationships/image" Target="../media/image21.jpeg" /></Relationships>
</file>

<file path=ppt/diagrams/_rels/drawing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jpeg" /><Relationship Id="rId2" Type="http://schemas.openxmlformats.org/officeDocument/2006/relationships/image" Target="../media/image23.jpeg" /><Relationship Id="rId3" Type="http://schemas.openxmlformats.org/officeDocument/2006/relationships/image" Target="../media/image24.jpeg" /><Relationship Id="rId4" Type="http://schemas.openxmlformats.org/officeDocument/2006/relationships/image" Target="../media/image25.jpeg" /><Relationship Id="rId5" Type="http://schemas.openxmlformats.org/officeDocument/2006/relationships/image" Target="../media/image26.jpeg" /><Relationship Id="rId6" Type="http://schemas.openxmlformats.org/officeDocument/2006/relationships/image" Target="../media/image27.jpeg" /><Relationship Id="rId7" Type="http://schemas.openxmlformats.org/officeDocument/2006/relationships/image" Target="../media/image28.jpeg" /></Relationships>
</file>

<file path=ppt/diagrams/_rels/drawing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9.png" /><Relationship Id="rId2" Type="http://schemas.openxmlformats.org/officeDocument/2006/relationships/image" Target="../media/image30.jpeg" /><Relationship Id="rId3" Type="http://schemas.openxmlformats.org/officeDocument/2006/relationships/image" Target="../media/image31.png" /><Relationship Id="rId4" Type="http://schemas.openxmlformats.org/officeDocument/2006/relationships/image" Target="../media/image32.png" /><Relationship Id="rId5" Type="http://schemas.openxmlformats.org/officeDocument/2006/relationships/image" Target="../media/image33.jpeg" /></Relationships>
</file>

<file path=ppt/diagrams/_rels/drawing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jpeg" /><Relationship Id="rId2" Type="http://schemas.openxmlformats.org/officeDocument/2006/relationships/image" Target="../media/image35.jpeg" /><Relationship Id="rId3" Type="http://schemas.openxmlformats.org/officeDocument/2006/relationships/image" Target="../media/image36.jpeg" /><Relationship Id="rId4" Type="http://schemas.openxmlformats.org/officeDocument/2006/relationships/image" Target="../media/image37.jpeg" /><Relationship Id="rId5" Type="http://schemas.openxmlformats.org/officeDocument/2006/relationships/image" Target="../media/image38.jpeg" /><Relationship Id="rId6" Type="http://schemas.openxmlformats.org/officeDocument/2006/relationships/image" Target="../media/image39.jpeg" /><Relationship Id="rId7" Type="http://schemas.openxmlformats.org/officeDocument/2006/relationships/image" Target="../media/image40.jpeg" /></Relationships>
</file>

<file path=ppt/diagrams/colors1.xml><?xml version="1.0" encoding="utf-8"?>
<dgm:colorsDef xmlns:a="http://schemas.openxmlformats.org/drawingml/2006/main" xmlns:dgm="http://schemas.openxmlformats.org/drawingml/2006/diagram" uniqueId="urn:microsoft.com/office/officeart/2005/8/colors/accent1_2#3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a="http://schemas.openxmlformats.org/drawingml/2006/main" xmlns:dgm="http://schemas.openxmlformats.org/drawingml/2006/diagram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a="http://schemas.openxmlformats.org/drawingml/2006/main" xmlns:dgm="http://schemas.openxmlformats.org/drawingml/2006/diagram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a="http://schemas.openxmlformats.org/drawingml/2006/main" xmlns:dgm="http://schemas.openxmlformats.org/drawingml/2006/diagram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dgm="http://schemas.openxmlformats.org/drawingml/2006/diagram">
  <dgm:ptLst>
    <dgm:pt modelId="{86AAC0EC-B405-44E6-BE53-7E8300CA2E46}" type="doc">
      <dgm:prSet loTypeId="urn:microsoft.com/office/officeart/2008/layout/AccentedPicture#1" loCatId="picture" qsTypeId="urn:microsoft.com/office/officeart/2005/8/quickstyle/simple1#4" qsCatId="simple" csTypeId="urn:microsoft.com/office/officeart/2005/8/colors/accent1_2#3" csCatId="accent1" phldr="1"/>
      <dgm:spPr/>
      <dgm:t>
        <a:bodyPr/>
        <a:lstStyle/>
        <a:p>
          <a:endParaRPr lang="zh-CN" altLang="en-US"/>
        </a:p>
      </dgm:t>
    </dgm:pt>
    <dgm:pt modelId="{10B059F8-FBEB-4349-910F-A7EA957B3171}" type="parTrans" cxnId="{F195415E-99F9-4E06-85FC-ACF2E785ECB1}">
      <dgm:prSet/>
      <dgm:spPr/>
      <dgm:t>
        <a:bodyPr/>
        <a:lstStyle/>
        <a:p>
          <a:endParaRPr lang="zh-CN" altLang="en-US"/>
        </a:p>
      </dgm:t>
    </dgm:pt>
    <dgm:pt modelId="{DF22810A-3678-4FDE-B2D2-FAD6D43FC96C}">
      <dgm:prSet custT="1"/>
      <dgm:spPr>
        <a:noFill/>
        <a:ln>
          <a:noFill/>
        </a:ln>
      </dgm:spPr>
      <dgm:t>
        <a:bodyPr/>
        <a:lstStyle/>
        <a:p>
          <a:pPr rtl="0"/>
          <a:endParaRPr lang="zh-CN" sz="6500"/>
        </a:p>
      </dgm:t>
    </dgm:pt>
    <dgm:pt modelId="{E27618A4-F843-447B-9D51-82A108909C4B}" type="sibTrans" cxnId="{F195415E-99F9-4E06-85FC-ACF2E785ECB1}">
      <dgm:prSet/>
      <dgm:spPr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25000" r="-25000"/>
          </a:stretch>
        </a:blipFill>
      </dgm:spPr>
      <dgm:t>
        <a:bodyPr/>
        <a:lstStyle/>
        <a:p>
          <a:endParaRPr lang="zh-CN" altLang="en-US"/>
        </a:p>
      </dgm:t>
    </dgm:pt>
    <dgm:pt modelId="{837E62AF-1A2A-4C08-AB03-C1FAEB7EE44E}" type="parTrans" cxnId="{BF92DEF0-3365-4366-A1DE-CD20AC5904B9}">
      <dgm:prSet/>
      <dgm:spPr/>
      <dgm:t>
        <a:bodyPr/>
        <a:lstStyle/>
        <a:p>
          <a:endParaRPr lang="zh-CN" altLang="en-US"/>
        </a:p>
      </dgm:t>
    </dgm:pt>
    <dgm:pt modelId="{EC5BDF8E-6B11-4528-B2F7-A995EA76D6BF}">
      <dgm:prSet custT="1"/>
      <dgm:spPr/>
      <dgm:t>
        <a:bodyPr/>
        <a:lstStyle/>
        <a:p>
          <a:pPr rtl="0"/>
          <a:r>
            <a:rPr lang="en-US" sz="4000"/>
            <a:t>Toddler </a:t>
          </a:r>
          <a:endParaRPr lang="zh-CN" sz="6500"/>
        </a:p>
      </dgm:t>
    </dgm:pt>
    <dgm:pt modelId="{0E7C9B02-52D8-4F16-B971-4738AECCCBFE}" type="sibTrans" cxnId="{BF92DEF0-3365-4366-A1DE-CD20AC5904B9}">
      <dgm:prSet/>
      <dgm:spPr/>
      <dgm:t>
        <a:bodyPr/>
        <a:lstStyle/>
        <a:p>
          <a:endParaRPr lang="zh-CN" altLang="en-US"/>
        </a:p>
      </dgm:t>
    </dgm:pt>
    <dgm:pt modelId="{2D742C27-B381-4E11-9FCF-F44AB8556182}" type="parTrans" cxnId="{8BC7F268-A9F1-4532-A98E-1222FCB1914B}">
      <dgm:prSet/>
      <dgm:spPr/>
      <dgm:t>
        <a:bodyPr/>
        <a:lstStyle/>
        <a:p>
          <a:endParaRPr lang="zh-CN" altLang="en-US"/>
        </a:p>
      </dgm:t>
    </dgm:pt>
    <dgm:pt modelId="{FB44DC43-69CD-411E-A4F3-D89384BFDFE8}">
      <dgm:prSet custT="1"/>
      <dgm:spPr/>
      <dgm:t>
        <a:bodyPr/>
        <a:lstStyle/>
        <a:p>
          <a:pPr rtl="0"/>
          <a:r>
            <a:rPr lang="en-US" sz="4000"/>
            <a:t>Child</a:t>
          </a:r>
          <a:endParaRPr lang="zh-CN" sz="6500"/>
        </a:p>
      </dgm:t>
    </dgm:pt>
    <dgm:pt modelId="{E3813B1A-4B0D-48D4-9E1C-41A6C3778D06}" type="sibTrans" cxnId="{8BC7F268-A9F1-4532-A98E-1222FCB1914B}">
      <dgm:prSet/>
      <dgm:spPr/>
      <dgm:t>
        <a:bodyPr/>
        <a:lstStyle/>
        <a:p>
          <a:endParaRPr lang="zh-CN" altLang="en-US"/>
        </a:p>
      </dgm:t>
    </dgm:pt>
    <dgm:pt modelId="{CECBB290-7C70-483C-A4E6-63F6C8A34B60}" type="parTrans" cxnId="{664EB8FD-D16F-4EF4-9290-A03C58FE3BF5}">
      <dgm:prSet/>
      <dgm:spPr/>
      <dgm:t>
        <a:bodyPr/>
        <a:lstStyle/>
        <a:p>
          <a:endParaRPr lang="zh-CN" altLang="en-US"/>
        </a:p>
      </dgm:t>
    </dgm:pt>
    <dgm:pt modelId="{ECDD28FA-22FC-4FB7-92C2-D92E56BF616F}">
      <dgm:prSet custT="1"/>
      <dgm:spPr/>
      <dgm:t>
        <a:bodyPr/>
        <a:lstStyle/>
        <a:p>
          <a:pPr rtl="0"/>
          <a:r>
            <a:rPr lang="en-US" sz="4000"/>
            <a:t>Teenager/youngster</a:t>
          </a:r>
          <a:endParaRPr lang="zh-CN" sz="6500"/>
        </a:p>
      </dgm:t>
    </dgm:pt>
    <dgm:pt modelId="{F4BF8E73-E0A0-43CF-9C7E-0E70CDDFB59C}" type="sibTrans" cxnId="{664EB8FD-D16F-4EF4-9290-A03C58FE3BF5}">
      <dgm:prSet/>
      <dgm:spPr/>
      <dgm:t>
        <a:bodyPr/>
        <a:lstStyle/>
        <a:p>
          <a:endParaRPr lang="zh-CN" altLang="en-US"/>
        </a:p>
      </dgm:t>
    </dgm:pt>
    <dgm:pt modelId="{C1D8A7EC-46AD-4B51-87B4-C9A9DE7A05EF}" type="parTrans" cxnId="{DADBEAEB-A43E-41CE-BCA2-39127E2092BD}">
      <dgm:prSet/>
      <dgm:spPr/>
      <dgm:t>
        <a:bodyPr/>
        <a:lstStyle/>
        <a:p>
          <a:endParaRPr lang="zh-CN" altLang="en-US"/>
        </a:p>
      </dgm:t>
    </dgm:pt>
    <dgm:pt modelId="{0EC9ED20-B1D8-4B31-A5CF-7FB990DF02B1}">
      <dgm:prSet custT="1"/>
      <dgm:spPr/>
      <dgm:t>
        <a:bodyPr/>
        <a:lstStyle/>
        <a:p>
          <a:pPr rtl="0"/>
          <a:r>
            <a:rPr lang="en-US" sz="4000"/>
            <a:t>Middle-aged</a:t>
          </a:r>
          <a:endParaRPr lang="zh-CN" sz="6500"/>
        </a:p>
      </dgm:t>
    </dgm:pt>
    <dgm:pt modelId="{EB15A9B7-1796-43F9-95EE-3473581CCD5D}" type="sibTrans" cxnId="{DADBEAEB-A43E-41CE-BCA2-39127E2092BD}">
      <dgm:prSet/>
      <dgm:spPr/>
      <dgm:t>
        <a:bodyPr/>
        <a:lstStyle/>
        <a:p>
          <a:endParaRPr lang="zh-CN" altLang="en-US"/>
        </a:p>
      </dgm:t>
    </dgm:pt>
    <dgm:pt modelId="{AADD8932-23B3-4BEC-B02E-115E9DD074F0}" type="parTrans" cxnId="{EC37D6A5-977C-4275-943F-6C78FFB873A4}">
      <dgm:prSet/>
      <dgm:spPr/>
      <dgm:t>
        <a:bodyPr/>
        <a:lstStyle/>
        <a:p>
          <a:endParaRPr lang="zh-CN" altLang="en-US"/>
        </a:p>
      </dgm:t>
    </dgm:pt>
    <dgm:pt modelId="{E5E0437E-6628-4F46-B357-9B2F5B54AFD2}">
      <dgm:prSet custT="1"/>
      <dgm:spPr/>
      <dgm:t>
        <a:bodyPr/>
        <a:lstStyle/>
        <a:p>
          <a:pPr rtl="0"/>
          <a:r>
            <a:rPr lang="en-US" sz="4000"/>
            <a:t>Senior/old </a:t>
          </a:r>
          <a:endParaRPr lang="zh-CN" sz="6500"/>
        </a:p>
      </dgm:t>
    </dgm:pt>
    <dgm:pt modelId="{83FAD717-CCFA-4876-831B-BAC590C28842}" type="sibTrans" cxnId="{EC37D6A5-977C-4275-943F-6C78FFB873A4}">
      <dgm:prSet/>
      <dgm:spPr/>
      <dgm:t>
        <a:bodyPr/>
        <a:lstStyle/>
        <a:p>
          <a:endParaRPr lang="zh-CN" altLang="en-US"/>
        </a:p>
      </dgm:t>
    </dgm:pt>
    <dgm:pt modelId="{8C09BF37-DE33-4F8D-9448-DB2F3FF3A5CE}" type="pres">
      <dgm:prSet presAssocID="{86AAC0EC-B405-44E6-BE53-7E8300CA2E46}" presName="Name0">
        <dgm:presLayoutVars>
          <dgm:dir/>
        </dgm:presLayoutVars>
      </dgm:prSet>
      <dgm:spPr/>
      <dgm:t>
        <a:bodyPr/>
        <a:lstStyle/>
        <a:p/>
      </dgm:t>
    </dgm:pt>
    <dgm:pt modelId="{77BB2493-2B55-4210-8FA3-1B06AB717995}" type="pres">
      <dgm:prSet presAssocID="{E27618A4-F843-447B-9D51-82A108909C4B}" presName="picture_1" presStyleLbl="bgImgPlace1" presStyleCnt="1" custScaleX="52585" custLinFactNeighborX="-13403" custLinFactNeighborY="-420"/>
      <dgm:spPr/>
      <dgm:t>
        <a:bodyPr/>
        <a:lstStyle/>
        <a:p/>
      </dgm:t>
    </dgm:pt>
    <dgm:pt modelId="{011F828B-6A70-464B-9138-81B2CCD49F48}" type="pres">
      <dgm:prSet presAssocID="{DF22810A-3678-4FDE-B2D2-FAD6D43FC96C}" presName="text_1" presStyleLbl="node1" presStyleIdx="5" presStyleCnt="6">
        <dgm:presLayoutVars>
          <dgm:bulletEnabled val="1"/>
        </dgm:presLayoutVars>
      </dgm:prSet>
      <dgm:spPr/>
      <dgm:t>
        <a:bodyPr/>
        <a:lstStyle/>
        <a:p/>
      </dgm:t>
    </dgm:pt>
    <dgm:pt modelId="{45F291FB-C645-420B-BAD8-1D4F007EB994}" type="pres">
      <dgm:prSet presAssocID="{86AAC0EC-B405-44E6-BE53-7E8300CA2E46}" presName="linV"/>
      <dgm:spPr/>
      <dgm:t>
        <a:bodyPr/>
        <a:lstStyle/>
        <a:p/>
      </dgm:t>
    </dgm:pt>
    <dgm:pt modelId="{360BB6EE-3A70-4A4D-AC4E-15C7BA87B8D9}" type="pres">
      <dgm:prSet presAssocID="{EC5BDF8E-6B11-4528-B2F7-A995EA76D6BF}" presName="pair"/>
      <dgm:spPr/>
      <dgm:t>
        <a:bodyPr/>
        <a:lstStyle/>
        <a:p/>
      </dgm:t>
    </dgm:pt>
    <dgm:pt modelId="{73487F59-98F7-4898-9551-32C59D01D055}" type="pres">
      <dgm:prSet presAssocID="{EC5BDF8E-6B11-4528-B2F7-A995EA76D6BF}" presName="spaceH" presStyleLbl="node1" presStyleCnt="6"/>
      <dgm:spPr/>
      <dgm:t>
        <a:bodyPr/>
        <a:lstStyle/>
        <a:p/>
      </dgm:t>
    </dgm:pt>
    <dgm:pt modelId="{156EEE75-9020-4EC4-B8BF-4A0909E54BE3}" type="pres">
      <dgm:prSet presAssocID="{EC5BDF8E-6B11-4528-B2F7-A995EA76D6BF}" presName="desPictures" presStyleLbl="alignImgPlace1" presStyleCnt="5"/>
      <dgm:spPr>
        <a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t="-28000" b="-28000"/>
          </a:stretch>
        </a:blipFill>
      </dgm:spPr>
      <dgm:t>
        <a:bodyPr/>
        <a:lstStyle/>
        <a:p/>
      </dgm:t>
    </dgm:pt>
    <dgm:pt modelId="{0735DE08-95FD-4282-B0AD-6B4243A5866A}" type="pres">
      <dgm:prSet presAssocID="{EC5BDF8E-6B11-4528-B2F7-A995EA76D6BF}" presName="desTextWrapper"/>
      <dgm:spPr/>
      <dgm:t>
        <a:bodyPr/>
        <a:lstStyle/>
        <a:p/>
      </dgm:t>
    </dgm:pt>
    <dgm:pt modelId="{C069681B-8CD2-41A6-B48D-CB5E536161D0}" type="pres">
      <dgm:prSet presAssocID="{EC5BDF8E-6B11-4528-B2F7-A995EA76D6BF}" presName="desText" presStyleLbl="revTx" presStyleCnt="5">
        <dgm:presLayoutVars>
          <dgm:bulletEnabled val="1"/>
        </dgm:presLayoutVars>
      </dgm:prSet>
      <dgm:spPr/>
      <dgm:t>
        <a:bodyPr/>
        <a:lstStyle/>
        <a:p/>
      </dgm:t>
    </dgm:pt>
    <dgm:pt modelId="{85A204B1-5424-45CB-B68D-0CD8590087D5}" type="pres">
      <dgm:prSet presAssocID="{0E7C9B02-52D8-4F16-B971-4738AECCCBFE}" presName="spaceV"/>
      <dgm:spPr/>
      <dgm:t>
        <a:bodyPr/>
        <a:lstStyle/>
        <a:p/>
      </dgm:t>
    </dgm:pt>
    <dgm:pt modelId="{4EDBA13A-10FA-48A9-A957-154E39F031CB}" type="pres">
      <dgm:prSet presAssocID="{FB44DC43-69CD-411E-A4F3-D89384BFDFE8}" presName="pair"/>
      <dgm:spPr/>
      <dgm:t>
        <a:bodyPr/>
        <a:lstStyle/>
        <a:p/>
      </dgm:t>
    </dgm:pt>
    <dgm:pt modelId="{7D8E42D2-3200-437E-A7D4-17D299CEF3C7}" type="pres">
      <dgm:prSet presAssocID="{FB44DC43-69CD-411E-A4F3-D89384BFDFE8}" presName="spaceH" presStyleLbl="node1" presStyleIdx="1" presStyleCnt="6"/>
      <dgm:spPr/>
      <dgm:t>
        <a:bodyPr/>
        <a:lstStyle/>
        <a:p/>
      </dgm:t>
    </dgm:pt>
    <dgm:pt modelId="{72C47FFC-10E6-49DB-BD9A-0677EA896995}" type="pres">
      <dgm:prSet presAssocID="{FB44DC43-69CD-411E-A4F3-D89384BFDFE8}" presName="desPictures" presStyleLbl="alignImgPlace1" presStyleIdx="1" presStyleCnt="5"/>
      <dgm:spPr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t>
        <a:bodyPr/>
        <a:lstStyle/>
        <a:p/>
      </dgm:t>
    </dgm:pt>
    <dgm:pt modelId="{E20FCDB9-767B-460D-A2F9-BC821EA371FA}" type="pres">
      <dgm:prSet presAssocID="{FB44DC43-69CD-411E-A4F3-D89384BFDFE8}" presName="desTextWrapper"/>
      <dgm:spPr/>
      <dgm:t>
        <a:bodyPr/>
        <a:lstStyle/>
        <a:p/>
      </dgm:t>
    </dgm:pt>
    <dgm:pt modelId="{29F432BD-F1BB-456D-AA2F-A4A15C85C808}" type="pres">
      <dgm:prSet presAssocID="{FB44DC43-69CD-411E-A4F3-D89384BFDFE8}" presName="desText" presStyleLbl="revTx" presStyleIdx="1" presStyleCnt="5">
        <dgm:presLayoutVars>
          <dgm:bulletEnabled val="1"/>
        </dgm:presLayoutVars>
      </dgm:prSet>
      <dgm:spPr/>
      <dgm:t>
        <a:bodyPr/>
        <a:lstStyle/>
        <a:p/>
      </dgm:t>
    </dgm:pt>
    <dgm:pt modelId="{496D0944-5648-4BE6-A491-1028118F7F0E}" type="pres">
      <dgm:prSet presAssocID="{E3813B1A-4B0D-48D4-9E1C-41A6C3778D06}" presName="spaceV"/>
      <dgm:spPr/>
      <dgm:t>
        <a:bodyPr/>
        <a:lstStyle/>
        <a:p/>
      </dgm:t>
    </dgm:pt>
    <dgm:pt modelId="{F0532734-3805-470F-B4C7-84936D845595}" type="pres">
      <dgm:prSet presAssocID="{ECDD28FA-22FC-4FB7-92C2-D92E56BF616F}" presName="pair"/>
      <dgm:spPr/>
      <dgm:t>
        <a:bodyPr/>
        <a:lstStyle/>
        <a:p/>
      </dgm:t>
    </dgm:pt>
    <dgm:pt modelId="{364BDBC4-39B3-4469-AD04-C190C0301FAD}" type="pres">
      <dgm:prSet presAssocID="{ECDD28FA-22FC-4FB7-92C2-D92E56BF616F}" presName="spaceH" presStyleLbl="node1" presStyleIdx="2" presStyleCnt="6"/>
      <dgm:spPr/>
      <dgm:t>
        <a:bodyPr/>
        <a:lstStyle/>
        <a:p/>
      </dgm:t>
    </dgm:pt>
    <dgm:pt modelId="{2F6CC9E1-1B4B-47E7-819B-AB1EA2B43246}" type="pres">
      <dgm:prSet presAssocID="{ECDD28FA-22FC-4FB7-92C2-D92E56BF616F}" presName="desPictures" presStyleLbl="alignImgPlace1" presStyleIdx="2" presStyleCnt="5"/>
      <dgm:spPr>
        <a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7000" r="-7000"/>
          </a:stretch>
        </a:blipFill>
      </dgm:spPr>
      <dgm:t>
        <a:bodyPr/>
        <a:lstStyle/>
        <a:p/>
      </dgm:t>
    </dgm:pt>
    <dgm:pt modelId="{7C7887B9-8A41-4E7F-BF04-23F1CE7F230B}" type="pres">
      <dgm:prSet presAssocID="{ECDD28FA-22FC-4FB7-92C2-D92E56BF616F}" presName="desTextWrapper"/>
      <dgm:spPr/>
      <dgm:t>
        <a:bodyPr/>
        <a:lstStyle/>
        <a:p/>
      </dgm:t>
    </dgm:pt>
    <dgm:pt modelId="{86DC5328-F956-4550-8AD0-E2769258CAD5}" type="pres">
      <dgm:prSet presAssocID="{ECDD28FA-22FC-4FB7-92C2-D92E56BF616F}" presName="desText" presStyleLbl="revTx" presStyleIdx="2" presStyleCnt="5">
        <dgm:presLayoutVars>
          <dgm:bulletEnabled val="1"/>
        </dgm:presLayoutVars>
      </dgm:prSet>
      <dgm:spPr/>
      <dgm:t>
        <a:bodyPr/>
        <a:lstStyle/>
        <a:p/>
      </dgm:t>
    </dgm:pt>
    <dgm:pt modelId="{AD71878D-0167-4AB8-A0FE-1CA8D7C50E0A}" type="pres">
      <dgm:prSet presAssocID="{F4BF8E73-E0A0-43CF-9C7E-0E70CDDFB59C}" presName="spaceV"/>
      <dgm:spPr/>
      <dgm:t>
        <a:bodyPr/>
        <a:lstStyle/>
        <a:p/>
      </dgm:t>
    </dgm:pt>
    <dgm:pt modelId="{CD5E1544-2963-428B-964D-7C8DFEAED364}" type="pres">
      <dgm:prSet presAssocID="{0EC9ED20-B1D8-4B31-A5CF-7FB990DF02B1}" presName="pair"/>
      <dgm:spPr/>
      <dgm:t>
        <a:bodyPr/>
        <a:lstStyle/>
        <a:p/>
      </dgm:t>
    </dgm:pt>
    <dgm:pt modelId="{D6D4E30D-00EB-4372-96AC-745949932DD7}" type="pres">
      <dgm:prSet presAssocID="{0EC9ED20-B1D8-4B31-A5CF-7FB990DF02B1}" presName="spaceH" presStyleLbl="node1" presStyleIdx="3" presStyleCnt="6"/>
      <dgm:spPr/>
      <dgm:t>
        <a:bodyPr/>
        <a:lstStyle/>
        <a:p/>
      </dgm:t>
    </dgm:pt>
    <dgm:pt modelId="{900B8271-AF84-4519-9161-08BBB4393B1E}" type="pres">
      <dgm:prSet presAssocID="{0EC9ED20-B1D8-4B31-A5CF-7FB990DF02B1}" presName="desPictures" presStyleLbl="alignImgPlace1" presStyleIdx="3" presStyleCnt="5"/>
      <dgm:spPr>
        <a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t>
        <a:bodyPr/>
        <a:lstStyle/>
        <a:p/>
      </dgm:t>
    </dgm:pt>
    <dgm:pt modelId="{299554AC-F8A7-406F-8D16-87E594EC410D}" type="pres">
      <dgm:prSet presAssocID="{0EC9ED20-B1D8-4B31-A5CF-7FB990DF02B1}" presName="desTextWrapper"/>
      <dgm:spPr/>
      <dgm:t>
        <a:bodyPr/>
        <a:lstStyle/>
        <a:p/>
      </dgm:t>
    </dgm:pt>
    <dgm:pt modelId="{DE278388-9B97-44D6-A144-87656337144B}" type="pres">
      <dgm:prSet presAssocID="{0EC9ED20-B1D8-4B31-A5CF-7FB990DF02B1}" presName="desText" presStyleLbl="revTx" presStyleIdx="3" presStyleCnt="5">
        <dgm:presLayoutVars>
          <dgm:bulletEnabled val="1"/>
        </dgm:presLayoutVars>
      </dgm:prSet>
      <dgm:spPr/>
      <dgm:t>
        <a:bodyPr/>
        <a:lstStyle/>
        <a:p/>
      </dgm:t>
    </dgm:pt>
    <dgm:pt modelId="{1E8FC6B8-D362-40C3-9AB7-65290DF3795B}" type="pres">
      <dgm:prSet presAssocID="{EB15A9B7-1796-43F9-95EE-3473581CCD5D}" presName="spaceV"/>
      <dgm:spPr/>
      <dgm:t>
        <a:bodyPr/>
        <a:lstStyle/>
        <a:p/>
      </dgm:t>
    </dgm:pt>
    <dgm:pt modelId="{02FA515A-D7D4-4F9C-A60D-2E9140BA4CD4}" type="pres">
      <dgm:prSet presAssocID="{E5E0437E-6628-4F46-B357-9B2F5B54AFD2}" presName="pair"/>
      <dgm:spPr/>
      <dgm:t>
        <a:bodyPr/>
        <a:lstStyle/>
        <a:p/>
      </dgm:t>
    </dgm:pt>
    <dgm:pt modelId="{F9AA07BB-2C18-4CFA-BC81-1DCF5F97EF10}" type="pres">
      <dgm:prSet presAssocID="{E5E0437E-6628-4F46-B357-9B2F5B54AFD2}" presName="spaceH" presStyleLbl="node1" presStyleIdx="4" presStyleCnt="6"/>
      <dgm:spPr/>
      <dgm:t>
        <a:bodyPr/>
        <a:lstStyle/>
        <a:p/>
      </dgm:t>
    </dgm:pt>
    <dgm:pt modelId="{AF13D7B8-0D42-456D-A7BF-8F54BA7D95CF}" type="pres">
      <dgm:prSet presAssocID="{E5E0437E-6628-4F46-B357-9B2F5B54AFD2}" presName="desPictures" presStyleLbl="alignImgPlace1" presStyleIdx="4" presStyleCnt="5"/>
      <dgm:spPr>
        <a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t>
        <a:bodyPr/>
        <a:lstStyle/>
        <a:p/>
      </dgm:t>
    </dgm:pt>
    <dgm:pt modelId="{87F1EBC8-C011-4230-B9D4-590946AD0A06}" type="pres">
      <dgm:prSet presAssocID="{E5E0437E-6628-4F46-B357-9B2F5B54AFD2}" presName="desTextWrapper"/>
      <dgm:spPr/>
      <dgm:t>
        <a:bodyPr/>
        <a:lstStyle/>
        <a:p/>
      </dgm:t>
    </dgm:pt>
    <dgm:pt modelId="{4D7E54A5-F88F-4C6F-B762-0C29C297B8E5}" type="pres">
      <dgm:prSet presAssocID="{E5E0437E-6628-4F46-B357-9B2F5B54AFD2}" presName="desText" presStyleLbl="revTx" presStyleIdx="4" presStyleCnt="5">
        <dgm:presLayoutVars>
          <dgm:bulletEnabled val="1"/>
        </dgm:presLayoutVars>
      </dgm:prSet>
      <dgm:spPr/>
      <dgm:t>
        <a:bodyPr/>
        <a:lstStyle/>
        <a:p/>
      </dgm:t>
    </dgm:pt>
    <dgm:pt modelId="{28B388D2-247B-4186-B503-1C7DA5B25EB0}" type="pres">
      <dgm:prSet presAssocID="{86AAC0EC-B405-44E6-BE53-7E8300CA2E46}" presName="maxNode"/>
      <dgm:spPr/>
      <dgm:t>
        <a:bodyPr/>
        <a:lstStyle/>
        <a:p/>
      </dgm:t>
    </dgm:pt>
    <dgm:pt modelId="{886CFE33-BDCA-4B41-B4C6-0319D6A27F55}" type="pres">
      <dgm:prSet presAssocID="{86AAC0EC-B405-44E6-BE53-7E8300CA2E46}" presName="Name33"/>
      <dgm:spPr/>
      <dgm:t>
        <a:bodyPr/>
        <a:lstStyle/>
        <a:p/>
      </dgm:t>
    </dgm:pt>
  </dgm:ptLst>
  <dgm:cxnLst>
    <dgm:cxn modelId="{F195415E-99F9-4E06-85FC-ACF2E785ECB1}" srcId="{86AAC0EC-B405-44E6-BE53-7E8300CA2E46}" destId="{DF22810A-3678-4FDE-B2D2-FAD6D43FC96C}" srcOrd="0" destOrd="0" parTransId="{10B059F8-FBEB-4349-910F-A7EA957B3171}" sibTransId="{E27618A4-F843-447B-9D51-82A108909C4B}"/>
    <dgm:cxn modelId="{BF92DEF0-3365-4366-A1DE-CD20AC5904B9}" srcId="{86AAC0EC-B405-44E6-BE53-7E8300CA2E46}" destId="{EC5BDF8E-6B11-4528-B2F7-A995EA76D6BF}" srcOrd="1" destOrd="0" parTransId="{837E62AF-1A2A-4C08-AB03-C1FAEB7EE44E}" sibTransId="{0E7C9B02-52D8-4F16-B971-4738AECCCBFE}"/>
    <dgm:cxn modelId="{8BC7F268-A9F1-4532-A98E-1222FCB1914B}" srcId="{86AAC0EC-B405-44E6-BE53-7E8300CA2E46}" destId="{FB44DC43-69CD-411E-A4F3-D89384BFDFE8}" srcOrd="2" destOrd="0" parTransId="{2D742C27-B381-4E11-9FCF-F44AB8556182}" sibTransId="{E3813B1A-4B0D-48D4-9E1C-41A6C3778D06}"/>
    <dgm:cxn modelId="{664EB8FD-D16F-4EF4-9290-A03C58FE3BF5}" srcId="{86AAC0EC-B405-44E6-BE53-7E8300CA2E46}" destId="{ECDD28FA-22FC-4FB7-92C2-D92E56BF616F}" srcOrd="3" destOrd="0" parTransId="{CECBB290-7C70-483C-A4E6-63F6C8A34B60}" sibTransId="{F4BF8E73-E0A0-43CF-9C7E-0E70CDDFB59C}"/>
    <dgm:cxn modelId="{DADBEAEB-A43E-41CE-BCA2-39127E2092BD}" srcId="{86AAC0EC-B405-44E6-BE53-7E8300CA2E46}" destId="{0EC9ED20-B1D8-4B31-A5CF-7FB990DF02B1}" srcOrd="4" destOrd="0" parTransId="{C1D8A7EC-46AD-4B51-87B4-C9A9DE7A05EF}" sibTransId="{EB15A9B7-1796-43F9-95EE-3473581CCD5D}"/>
    <dgm:cxn modelId="{EC37D6A5-977C-4275-943F-6C78FFB873A4}" srcId="{86AAC0EC-B405-44E6-BE53-7E8300CA2E46}" destId="{E5E0437E-6628-4F46-B357-9B2F5B54AFD2}" srcOrd="5" destOrd="0" parTransId="{AADD8932-23B3-4BEC-B02E-115E9DD074F0}" sibTransId="{83FAD717-CCFA-4876-831B-BAC590C28842}"/>
    <dgm:cxn modelId="{1E4D6F6D-733C-48F8-827F-C17BD5323D94}" type="presOf" srcId="{86AAC0EC-B405-44E6-BE53-7E8300CA2E46}" destId="{8C09BF37-DE33-4F8D-9448-DB2F3FF3A5CE}" srcOrd="0" destOrd="0" presId="urn:microsoft.com/office/officeart/2008/layout/AccentedPicture#1"/>
    <dgm:cxn modelId="{C60135D8-D506-4466-95D7-AE64D89112EB}" type="presParOf" srcId="{8C09BF37-DE33-4F8D-9448-DB2F3FF3A5CE}" destId="{77BB2493-2B55-4210-8FA3-1B06AB717995}" srcOrd="0" destOrd="0" presId="urn:microsoft.com/office/officeart/2008/layout/AccentedPicture#1"/>
    <dgm:cxn modelId="{85B587AC-E439-4E1A-9ECA-B771E8DD8160}" type="presOf" srcId="{E27618A4-F843-447B-9D51-82A108909C4B}" destId="{77BB2493-2B55-4210-8FA3-1B06AB717995}" srcOrd="0" destOrd="0" presId="urn:microsoft.com/office/officeart/2008/layout/AccentedPicture#1"/>
    <dgm:cxn modelId="{C6AA3577-FF80-4288-998A-DB2CC9094574}" type="presParOf" srcId="{8C09BF37-DE33-4F8D-9448-DB2F3FF3A5CE}" destId="{011F828B-6A70-464B-9138-81B2CCD49F48}" srcOrd="1" destOrd="0" presId="urn:microsoft.com/office/officeart/2008/layout/AccentedPicture#1"/>
    <dgm:cxn modelId="{71B06A5A-62F4-428D-A860-7230BFF514B4}" type="presOf" srcId="{DF22810A-3678-4FDE-B2D2-FAD6D43FC96C}" destId="{011F828B-6A70-464B-9138-81B2CCD49F48}" srcOrd="0" destOrd="0" presId="urn:microsoft.com/office/officeart/2008/layout/AccentedPicture#1"/>
    <dgm:cxn modelId="{9F979ECE-57C3-4522-B8A6-0347BF10B065}" type="presParOf" srcId="{8C09BF37-DE33-4F8D-9448-DB2F3FF3A5CE}" destId="{45F291FB-C645-420B-BAD8-1D4F007EB994}" srcOrd="2" destOrd="0" presId="urn:microsoft.com/office/officeart/2008/layout/AccentedPicture#1"/>
    <dgm:cxn modelId="{A853A0B8-C402-4677-B3A0-91C53BEBD271}" type="presParOf" srcId="{45F291FB-C645-420B-BAD8-1D4F007EB994}" destId="{360BB6EE-3A70-4A4D-AC4E-15C7BA87B8D9}" srcOrd="0" destOrd="0" presId="urn:microsoft.com/office/officeart/2008/layout/AccentedPicture#1"/>
    <dgm:cxn modelId="{330AF42B-8151-44B8-97F1-03B081A7EC54}" type="presParOf" srcId="{360BB6EE-3A70-4A4D-AC4E-15C7BA87B8D9}" destId="{73487F59-98F7-4898-9551-32C59D01D055}" srcOrd="0" destOrd="0" presId="urn:microsoft.com/office/officeart/2008/layout/AccentedPicture#1"/>
    <dgm:cxn modelId="{F94B3830-1C6A-47CA-8BE8-C2B040E72F66}" type="presParOf" srcId="{360BB6EE-3A70-4A4D-AC4E-15C7BA87B8D9}" destId="{156EEE75-9020-4EC4-B8BF-4A0909E54BE3}" srcOrd="1" destOrd="0" presId="urn:microsoft.com/office/officeart/2008/layout/AccentedPicture#1"/>
    <dgm:cxn modelId="{FC09CECE-B6DC-4193-8E88-133294008C5F}" type="presParOf" srcId="{360BB6EE-3A70-4A4D-AC4E-15C7BA87B8D9}" destId="{0735DE08-95FD-4282-B0AD-6B4243A5866A}" srcOrd="2" destOrd="0" presId="urn:microsoft.com/office/officeart/2008/layout/AccentedPicture#1"/>
    <dgm:cxn modelId="{3D44377A-7E8E-4EAB-A5B8-28B194D1F18F}" type="presParOf" srcId="{0735DE08-95FD-4282-B0AD-6B4243A5866A}" destId="{C069681B-8CD2-41A6-B48D-CB5E536161D0}" srcOrd="0" destOrd="0" presId="urn:microsoft.com/office/officeart/2008/layout/AccentedPicture#1"/>
    <dgm:cxn modelId="{1F499661-D89F-42F2-9180-AB6B32676074}" type="presOf" srcId="{EC5BDF8E-6B11-4528-B2F7-A995EA76D6BF}" destId="{C069681B-8CD2-41A6-B48D-CB5E536161D0}" srcOrd="0" destOrd="0" presId="urn:microsoft.com/office/officeart/2008/layout/AccentedPicture#1"/>
    <dgm:cxn modelId="{CA1C2418-698E-4E93-BADE-656BB9ED6931}" type="presParOf" srcId="{45F291FB-C645-420B-BAD8-1D4F007EB994}" destId="{85A204B1-5424-45CB-B68D-0CD8590087D5}" srcOrd="1" destOrd="0" presId="urn:microsoft.com/office/officeart/2008/layout/AccentedPicture#1"/>
    <dgm:cxn modelId="{E3B6AADA-0729-418F-BFF3-62853E670A10}" type="presParOf" srcId="{45F291FB-C645-420B-BAD8-1D4F007EB994}" destId="{4EDBA13A-10FA-48A9-A957-154E39F031CB}" srcOrd="2" destOrd="0" presId="urn:microsoft.com/office/officeart/2008/layout/AccentedPicture#1"/>
    <dgm:cxn modelId="{94E29918-E0A7-4F44-BDBC-3A27491E6883}" type="presParOf" srcId="{4EDBA13A-10FA-48A9-A957-154E39F031CB}" destId="{7D8E42D2-3200-437E-A7D4-17D299CEF3C7}" srcOrd="0" destOrd="0" presId="urn:microsoft.com/office/officeart/2008/layout/AccentedPicture#1"/>
    <dgm:cxn modelId="{03F274FB-7092-44F4-81D9-0246FCC57EB9}" type="presParOf" srcId="{4EDBA13A-10FA-48A9-A957-154E39F031CB}" destId="{72C47FFC-10E6-49DB-BD9A-0677EA896995}" srcOrd="1" destOrd="0" presId="urn:microsoft.com/office/officeart/2008/layout/AccentedPicture#1"/>
    <dgm:cxn modelId="{F4091696-63F0-400F-8A42-8101D1D29304}" type="presParOf" srcId="{4EDBA13A-10FA-48A9-A957-154E39F031CB}" destId="{E20FCDB9-767B-460D-A2F9-BC821EA371FA}" srcOrd="2" destOrd="0" presId="urn:microsoft.com/office/officeart/2008/layout/AccentedPicture#1"/>
    <dgm:cxn modelId="{845D63D6-905E-4AEB-B74F-455EC80F5C60}" type="presParOf" srcId="{E20FCDB9-767B-460D-A2F9-BC821EA371FA}" destId="{29F432BD-F1BB-456D-AA2F-A4A15C85C808}" srcOrd="0" destOrd="0" presId="urn:microsoft.com/office/officeart/2008/layout/AccentedPicture#1"/>
    <dgm:cxn modelId="{76B677F0-9549-4A8E-83A9-3F24C1949E7C}" type="presOf" srcId="{FB44DC43-69CD-411E-A4F3-D89384BFDFE8}" destId="{29F432BD-F1BB-456D-AA2F-A4A15C85C808}" srcOrd="0" destOrd="0" presId="urn:microsoft.com/office/officeart/2008/layout/AccentedPicture#1"/>
    <dgm:cxn modelId="{82C97C44-DE4C-443C-8882-17AEC2ED90D9}" type="presParOf" srcId="{45F291FB-C645-420B-BAD8-1D4F007EB994}" destId="{496D0944-5648-4BE6-A491-1028118F7F0E}" srcOrd="3" destOrd="0" presId="urn:microsoft.com/office/officeart/2008/layout/AccentedPicture#1"/>
    <dgm:cxn modelId="{065D6CC9-15A8-494F-A88D-FE035B784676}" type="presParOf" srcId="{45F291FB-C645-420B-BAD8-1D4F007EB994}" destId="{F0532734-3805-470F-B4C7-84936D845595}" srcOrd="4" destOrd="0" presId="urn:microsoft.com/office/officeart/2008/layout/AccentedPicture#1"/>
    <dgm:cxn modelId="{651F21B5-D2BE-4D00-BF75-9FC5B3B5853B}" type="presParOf" srcId="{F0532734-3805-470F-B4C7-84936D845595}" destId="{364BDBC4-39B3-4469-AD04-C190C0301FAD}" srcOrd="0" destOrd="0" presId="urn:microsoft.com/office/officeart/2008/layout/AccentedPicture#1"/>
    <dgm:cxn modelId="{D3E004AF-C0A3-4C93-81B8-FBAB2EB624DB}" type="presParOf" srcId="{F0532734-3805-470F-B4C7-84936D845595}" destId="{2F6CC9E1-1B4B-47E7-819B-AB1EA2B43246}" srcOrd="1" destOrd="0" presId="urn:microsoft.com/office/officeart/2008/layout/AccentedPicture#1"/>
    <dgm:cxn modelId="{27E787EE-1743-4518-92C6-691D3FFBA174}" type="presParOf" srcId="{F0532734-3805-470F-B4C7-84936D845595}" destId="{7C7887B9-8A41-4E7F-BF04-23F1CE7F230B}" srcOrd="2" destOrd="0" presId="urn:microsoft.com/office/officeart/2008/layout/AccentedPicture#1"/>
    <dgm:cxn modelId="{697710C0-FD3E-4A89-9741-9CC8661237B6}" type="presParOf" srcId="{7C7887B9-8A41-4E7F-BF04-23F1CE7F230B}" destId="{86DC5328-F956-4550-8AD0-E2769258CAD5}" srcOrd="0" destOrd="0" presId="urn:microsoft.com/office/officeart/2008/layout/AccentedPicture#1"/>
    <dgm:cxn modelId="{91578F55-14DC-47A5-8A20-C376B5F943FA}" type="presOf" srcId="{ECDD28FA-22FC-4FB7-92C2-D92E56BF616F}" destId="{86DC5328-F956-4550-8AD0-E2769258CAD5}" srcOrd="0" destOrd="0" presId="urn:microsoft.com/office/officeart/2008/layout/AccentedPicture#1"/>
    <dgm:cxn modelId="{44E01FEE-5126-4252-A8E9-9B23C637161E}" type="presParOf" srcId="{45F291FB-C645-420B-BAD8-1D4F007EB994}" destId="{AD71878D-0167-4AB8-A0FE-1CA8D7C50E0A}" srcOrd="5" destOrd="0" presId="urn:microsoft.com/office/officeart/2008/layout/AccentedPicture#1"/>
    <dgm:cxn modelId="{BDBFE295-C148-491D-A2B0-7DAF4CFE71F8}" type="presParOf" srcId="{45F291FB-C645-420B-BAD8-1D4F007EB994}" destId="{CD5E1544-2963-428B-964D-7C8DFEAED364}" srcOrd="6" destOrd="0" presId="urn:microsoft.com/office/officeart/2008/layout/AccentedPicture#1"/>
    <dgm:cxn modelId="{639812C0-28B5-4195-9BBB-AE3F1F1744E5}" type="presParOf" srcId="{CD5E1544-2963-428B-964D-7C8DFEAED364}" destId="{D6D4E30D-00EB-4372-96AC-745949932DD7}" srcOrd="0" destOrd="0" presId="urn:microsoft.com/office/officeart/2008/layout/AccentedPicture#1"/>
    <dgm:cxn modelId="{786828DB-8260-4B2F-BA60-78DA8BAABA12}" type="presParOf" srcId="{CD5E1544-2963-428B-964D-7C8DFEAED364}" destId="{900B8271-AF84-4519-9161-08BBB4393B1E}" srcOrd="1" destOrd="0" presId="urn:microsoft.com/office/officeart/2008/layout/AccentedPicture#1"/>
    <dgm:cxn modelId="{EF7D2A5B-0E1E-4EA7-92A5-9725866AD4EA}" type="presParOf" srcId="{CD5E1544-2963-428B-964D-7C8DFEAED364}" destId="{299554AC-F8A7-406F-8D16-87E594EC410D}" srcOrd="2" destOrd="0" presId="urn:microsoft.com/office/officeart/2008/layout/AccentedPicture#1"/>
    <dgm:cxn modelId="{5B9DAB7F-8F25-43D8-BE7F-7D8261F3B81A}" type="presParOf" srcId="{299554AC-F8A7-406F-8D16-87E594EC410D}" destId="{DE278388-9B97-44D6-A144-87656337144B}" srcOrd="0" destOrd="0" presId="urn:microsoft.com/office/officeart/2008/layout/AccentedPicture#1"/>
    <dgm:cxn modelId="{7DF89D8F-61C4-446F-B6DC-354F90F425AF}" type="presOf" srcId="{0EC9ED20-B1D8-4B31-A5CF-7FB990DF02B1}" destId="{DE278388-9B97-44D6-A144-87656337144B}" srcOrd="0" destOrd="0" presId="urn:microsoft.com/office/officeart/2008/layout/AccentedPicture#1"/>
    <dgm:cxn modelId="{7EB5ADD1-8CCD-4FB2-8C8D-825BF4B1422D}" type="presParOf" srcId="{45F291FB-C645-420B-BAD8-1D4F007EB994}" destId="{1E8FC6B8-D362-40C3-9AB7-65290DF3795B}" srcOrd="7" destOrd="0" presId="urn:microsoft.com/office/officeart/2008/layout/AccentedPicture#1"/>
    <dgm:cxn modelId="{A547970F-A48B-471F-98D8-689592D4734E}" type="presParOf" srcId="{45F291FB-C645-420B-BAD8-1D4F007EB994}" destId="{02FA515A-D7D4-4F9C-A60D-2E9140BA4CD4}" srcOrd="8" destOrd="0" presId="urn:microsoft.com/office/officeart/2008/layout/AccentedPicture#1"/>
    <dgm:cxn modelId="{8630647C-A718-4332-BA0C-90939D369E8A}" type="presParOf" srcId="{02FA515A-D7D4-4F9C-A60D-2E9140BA4CD4}" destId="{F9AA07BB-2C18-4CFA-BC81-1DCF5F97EF10}" srcOrd="0" destOrd="0" presId="urn:microsoft.com/office/officeart/2008/layout/AccentedPicture#1"/>
    <dgm:cxn modelId="{05F799B9-CACA-426F-AA62-EC0BDB273006}" type="presParOf" srcId="{02FA515A-D7D4-4F9C-A60D-2E9140BA4CD4}" destId="{AF13D7B8-0D42-456D-A7BF-8F54BA7D95CF}" srcOrd="1" destOrd="0" presId="urn:microsoft.com/office/officeart/2008/layout/AccentedPicture#1"/>
    <dgm:cxn modelId="{9B51DD3B-A27F-4F17-A741-C1EFEE27C143}" type="presParOf" srcId="{02FA515A-D7D4-4F9C-A60D-2E9140BA4CD4}" destId="{87F1EBC8-C011-4230-B9D4-590946AD0A06}" srcOrd="2" destOrd="0" presId="urn:microsoft.com/office/officeart/2008/layout/AccentedPicture#1"/>
    <dgm:cxn modelId="{A24D61DD-0227-4D78-9F7B-471633DF41CD}" type="presParOf" srcId="{87F1EBC8-C011-4230-B9D4-590946AD0A06}" destId="{4D7E54A5-F88F-4C6F-B762-0C29C297B8E5}" srcOrd="0" destOrd="0" presId="urn:microsoft.com/office/officeart/2008/layout/AccentedPicture#1"/>
    <dgm:cxn modelId="{580F74FE-D137-4F5E-AD7B-8F1943CD535B}" type="presOf" srcId="{E5E0437E-6628-4F46-B357-9B2F5B54AFD2}" destId="{4D7E54A5-F88F-4C6F-B762-0C29C297B8E5}" srcOrd="0" destOrd="0" presId="urn:microsoft.com/office/officeart/2008/layout/AccentedPicture#1"/>
    <dgm:cxn modelId="{EE3F1235-C651-4E06-8C71-B748730B572C}" type="presParOf" srcId="{8C09BF37-DE33-4F8D-9448-DB2F3FF3A5CE}" destId="{28B388D2-247B-4186-B503-1C7DA5B25EB0}" srcOrd="3" destOrd="0" presId="urn:microsoft.com/office/officeart/2008/layout/AccentedPicture#1"/>
    <dgm:cxn modelId="{3E46D685-8D88-4EF1-8A71-DD062CF2DF23}" type="presParOf" srcId="{28B388D2-247B-4186-B503-1C7DA5B25EB0}" destId="{886CFE33-BDCA-4B41-B4C6-0319D6A27F55}" srcOrd="0" destOrd="0" presId="urn:microsoft.com/office/officeart/2008/layout/AccentedPicture#1"/>
  </dgm:cxnLst>
  <dgm:bg/>
  <dgm:whole/>
  <dgm:extLst>
    <a:ext uri="http://schemas.microsoft.com/office/drawing/2008/diagram">
      <dsp:dataModelExt xmlns:dsp="http://schemas.microsoft.com/office/drawing/2008/diagram" relId="rId2" minVer="http://schemas.openxmlformats.org/drawingml/2006/main"/>
    </a:ext>
  </dgm:extLst>
</dgm:dataModel>
</file>

<file path=ppt/diagrams/data2.xml><?xml version="1.0" encoding="utf-8"?>
<dgm:dataModel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dgm="http://schemas.openxmlformats.org/drawingml/2006/diagram">
  <dgm:ptLst>
    <dgm:pt modelId="{0DC4C421-783B-44CF-A042-BE1EAE3B3756}" type="doc">
      <dgm:prSet loTypeId="picture" loCatId="picture" qsTypeId="urn:microsoft.com/office/officeart/2005/8/quickstyle/simple1#1" qsCatId="simple" csTypeId="urn:microsoft.com/office/officeart/2005/8/colors/colorful1#1" csCatId="colorful" phldr="1"/>
      <dgm:spPr/>
      <dgm:t>
        <a:bodyPr/>
        <a:lstStyle/>
        <a:p>
          <a:endParaRPr lang="zh-CN" altLang="en-US"/>
        </a:p>
      </dgm:t>
    </dgm:pt>
    <dgm:pt modelId="{3BBEDE9E-015B-4E25-9C01-55636A05BECF}" type="parTrans" cxnId="{057403EA-5D97-412A-8812-FF81CD1988F3}">
      <dgm:prSet/>
      <dgm:spPr/>
      <dgm:t>
        <a:bodyPr/>
        <a:lstStyle/>
        <a:p>
          <a:endParaRPr lang="zh-CN" altLang="en-US"/>
        </a:p>
      </dgm:t>
    </dgm:pt>
    <dgm:pt modelId="{7B644CAD-C322-4447-88AC-A2E888DE9D10}">
      <dgm:prSet/>
      <dgm:spPr>
        <a:noFill/>
        <a:ln>
          <a:noFill/>
        </a:ln>
      </dgm:spPr>
      <dgm:t>
        <a:bodyPr/>
        <a:lstStyle/>
        <a:p>
          <a:pPr rtl="0"/>
          <a:r>
            <a:rPr lang="en-US" altLang="zh-CN"/>
            <a:t>Height </a:t>
          </a:r>
          <a:endParaRPr lang="zh-CN" sz="6500"/>
        </a:p>
      </dgm:t>
    </dgm:pt>
    <dgm:pt modelId="{7D07D572-A0E2-468B-9684-2FFE79EE458A}" type="sibTrans" cxnId="{057403EA-5D97-412A-8812-FF81CD1988F3}">
      <dgm:prSet/>
      <dgm:spPr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zh-CN" altLang="en-US"/>
        </a:p>
      </dgm:t>
    </dgm:pt>
    <dgm:pt modelId="{4F51864B-BA2D-4B3B-8189-8D6020534684}" type="parTrans" cxnId="{DA2097FF-4674-4F8E-A833-C83112A75502}">
      <dgm:prSet/>
      <dgm:spPr/>
      <dgm:t>
        <a:bodyPr/>
        <a:lstStyle/>
        <a:p>
          <a:endParaRPr lang="zh-CN" altLang="en-US"/>
        </a:p>
      </dgm:t>
    </dgm:pt>
    <dgm:pt modelId="{6CAB1018-04F8-417C-8341-B3979CBBC631}">
      <dgm:prSet custT="1"/>
      <dgm:spPr/>
      <dgm:t>
        <a:bodyPr vert="horz" wrap="square"/>
        <a:lstStyle/>
        <a:p>
          <a:pPr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/>
            <a:t>small in stature</a:t>
          </a:r>
        </a:p>
      </dgm:t>
    </dgm:pt>
    <dgm:pt modelId="{91F3EF5B-DC9A-4208-ADB9-C62F56D9BDF3}" type="sibTrans" cxnId="{DA2097FF-4674-4F8E-A833-C83112A75502}">
      <dgm:prSet/>
      <dgm:spPr>
        <a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24000" r="-24000"/>
          </a:stretch>
        </a:blipFill>
      </dgm:spPr>
      <dgm:t>
        <a:bodyPr/>
        <a:lstStyle/>
        <a:p>
          <a:endParaRPr lang="zh-CN" altLang="en-US"/>
        </a:p>
      </dgm:t>
    </dgm:pt>
    <dgm:pt modelId="{8546CB1B-596F-44EC-A3AF-2423ABA53104}" type="parTrans" cxnId="{59E72BF6-23B4-4394-8E00-FD51A1B8CD1D}">
      <dgm:prSet/>
      <dgm:spPr/>
      <dgm:t>
        <a:bodyPr/>
        <a:lstStyle/>
        <a:p>
          <a:endParaRPr lang="zh-CN" altLang="en-US"/>
        </a:p>
      </dgm:t>
    </dgm:pt>
    <dgm:pt modelId="{C21ABBDA-52CE-4FA3-9E14-B1FF6BBE349D}">
      <dgm:prSet custT="1"/>
      <dgm:spPr/>
      <dgm:t>
        <a:bodyPr vert="horz" wrap="square"/>
        <a:lstStyle/>
        <a:p>
          <a:pPr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>
              <a:latin typeface="Times New Roman" panose="02020603050405020304" charset="0"/>
              <a:cs typeface="Times New Roman" panose="02020603050405020304" charset="0"/>
            </a:rPr>
            <a:t>tall/short</a:t>
          </a:r>
          <a:endParaRPr sz="6500">
            <a:latin typeface="Times New Roman" panose="02020603050405020304" charset="0"/>
            <a:cs typeface="Times New Roman" panose="02020603050405020304" charset="0"/>
          </a:endParaRPr>
        </a:p>
      </dgm:t>
    </dgm:pt>
    <dgm:pt modelId="{707229DE-5307-4487-8376-54050B0731C8}" type="sibTrans" cxnId="{59E72BF6-23B4-4394-8E00-FD51A1B8CD1D}">
      <dgm:prSet/>
      <dgm:spPr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t="-12000" b="-12000"/>
          </a:stretch>
        </a:blipFill>
      </dgm:spPr>
      <dgm:t>
        <a:bodyPr/>
        <a:lstStyle/>
        <a:p>
          <a:endParaRPr lang="zh-CN" altLang="en-US"/>
        </a:p>
      </dgm:t>
    </dgm:pt>
    <dgm:pt modelId="{F37E6168-D92C-480A-9A64-7FBBA934761B}" type="parTrans" cxnId="{21A53629-BFF4-44C3-B01E-31FAD40C6257}">
      <dgm:prSet/>
      <dgm:spPr/>
      <dgm:t>
        <a:bodyPr/>
        <a:lstStyle/>
        <a:p>
          <a:endParaRPr lang="zh-CN" altLang="en-US"/>
        </a:p>
      </dgm:t>
    </dgm:pt>
    <dgm:pt modelId="{DE5190AC-4EFE-4912-96CD-FC39CB551B88}">
      <dgm:prSet custT="1"/>
      <dgm:spPr/>
      <dgm:t>
        <a:bodyPr vert="horz" wrap="square"/>
        <a:lstStyle/>
        <a:p>
          <a:pPr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>
              <a:latin typeface="Times New Roman" panose="02020603050405020304" charset="0"/>
              <a:cs typeface="Times New Roman" panose="02020603050405020304" charset="0"/>
            </a:rPr>
            <a:t>broad/narrow-chested</a:t>
          </a:r>
          <a:endParaRPr sz="6500">
            <a:latin typeface="Times New Roman" panose="02020603050405020304" charset="0"/>
            <a:cs typeface="Times New Roman" panose="02020603050405020304" charset="0"/>
          </a:endParaRPr>
        </a:p>
      </dgm:t>
    </dgm:pt>
    <dgm:pt modelId="{DC112F3F-8FCD-4CA7-B385-42F955300790}" type="sibTrans" cxnId="{21A53629-BFF4-44C3-B01E-31FAD40C6257}">
      <dgm:prSet/>
      <dgm:spPr>
        <a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t="-8000" b="-8000"/>
          </a:stretch>
        </a:blipFill>
      </dgm:spPr>
      <dgm:t>
        <a:bodyPr/>
        <a:lstStyle/>
        <a:p>
          <a:endParaRPr lang="zh-CN" altLang="en-US"/>
        </a:p>
      </dgm:t>
    </dgm:pt>
    <dgm:pt modelId="{5AB7B4A9-800B-459D-99DC-A9DFC8CD415D}" type="parTrans" cxnId="{0E5DA3EB-DFB3-4D5C-8D2D-A5860E3C7B2F}">
      <dgm:prSet/>
      <dgm:spPr/>
      <dgm:t>
        <a:bodyPr/>
        <a:lstStyle/>
        <a:p>
          <a:endParaRPr lang="zh-CN" altLang="en-US"/>
        </a:p>
      </dgm:t>
    </dgm:pt>
    <dgm:pt modelId="{C7F91E98-9759-4C9A-A46E-567F4050FC06}">
      <dgm:prSet custT="1"/>
      <dgm:spPr/>
      <dgm:t>
        <a:bodyPr vert="horz" wrap="square"/>
        <a:lstStyle/>
        <a:p>
          <a:pPr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>
              <a:latin typeface="Times New Roman" panose="02020603050405020304" charset="0"/>
              <a:cs typeface="Times New Roman" panose="02020603050405020304" charset="0"/>
            </a:rPr>
            <a:t>slim/thin/fat/plump</a:t>
          </a:r>
          <a:endParaRPr sz="6500">
            <a:latin typeface="Times New Roman" panose="02020603050405020304" charset="0"/>
            <a:cs typeface="Times New Roman" panose="02020603050405020304" charset="0"/>
          </a:endParaRPr>
        </a:p>
      </dgm:t>
    </dgm:pt>
    <dgm:pt modelId="{4C88C000-E69C-47D5-AC9D-EBF34B350AFE}" type="sibTrans" cxnId="{0E5DA3EB-DFB3-4D5C-8D2D-A5860E3C7B2F}">
      <dgm:prSet/>
      <dgm:spPr>
        <a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27000" r="-27000"/>
          </a:stretch>
        </a:blipFill>
      </dgm:spPr>
      <dgm:t>
        <a:bodyPr/>
        <a:lstStyle/>
        <a:p>
          <a:endParaRPr lang="zh-CN" altLang="en-US"/>
        </a:p>
      </dgm:t>
    </dgm:pt>
    <dgm:pt modelId="{AD4C5404-0BB5-4A8D-B57C-8DCE0A2F30A8}" type="parTrans" cxnId="{695164DF-1802-42FC-A962-90AB4AA12EB4}">
      <dgm:prSet/>
      <dgm:spPr/>
      <dgm:t>
        <a:bodyPr/>
        <a:lstStyle/>
        <a:p>
          <a:endParaRPr lang="zh-CN" altLang="en-US"/>
        </a:p>
      </dgm:t>
    </dgm:pt>
    <dgm:pt modelId="{5B6FF7EA-3CC9-4655-952E-8B7B1794A565}">
      <dgm:prSet custT="1"/>
      <dgm:spPr/>
      <dgm:t>
        <a:bodyPr vert="horz" wrap="square"/>
        <a:lstStyle/>
        <a:p>
          <a:pPr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>
              <a:latin typeface="Times New Roman" panose="02020603050405020304" charset="0"/>
              <a:cs typeface="Times New Roman" panose="02020603050405020304" charset="0"/>
            </a:rPr>
            <a:t>strongly built/ well-built</a:t>
          </a:r>
          <a:endParaRPr sz="6500">
            <a:latin typeface="Times New Roman" panose="02020603050405020304" charset="0"/>
            <a:cs typeface="Times New Roman" panose="02020603050405020304" charset="0"/>
          </a:endParaRPr>
        </a:p>
      </dgm:t>
    </dgm:pt>
    <dgm:pt modelId="{48A730E2-E0A5-4682-AF0E-E4CD15074C93}" type="sibTrans" cxnId="{695164DF-1802-42FC-A962-90AB4AA12EB4}">
      <dgm:prSet/>
      <dgm:spPr>
        <a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12000" r="-12000"/>
          </a:stretch>
        </a:blipFill>
      </dgm:spPr>
      <dgm:t>
        <a:bodyPr/>
        <a:lstStyle/>
        <a:p>
          <a:endParaRPr lang="zh-CN" altLang="en-US"/>
        </a:p>
      </dgm:t>
    </dgm:pt>
    <dgm:pt modelId="{04B937CC-80BD-4351-B2A6-F6F6B052FFA7}" type="parTrans" cxnId="{62A0EC51-08CA-43ED-A1B2-242BB5AB1CB7}">
      <dgm:prSet/>
      <dgm:spPr/>
      <dgm:t>
        <a:bodyPr/>
        <a:lstStyle/>
        <a:p>
          <a:endParaRPr lang="zh-CN" altLang="en-US"/>
        </a:p>
      </dgm:t>
    </dgm:pt>
    <dgm:pt modelId="{4E2205C5-168E-49F4-A218-F2E2E52EDDD5}">
      <dgm:prSet custT="1"/>
      <dgm:spPr/>
      <dgm:t>
        <a:bodyPr vert="horz" wrap="square"/>
        <a:lstStyle/>
        <a:p>
          <a:pPr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>
              <a:latin typeface="Times New Roman" panose="02020603050405020304" charset="0"/>
              <a:cs typeface="Times New Roman" panose="02020603050405020304" charset="0"/>
            </a:rPr>
            <a:t>square-shouldered </a:t>
          </a:r>
          <a:endParaRPr lang="en-US" sz="2800">
            <a:latin typeface="Times New Roman" panose="02020603050405020304" charset="0"/>
            <a:cs typeface="Times New Roman" panose="02020603050405020304" charset="0"/>
          </a:endParaRPr>
        </a:p>
      </dgm:t>
    </dgm:pt>
    <dgm:pt modelId="{A1838498-E31E-4552-B849-C9DC140BE5DA}" type="sibTrans" cxnId="{62A0EC51-08CA-43ED-A1B2-242BB5AB1CB7}">
      <dgm:prSet/>
      <dgm:spPr>
        <a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t="-30000" b="-30000"/>
          </a:stretch>
        </a:blipFill>
      </dgm:spPr>
      <dgm:t>
        <a:bodyPr/>
        <a:lstStyle/>
        <a:p>
          <a:endParaRPr lang="zh-CN" altLang="en-US"/>
        </a:p>
      </dgm:t>
    </dgm:pt>
    <dgm:pt modelId="{ED209CD1-E395-4430-9085-D2F3D049E3AC}" type="pres">
      <dgm:prSet presAssocID="{0DC4C421-783B-44CF-A042-BE1EAE3B3756}" presName="Name0">
        <dgm:presLayoutVars>
          <dgm:chMax val="7"/>
          <dgm:chPref val="7"/>
          <dgm:dir/>
        </dgm:presLayoutVars>
      </dgm:prSet>
      <dgm:spPr/>
      <dgm:t>
        <a:bodyPr/>
        <a:lstStyle/>
        <a:p/>
      </dgm:t>
    </dgm:pt>
    <dgm:pt modelId="{C26E71F7-08E3-40BD-AA66-6049D8B92127}" type="pres">
      <dgm:prSet presAssocID="{0DC4C421-783B-44CF-A042-BE1EAE3B3756}" presName="Name1"/>
      <dgm:spPr/>
      <dgm:t>
        <a:bodyPr/>
        <a:lstStyle/>
        <a:p/>
      </dgm:t>
    </dgm:pt>
    <dgm:pt modelId="{7819DA9A-CEED-48DC-A14A-98A7065898C1}" type="pres">
      <dgm:prSet presAssocID="{7D07D572-A0E2-468B-9684-2FFE79EE458A}" presName="picture_1"/>
      <dgm:spPr/>
      <dgm:t>
        <a:bodyPr/>
        <a:lstStyle/>
        <a:p/>
      </dgm:t>
    </dgm:pt>
    <dgm:pt modelId="{2E536AB0-317F-46D2-834A-188D4F36932C}" type="pres">
      <dgm:prSet presAssocID="{7D07D572-A0E2-468B-9684-2FFE79EE458A}" presName="pictureRepeatNode" presStyleLbl="alignImgPlace1" presStyleCnt="7" custLinFactNeighborX="-38888" custLinFactNeighborY="-50000"/>
      <dgm:spPr/>
      <dgm:t>
        <a:bodyPr/>
        <a:lstStyle/>
        <a:p/>
      </dgm:t>
    </dgm:pt>
    <dgm:pt modelId="{F14EFCB0-A70F-418F-A553-8B0D1B3E5EDC}" type="pres">
      <dgm:prSet presAssocID="{7B644CAD-C322-4447-88AC-A2E888DE9D10}" presName="text_1" presStyleLbl="node1" presStyleIdx="6" presStyleCnt="7" custLinFactNeighborX="-288" custLinFactNeighborY="49923">
        <dgm:presLayoutVars>
          <dgm:bulletEnabled val="1"/>
        </dgm:presLayoutVars>
      </dgm:prSet>
      <dgm:spPr/>
      <dgm:t>
        <a:bodyPr/>
        <a:lstStyle/>
        <a:p/>
      </dgm:t>
    </dgm:pt>
    <dgm:pt modelId="{B76CF056-132B-4704-B5D8-2A33EE665EB7}" type="pres">
      <dgm:prSet presAssocID="{91F3EF5B-DC9A-4208-ADB9-C62F56D9BDF3}" presName="picture_2"/>
      <dgm:spPr/>
      <dgm:t>
        <a:bodyPr/>
        <a:lstStyle/>
        <a:p/>
      </dgm:t>
    </dgm:pt>
    <dgm:pt modelId="{A6B75ACE-E208-43FC-9918-48D14CA8B79E}" type="pres">
      <dgm:prSet presAssocID="{91F3EF5B-DC9A-4208-ADB9-C62F56D9BDF3}" presName="pictureRepeatNode" presStyleLbl="alignImgPlace1" presStyleIdx="1" presStyleCnt="7"/>
      <dgm:spPr/>
      <dgm:t>
        <a:bodyPr/>
        <a:lstStyle/>
        <a:p/>
      </dgm:t>
    </dgm:pt>
    <dgm:pt modelId="{330442D0-B932-4CFB-BC1B-03F85CC39F52}" type="pres">
      <dgm:prSet presAssocID="{6CAB1018-04F8-417C-8341-B3979CBBC631}" presName="line_2" presStyleLbl="parChTrans1D1" presStyleCnt="6"/>
      <dgm:spPr/>
      <dgm:t>
        <a:bodyPr/>
        <a:lstStyle/>
        <a:p/>
      </dgm:t>
    </dgm:pt>
    <dgm:pt modelId="{F34A1863-6061-4CB4-A960-0DC95E099581}" type="pres">
      <dgm:prSet presAssocID="{6CAB1018-04F8-417C-8341-B3979CBBC631}" presName="textparent_2" presStyleLbl="node1" presStyleCnt="7"/>
      <dgm:spPr/>
      <dgm:t>
        <a:bodyPr/>
        <a:lstStyle/>
        <a:p/>
      </dgm:t>
    </dgm:pt>
    <dgm:pt modelId="{6ECD025D-8E30-4A13-ACDA-9486D31FE033}" type="pres">
      <dgm:prSet presAssocID="{6CAB1018-04F8-417C-8341-B3979CBBC631}" presName="text_2" presStyleLbl="revTx" presStyleCnt="6">
        <dgm:presLayoutVars>
          <dgm:bulletEnabled val="1"/>
        </dgm:presLayoutVars>
      </dgm:prSet>
      <dgm:spPr/>
      <dgm:t>
        <a:bodyPr/>
        <a:lstStyle/>
        <a:p/>
      </dgm:t>
    </dgm:pt>
    <dgm:pt modelId="{C4DBB08C-E017-4F23-A0CA-D2177EFC2893}" type="pres">
      <dgm:prSet presAssocID="{707229DE-5307-4487-8376-54050B0731C8}" presName="picture_3"/>
      <dgm:spPr/>
      <dgm:t>
        <a:bodyPr/>
        <a:lstStyle/>
        <a:p/>
      </dgm:t>
    </dgm:pt>
    <dgm:pt modelId="{CD1C74A7-A838-4455-81B8-41C6CCAC6920}" type="pres">
      <dgm:prSet presAssocID="{707229DE-5307-4487-8376-54050B0731C8}" presName="pictureRepeatNode" presStyleLbl="alignImgPlace1" presStyleIdx="2" presStyleCnt="7"/>
      <dgm:spPr/>
      <dgm:t>
        <a:bodyPr/>
        <a:lstStyle/>
        <a:p/>
      </dgm:t>
    </dgm:pt>
    <dgm:pt modelId="{C564C077-DFD3-4720-B6FA-BD6641A2F0D7}" type="pres">
      <dgm:prSet presAssocID="{C21ABBDA-52CE-4FA3-9E14-B1FF6BBE349D}" presName="line_3" presStyleLbl="parChTrans1D1" presStyleIdx="1" presStyleCnt="6"/>
      <dgm:spPr/>
      <dgm:t>
        <a:bodyPr/>
        <a:lstStyle/>
        <a:p/>
      </dgm:t>
    </dgm:pt>
    <dgm:pt modelId="{C4E92B50-09A7-49AC-A18C-6EE79EEFFBAE}" type="pres">
      <dgm:prSet presAssocID="{C21ABBDA-52CE-4FA3-9E14-B1FF6BBE349D}" presName="textparent_3" presStyleLbl="node1" presStyleIdx="1" presStyleCnt="7"/>
      <dgm:spPr/>
      <dgm:t>
        <a:bodyPr/>
        <a:lstStyle/>
        <a:p/>
      </dgm:t>
    </dgm:pt>
    <dgm:pt modelId="{13F06608-02A4-4AAE-8757-4F05E93AAB6D}" type="pres">
      <dgm:prSet presAssocID="{C21ABBDA-52CE-4FA3-9E14-B1FF6BBE349D}" presName="text_3" presStyleLbl="revTx" presStyleIdx="1" presStyleCnt="6">
        <dgm:presLayoutVars>
          <dgm:bulletEnabled val="1"/>
        </dgm:presLayoutVars>
      </dgm:prSet>
      <dgm:spPr/>
      <dgm:t>
        <a:bodyPr/>
        <a:lstStyle/>
        <a:p/>
      </dgm:t>
    </dgm:pt>
    <dgm:pt modelId="{08F6A877-2290-46A1-A16A-F74E302841E6}" type="pres">
      <dgm:prSet presAssocID="{DC112F3F-8FCD-4CA7-B385-42F955300790}" presName="picture_4"/>
      <dgm:spPr/>
      <dgm:t>
        <a:bodyPr/>
        <a:lstStyle/>
        <a:p/>
      </dgm:t>
    </dgm:pt>
    <dgm:pt modelId="{63BA4586-C58A-40F6-8819-8D0D39E331FA}" type="pres">
      <dgm:prSet presAssocID="{DC112F3F-8FCD-4CA7-B385-42F955300790}" presName="pictureRepeatNode" presStyleLbl="alignImgPlace1" presStyleIdx="3" presStyleCnt="7"/>
      <dgm:spPr/>
      <dgm:t>
        <a:bodyPr/>
        <a:lstStyle/>
        <a:p/>
      </dgm:t>
    </dgm:pt>
    <dgm:pt modelId="{DED7F0B5-DEF5-448B-B682-F1360A05A9B2}" type="pres">
      <dgm:prSet presAssocID="{DE5190AC-4EFE-4912-96CD-FC39CB551B88}" presName="line_4" presStyleLbl="parChTrans1D1" presStyleIdx="2" presStyleCnt="6"/>
      <dgm:spPr/>
      <dgm:t>
        <a:bodyPr/>
        <a:lstStyle/>
        <a:p/>
      </dgm:t>
    </dgm:pt>
    <dgm:pt modelId="{EC2F969B-6F93-445F-8B41-7C9EBE410C7C}" type="pres">
      <dgm:prSet presAssocID="{DE5190AC-4EFE-4912-96CD-FC39CB551B88}" presName="textparent_4" presStyleLbl="node1" presStyleIdx="2" presStyleCnt="7"/>
      <dgm:spPr/>
      <dgm:t>
        <a:bodyPr/>
        <a:lstStyle/>
        <a:p/>
      </dgm:t>
    </dgm:pt>
    <dgm:pt modelId="{D2CB6D0B-ED14-40FE-93DE-95080B0E8EFE}" type="pres">
      <dgm:prSet presAssocID="{DE5190AC-4EFE-4912-96CD-FC39CB551B88}" presName="text_4" presStyleLbl="revTx" presStyleIdx="2" presStyleCnt="6">
        <dgm:presLayoutVars>
          <dgm:bulletEnabled val="1"/>
        </dgm:presLayoutVars>
      </dgm:prSet>
      <dgm:spPr/>
      <dgm:t>
        <a:bodyPr/>
        <a:lstStyle/>
        <a:p/>
      </dgm:t>
    </dgm:pt>
    <dgm:pt modelId="{5C9AC3FB-F2E9-4D3D-8BC1-084CBF45FB49}" type="pres">
      <dgm:prSet presAssocID="{4C88C000-E69C-47D5-AC9D-EBF34B350AFE}" presName="picture_5"/>
      <dgm:spPr/>
      <dgm:t>
        <a:bodyPr/>
        <a:lstStyle/>
        <a:p/>
      </dgm:t>
    </dgm:pt>
    <dgm:pt modelId="{68F91835-C1A7-42F3-968C-A24698C48FAF}" type="pres">
      <dgm:prSet presAssocID="{4C88C000-E69C-47D5-AC9D-EBF34B350AFE}" presName="pictureRepeatNode" presStyleLbl="alignImgPlace1" presStyleIdx="4" presStyleCnt="7"/>
      <dgm:spPr/>
      <dgm:t>
        <a:bodyPr/>
        <a:lstStyle/>
        <a:p/>
      </dgm:t>
    </dgm:pt>
    <dgm:pt modelId="{DC56EC99-940A-4449-AA59-F9BDF7FD513A}" type="pres">
      <dgm:prSet presAssocID="{C7F91E98-9759-4C9A-A46E-567F4050FC06}" presName="line_5" presStyleLbl="parChTrans1D1" presStyleIdx="3" presStyleCnt="6"/>
      <dgm:spPr/>
      <dgm:t>
        <a:bodyPr/>
        <a:lstStyle/>
        <a:p/>
      </dgm:t>
    </dgm:pt>
    <dgm:pt modelId="{29991CA4-BB4A-43BC-9FA2-EA1444E19BF1}" type="pres">
      <dgm:prSet presAssocID="{C7F91E98-9759-4C9A-A46E-567F4050FC06}" presName="textparent_5" presStyleLbl="node1" presStyleIdx="3" presStyleCnt="7"/>
      <dgm:spPr/>
      <dgm:t>
        <a:bodyPr/>
        <a:lstStyle/>
        <a:p/>
      </dgm:t>
    </dgm:pt>
    <dgm:pt modelId="{9CF70962-90E2-4E19-B4D9-273E4F3B24B9}" type="pres">
      <dgm:prSet presAssocID="{C7F91E98-9759-4C9A-A46E-567F4050FC06}" presName="text_5" presStyleLbl="revTx" presStyleIdx="3" presStyleCnt="6">
        <dgm:presLayoutVars>
          <dgm:bulletEnabled val="1"/>
        </dgm:presLayoutVars>
      </dgm:prSet>
      <dgm:spPr/>
      <dgm:t>
        <a:bodyPr/>
        <a:lstStyle/>
        <a:p/>
      </dgm:t>
    </dgm:pt>
    <dgm:pt modelId="{A7AB2079-CBF1-4F66-B94B-E324BC4DA765}" type="pres">
      <dgm:prSet presAssocID="{48A730E2-E0A5-4682-AF0E-E4CD15074C93}" presName="picture_6"/>
      <dgm:spPr/>
      <dgm:t>
        <a:bodyPr/>
        <a:lstStyle/>
        <a:p/>
      </dgm:t>
    </dgm:pt>
    <dgm:pt modelId="{0F0D059A-A717-4343-9FDB-86424ABA0571}" type="pres">
      <dgm:prSet presAssocID="{48A730E2-E0A5-4682-AF0E-E4CD15074C93}" presName="pictureRepeatNode" presStyleLbl="alignImgPlace1" presStyleIdx="5" presStyleCnt="7"/>
      <dgm:spPr/>
      <dgm:t>
        <a:bodyPr/>
        <a:lstStyle/>
        <a:p/>
      </dgm:t>
    </dgm:pt>
    <dgm:pt modelId="{F786A0CD-84F0-4407-9114-A72EE6B6452B}" type="pres">
      <dgm:prSet presAssocID="{5B6FF7EA-3CC9-4655-952E-8B7B1794A565}" presName="line_6" presStyleLbl="parChTrans1D1" presStyleIdx="4" presStyleCnt="6"/>
      <dgm:spPr/>
      <dgm:t>
        <a:bodyPr/>
        <a:lstStyle/>
        <a:p/>
      </dgm:t>
    </dgm:pt>
    <dgm:pt modelId="{47491525-647C-4D66-BA4B-3AF49677881D}" type="pres">
      <dgm:prSet presAssocID="{5B6FF7EA-3CC9-4655-952E-8B7B1794A565}" presName="textparent_6" presStyleLbl="node1" presStyleIdx="4" presStyleCnt="7"/>
      <dgm:spPr/>
      <dgm:t>
        <a:bodyPr/>
        <a:lstStyle/>
        <a:p/>
      </dgm:t>
    </dgm:pt>
    <dgm:pt modelId="{872C8477-B81C-4919-9862-CBA608B200EF}" type="pres">
      <dgm:prSet presAssocID="{5B6FF7EA-3CC9-4655-952E-8B7B1794A565}" presName="text_6" presStyleLbl="revTx" presStyleIdx="4" presStyleCnt="6">
        <dgm:presLayoutVars>
          <dgm:bulletEnabled val="1"/>
        </dgm:presLayoutVars>
      </dgm:prSet>
      <dgm:spPr/>
      <dgm:t>
        <a:bodyPr/>
        <a:lstStyle/>
        <a:p/>
      </dgm:t>
    </dgm:pt>
    <dgm:pt modelId="{5F9CC6CB-E410-4578-8FC9-3AB0C1FDCB41}" type="pres">
      <dgm:prSet presAssocID="{A1838498-E31E-4552-B849-C9DC140BE5DA}" presName="picture_7"/>
      <dgm:spPr/>
      <dgm:t>
        <a:bodyPr/>
        <a:lstStyle/>
        <a:p/>
      </dgm:t>
    </dgm:pt>
    <dgm:pt modelId="{360D7B6C-4717-448B-A593-691257E2F912}" type="pres">
      <dgm:prSet presAssocID="{A1838498-E31E-4552-B849-C9DC140BE5DA}" presName="pictureRepeatNode" presStyleLbl="alignImgPlace1" presStyleIdx="6" presStyleCnt="7"/>
      <dgm:spPr/>
      <dgm:t>
        <a:bodyPr/>
        <a:lstStyle/>
        <a:p/>
      </dgm:t>
    </dgm:pt>
    <dgm:pt modelId="{25927325-1122-4F0F-9644-54FAA6D963CD}" type="pres">
      <dgm:prSet presAssocID="{4E2205C5-168E-49F4-A218-F2E2E52EDDD5}" presName="line_7" presStyleLbl="parChTrans1D1" presStyleIdx="5" presStyleCnt="6"/>
      <dgm:spPr/>
      <dgm:t>
        <a:bodyPr/>
        <a:lstStyle/>
        <a:p/>
      </dgm:t>
    </dgm:pt>
    <dgm:pt modelId="{14B0ED46-9AFB-4D43-8DDA-D023E9EE79BC}" type="pres">
      <dgm:prSet presAssocID="{4E2205C5-168E-49F4-A218-F2E2E52EDDD5}" presName="textparent_7" presStyleLbl="node1" presStyleIdx="5" presStyleCnt="7"/>
      <dgm:spPr/>
      <dgm:t>
        <a:bodyPr/>
        <a:lstStyle/>
        <a:p/>
      </dgm:t>
    </dgm:pt>
    <dgm:pt modelId="{8BD7F5DA-8884-4A2B-B35C-0E0257D2FF75}" type="pres">
      <dgm:prSet presAssocID="{4E2205C5-168E-49F4-A218-F2E2E52EDDD5}" presName="text_7" presStyleLbl="revTx" presStyleIdx="5" presStyleCnt="6">
        <dgm:presLayoutVars>
          <dgm:bulletEnabled val="1"/>
        </dgm:presLayoutVars>
      </dgm:prSet>
      <dgm:spPr/>
      <dgm:t>
        <a:bodyPr/>
        <a:lstStyle/>
        <a:p/>
      </dgm:t>
    </dgm:pt>
  </dgm:ptLst>
  <dgm:cxnLst>
    <dgm:cxn modelId="{057403EA-5D97-412A-8812-FF81CD1988F3}" srcId="{0DC4C421-783B-44CF-A042-BE1EAE3B3756}" destId="{7B644CAD-C322-4447-88AC-A2E888DE9D10}" srcOrd="0" destOrd="0" parTransId="{3BBEDE9E-015B-4E25-9C01-55636A05BECF}" sibTransId="{7D07D572-A0E2-468B-9684-2FFE79EE458A}"/>
    <dgm:cxn modelId="{DA2097FF-4674-4F8E-A833-C83112A75502}" srcId="{0DC4C421-783B-44CF-A042-BE1EAE3B3756}" destId="{6CAB1018-04F8-417C-8341-B3979CBBC631}" srcOrd="1" destOrd="0" parTransId="{4F51864B-BA2D-4B3B-8189-8D6020534684}" sibTransId="{91F3EF5B-DC9A-4208-ADB9-C62F56D9BDF3}"/>
    <dgm:cxn modelId="{59E72BF6-23B4-4394-8E00-FD51A1B8CD1D}" srcId="{0DC4C421-783B-44CF-A042-BE1EAE3B3756}" destId="{C21ABBDA-52CE-4FA3-9E14-B1FF6BBE349D}" srcOrd="2" destOrd="0" parTransId="{8546CB1B-596F-44EC-A3AF-2423ABA53104}" sibTransId="{707229DE-5307-4487-8376-54050B0731C8}"/>
    <dgm:cxn modelId="{21A53629-BFF4-44C3-B01E-31FAD40C6257}" srcId="{0DC4C421-783B-44CF-A042-BE1EAE3B3756}" destId="{DE5190AC-4EFE-4912-96CD-FC39CB551B88}" srcOrd="3" destOrd="0" parTransId="{F37E6168-D92C-480A-9A64-7FBBA934761B}" sibTransId="{DC112F3F-8FCD-4CA7-B385-42F955300790}"/>
    <dgm:cxn modelId="{0E5DA3EB-DFB3-4D5C-8D2D-A5860E3C7B2F}" srcId="{0DC4C421-783B-44CF-A042-BE1EAE3B3756}" destId="{C7F91E98-9759-4C9A-A46E-567F4050FC06}" srcOrd="4" destOrd="0" parTransId="{5AB7B4A9-800B-459D-99DC-A9DFC8CD415D}" sibTransId="{4C88C000-E69C-47D5-AC9D-EBF34B350AFE}"/>
    <dgm:cxn modelId="{695164DF-1802-42FC-A962-90AB4AA12EB4}" srcId="{0DC4C421-783B-44CF-A042-BE1EAE3B3756}" destId="{5B6FF7EA-3CC9-4655-952E-8B7B1794A565}" srcOrd="5" destOrd="0" parTransId="{AD4C5404-0BB5-4A8D-B57C-8DCE0A2F30A8}" sibTransId="{48A730E2-E0A5-4682-AF0E-E4CD15074C93}"/>
    <dgm:cxn modelId="{62A0EC51-08CA-43ED-A1B2-242BB5AB1CB7}" srcId="{0DC4C421-783B-44CF-A042-BE1EAE3B3756}" destId="{4E2205C5-168E-49F4-A218-F2E2E52EDDD5}" srcOrd="6" destOrd="0" parTransId="{04B937CC-80BD-4351-B2A6-F6F6B052FFA7}" sibTransId="{A1838498-E31E-4552-B849-C9DC140BE5DA}"/>
    <dgm:cxn modelId="{60470643-2C51-4AB7-8079-DBF4E0C2F3C1}" type="presOf" srcId="{0DC4C421-783B-44CF-A042-BE1EAE3B3756}" destId="{ED209CD1-E395-4430-9085-D2F3D049E3AC}" srcOrd="0" destOrd="0" presId="picture"/>
    <dgm:cxn modelId="{6624145B-19DA-42CB-8B63-2507F1E62567}" type="presParOf" srcId="{ED209CD1-E395-4430-9085-D2F3D049E3AC}" destId="{C26E71F7-08E3-40BD-AA66-6049D8B92127}" srcOrd="0" destOrd="0" presId="picture"/>
    <dgm:cxn modelId="{7609C833-EF7A-481F-B945-61028D449655}" type="presParOf" srcId="{C26E71F7-08E3-40BD-AA66-6049D8B92127}" destId="{7819DA9A-CEED-48DC-A14A-98A7065898C1}" srcOrd="0" destOrd="0" presId="picture"/>
    <dgm:cxn modelId="{EEBB6322-D5BF-4358-B7E3-A39C5D84358C}" type="presParOf" srcId="{7819DA9A-CEED-48DC-A14A-98A7065898C1}" destId="{2E536AB0-317F-46D2-834A-188D4F36932C}" srcOrd="0" destOrd="0" presId="picture"/>
    <dgm:cxn modelId="{FA63F117-3D3F-459D-8520-A7FE1AF2787B}" type="presOf" srcId="{7D07D572-A0E2-468B-9684-2FFE79EE458A}" destId="{2E536AB0-317F-46D2-834A-188D4F36932C}" srcOrd="0" destOrd="0" presId="picture"/>
    <dgm:cxn modelId="{A4494505-053E-4811-AB5D-1D470ABA161D}" type="presParOf" srcId="{C26E71F7-08E3-40BD-AA66-6049D8B92127}" destId="{F14EFCB0-A70F-418F-A553-8B0D1B3E5EDC}" srcOrd="1" destOrd="0" presId="picture"/>
    <dgm:cxn modelId="{C4F87583-F9C8-4F60-8260-416F6EBE99FD}" type="presOf" srcId="{7B644CAD-C322-4447-88AC-A2E888DE9D10}" destId="{F14EFCB0-A70F-418F-A553-8B0D1B3E5EDC}" srcOrd="0" destOrd="0" presId="picture"/>
    <dgm:cxn modelId="{505EDFAC-DB05-4B44-9DFF-94F88480D1FE}" type="presParOf" srcId="{C26E71F7-08E3-40BD-AA66-6049D8B92127}" destId="{B76CF056-132B-4704-B5D8-2A33EE665EB7}" srcOrd="2" destOrd="0" presId="picture"/>
    <dgm:cxn modelId="{3A243E39-F7FD-44DE-A393-E9F63F42E38B}" type="presParOf" srcId="{B76CF056-132B-4704-B5D8-2A33EE665EB7}" destId="{A6B75ACE-E208-43FC-9918-48D14CA8B79E}" srcOrd="0" destOrd="0" presId="picture"/>
    <dgm:cxn modelId="{37D29628-1E94-449D-AA42-599E494F430A}" type="presOf" srcId="{91F3EF5B-DC9A-4208-ADB9-C62F56D9BDF3}" destId="{A6B75ACE-E208-43FC-9918-48D14CA8B79E}" srcOrd="0" destOrd="0" presId="picture"/>
    <dgm:cxn modelId="{97A9866D-8496-4EC0-AA3C-D582F927EC73}" type="presParOf" srcId="{C26E71F7-08E3-40BD-AA66-6049D8B92127}" destId="{330442D0-B932-4CFB-BC1B-03F85CC39F52}" srcOrd="3" destOrd="0" presId="picture"/>
    <dgm:cxn modelId="{06094449-4DC5-4978-A5D1-0484D870175C}" type="presParOf" srcId="{C26E71F7-08E3-40BD-AA66-6049D8B92127}" destId="{F34A1863-6061-4CB4-A960-0DC95E099581}" srcOrd="4" destOrd="0" presId="picture"/>
    <dgm:cxn modelId="{F42799DD-2CF1-43DB-ACB9-C25EFE056D53}" type="presParOf" srcId="{F34A1863-6061-4CB4-A960-0DC95E099581}" destId="{6ECD025D-8E30-4A13-ACDA-9486D31FE033}" srcOrd="0" destOrd="0" presId="picture"/>
    <dgm:cxn modelId="{E8575DF8-2179-4675-A376-52125EEAEF71}" type="presOf" srcId="{6CAB1018-04F8-417C-8341-B3979CBBC631}" destId="{6ECD025D-8E30-4A13-ACDA-9486D31FE033}" srcOrd="0" destOrd="0" presId="picture"/>
    <dgm:cxn modelId="{765D28C2-1632-47B8-9271-724BB3A84916}" type="presParOf" srcId="{C26E71F7-08E3-40BD-AA66-6049D8B92127}" destId="{C4DBB08C-E017-4F23-A0CA-D2177EFC2893}" srcOrd="5" destOrd="0" presId="picture"/>
    <dgm:cxn modelId="{8A8DE685-B167-42D5-A713-4796ABAFA71E}" type="presParOf" srcId="{C4DBB08C-E017-4F23-A0CA-D2177EFC2893}" destId="{CD1C74A7-A838-4455-81B8-41C6CCAC6920}" srcOrd="0" destOrd="0" presId="picture"/>
    <dgm:cxn modelId="{884AE673-4C4A-4220-AEAF-E94A4DFB687B}" type="presOf" srcId="{707229DE-5307-4487-8376-54050B0731C8}" destId="{CD1C74A7-A838-4455-81B8-41C6CCAC6920}" srcOrd="0" destOrd="0" presId="picture"/>
    <dgm:cxn modelId="{486BA029-C4A6-471F-AE67-7DAAA2CA568E}" type="presParOf" srcId="{C26E71F7-08E3-40BD-AA66-6049D8B92127}" destId="{C564C077-DFD3-4720-B6FA-BD6641A2F0D7}" srcOrd="6" destOrd="0" presId="picture"/>
    <dgm:cxn modelId="{33922A06-6787-4463-ACF7-B37106C74082}" type="presParOf" srcId="{C26E71F7-08E3-40BD-AA66-6049D8B92127}" destId="{C4E92B50-09A7-49AC-A18C-6EE79EEFFBAE}" srcOrd="7" destOrd="0" presId="picture"/>
    <dgm:cxn modelId="{7617CC59-A123-491F-A66A-7558DDC73BE1}" type="presParOf" srcId="{C4E92B50-09A7-49AC-A18C-6EE79EEFFBAE}" destId="{13F06608-02A4-4AAE-8757-4F05E93AAB6D}" srcOrd="0" destOrd="0" presId="picture"/>
    <dgm:cxn modelId="{B62858CF-5231-4F2B-A836-BCEC606BB9B9}" type="presOf" srcId="{C21ABBDA-52CE-4FA3-9E14-B1FF6BBE349D}" destId="{13F06608-02A4-4AAE-8757-4F05E93AAB6D}" srcOrd="0" destOrd="0" presId="picture"/>
    <dgm:cxn modelId="{38253270-AA5D-4690-9462-2E229F320CE7}" type="presParOf" srcId="{C26E71F7-08E3-40BD-AA66-6049D8B92127}" destId="{08F6A877-2290-46A1-A16A-F74E302841E6}" srcOrd="8" destOrd="0" presId="picture"/>
    <dgm:cxn modelId="{5185A5C4-6E25-496F-BA2B-F3F558581D1E}" type="presParOf" srcId="{08F6A877-2290-46A1-A16A-F74E302841E6}" destId="{63BA4586-C58A-40F6-8819-8D0D39E331FA}" srcOrd="0" destOrd="0" presId="picture"/>
    <dgm:cxn modelId="{A54EB8FE-A3BA-4D75-A2C9-AA1D46D31667}" type="presOf" srcId="{DC112F3F-8FCD-4CA7-B385-42F955300790}" destId="{63BA4586-C58A-40F6-8819-8D0D39E331FA}" srcOrd="0" destOrd="0" presId="picture"/>
    <dgm:cxn modelId="{185FBB19-DFB5-4A0A-A91D-E635C403601A}" type="presParOf" srcId="{C26E71F7-08E3-40BD-AA66-6049D8B92127}" destId="{DED7F0B5-DEF5-448B-B682-F1360A05A9B2}" srcOrd="9" destOrd="0" presId="picture"/>
    <dgm:cxn modelId="{3BF68AF0-A512-45A4-907E-44A123773512}" type="presParOf" srcId="{C26E71F7-08E3-40BD-AA66-6049D8B92127}" destId="{EC2F969B-6F93-445F-8B41-7C9EBE410C7C}" srcOrd="10" destOrd="0" presId="picture"/>
    <dgm:cxn modelId="{229DB7CD-C2D5-46F1-A07F-6C0F7B15AF1E}" type="presParOf" srcId="{EC2F969B-6F93-445F-8B41-7C9EBE410C7C}" destId="{D2CB6D0B-ED14-40FE-93DE-95080B0E8EFE}" srcOrd="0" destOrd="0" presId="picture"/>
    <dgm:cxn modelId="{38470BAE-0A4B-4A5C-B6D7-4A78D23A5F51}" type="presOf" srcId="{DE5190AC-4EFE-4912-96CD-FC39CB551B88}" destId="{D2CB6D0B-ED14-40FE-93DE-95080B0E8EFE}" srcOrd="0" destOrd="0" presId="picture"/>
    <dgm:cxn modelId="{4F6373A5-2CAE-4AAF-A90A-EC9C8696D286}" type="presParOf" srcId="{C26E71F7-08E3-40BD-AA66-6049D8B92127}" destId="{5C9AC3FB-F2E9-4D3D-8BC1-084CBF45FB49}" srcOrd="11" destOrd="0" presId="picture"/>
    <dgm:cxn modelId="{83415207-193A-4EC0-B759-7913595DD39D}" type="presParOf" srcId="{5C9AC3FB-F2E9-4D3D-8BC1-084CBF45FB49}" destId="{68F91835-C1A7-42F3-968C-A24698C48FAF}" srcOrd="0" destOrd="0" presId="picture"/>
    <dgm:cxn modelId="{A1AA007B-6BF9-4589-A842-24BE38F2D339}" type="presOf" srcId="{4C88C000-E69C-47D5-AC9D-EBF34B350AFE}" destId="{68F91835-C1A7-42F3-968C-A24698C48FAF}" srcOrd="0" destOrd="0" presId="picture"/>
    <dgm:cxn modelId="{F238C411-8664-4A79-B4ED-4374C26FA3AE}" type="presParOf" srcId="{C26E71F7-08E3-40BD-AA66-6049D8B92127}" destId="{DC56EC99-940A-4449-AA59-F9BDF7FD513A}" srcOrd="12" destOrd="0" presId="picture"/>
    <dgm:cxn modelId="{B30D1ECE-3760-4656-9FAF-8F1493231ADB}" type="presParOf" srcId="{C26E71F7-08E3-40BD-AA66-6049D8B92127}" destId="{29991CA4-BB4A-43BC-9FA2-EA1444E19BF1}" srcOrd="13" destOrd="0" presId="picture"/>
    <dgm:cxn modelId="{DE106CA9-D2E2-4A34-A1CA-F5293B42256C}" type="presParOf" srcId="{29991CA4-BB4A-43BC-9FA2-EA1444E19BF1}" destId="{9CF70962-90E2-4E19-B4D9-273E4F3B24B9}" srcOrd="0" destOrd="0" presId="picture"/>
    <dgm:cxn modelId="{6CF63E5E-4B43-4A67-95E7-BD6BD82115CB}" type="presOf" srcId="{C7F91E98-9759-4C9A-A46E-567F4050FC06}" destId="{9CF70962-90E2-4E19-B4D9-273E4F3B24B9}" srcOrd="0" destOrd="0" presId="picture"/>
    <dgm:cxn modelId="{AC793203-CA28-4CDA-A05A-340169FB859A}" type="presParOf" srcId="{C26E71F7-08E3-40BD-AA66-6049D8B92127}" destId="{A7AB2079-CBF1-4F66-B94B-E324BC4DA765}" srcOrd="14" destOrd="0" presId="picture"/>
    <dgm:cxn modelId="{6C636F37-B878-4BBA-860E-72196DA2A490}" type="presParOf" srcId="{A7AB2079-CBF1-4F66-B94B-E324BC4DA765}" destId="{0F0D059A-A717-4343-9FDB-86424ABA0571}" srcOrd="0" destOrd="0" presId="picture"/>
    <dgm:cxn modelId="{6988B63D-5C38-44F8-8044-9E865C2CACC0}" type="presOf" srcId="{48A730E2-E0A5-4682-AF0E-E4CD15074C93}" destId="{0F0D059A-A717-4343-9FDB-86424ABA0571}" srcOrd="0" destOrd="0" presId="picture"/>
    <dgm:cxn modelId="{365FDD7E-C6A7-49F9-973D-66BCE2162EFD}" type="presParOf" srcId="{C26E71F7-08E3-40BD-AA66-6049D8B92127}" destId="{F786A0CD-84F0-4407-9114-A72EE6B6452B}" srcOrd="15" destOrd="0" presId="picture"/>
    <dgm:cxn modelId="{CBE789A6-D8CC-45B0-8528-94AB7EE70123}" type="presParOf" srcId="{C26E71F7-08E3-40BD-AA66-6049D8B92127}" destId="{47491525-647C-4D66-BA4B-3AF49677881D}" srcOrd="16" destOrd="0" presId="picture"/>
    <dgm:cxn modelId="{DAD8263A-D1DC-481B-B681-945C15937D5D}" type="presParOf" srcId="{47491525-647C-4D66-BA4B-3AF49677881D}" destId="{872C8477-B81C-4919-9862-CBA608B200EF}" srcOrd="0" destOrd="0" presId="picture"/>
    <dgm:cxn modelId="{B8666D53-D43B-4FAB-B0C8-9EAC6F9F47CD}" type="presOf" srcId="{5B6FF7EA-3CC9-4655-952E-8B7B1794A565}" destId="{872C8477-B81C-4919-9862-CBA608B200EF}" srcOrd="0" destOrd="0" presId="picture"/>
    <dgm:cxn modelId="{3493943A-206C-42DD-B35C-7155F40486ED}" type="presParOf" srcId="{C26E71F7-08E3-40BD-AA66-6049D8B92127}" destId="{5F9CC6CB-E410-4578-8FC9-3AB0C1FDCB41}" srcOrd="17" destOrd="0" presId="picture"/>
    <dgm:cxn modelId="{6CE2D115-54A8-49AA-B2A9-4980A80053BE}" type="presParOf" srcId="{5F9CC6CB-E410-4578-8FC9-3AB0C1FDCB41}" destId="{360D7B6C-4717-448B-A593-691257E2F912}" srcOrd="0" destOrd="0" presId="picture"/>
    <dgm:cxn modelId="{A3F8BA76-A999-44ED-9CF0-C5B6299ABB19}" type="presOf" srcId="{A1838498-E31E-4552-B849-C9DC140BE5DA}" destId="{360D7B6C-4717-448B-A593-691257E2F912}" srcOrd="0" destOrd="0" presId="picture"/>
    <dgm:cxn modelId="{1AE317CC-9AC2-4037-B3CD-CABC13DFF0FB}" type="presParOf" srcId="{C26E71F7-08E3-40BD-AA66-6049D8B92127}" destId="{25927325-1122-4F0F-9644-54FAA6D963CD}" srcOrd="18" destOrd="0" presId="picture"/>
    <dgm:cxn modelId="{C1B26633-1B39-4DF3-817A-23F14D0D44D2}" type="presParOf" srcId="{C26E71F7-08E3-40BD-AA66-6049D8B92127}" destId="{14B0ED46-9AFB-4D43-8DDA-D023E9EE79BC}" srcOrd="19" destOrd="0" presId="picture"/>
    <dgm:cxn modelId="{3F61C730-1EBF-4078-9EDF-0FE0B9C081C2}" type="presParOf" srcId="{14B0ED46-9AFB-4D43-8DDA-D023E9EE79BC}" destId="{8BD7F5DA-8884-4A2B-B35C-0E0257D2FF75}" srcOrd="0" destOrd="0" presId="picture"/>
    <dgm:cxn modelId="{EB985812-2678-4AEF-9A35-1E5C6848D049}" type="presOf" srcId="{4E2205C5-168E-49F4-A218-F2E2E52EDDD5}" destId="{8BD7F5DA-8884-4A2B-B35C-0E0257D2FF75}" srcOrd="0" destOrd="0" presId="picture"/>
  </dgm:cxnLst>
  <dgm:bg/>
  <dgm:whole/>
  <dgm:extLst>
    <a:ext uri="http://schemas.microsoft.com/office/drawing/2008/diagram">
      <dsp:dataModelExt xmlns:dsp="http://schemas.microsoft.com/office/drawing/2008/diagram" relId="rId2" minVer="http://schemas.openxmlformats.org/drawingml/2006/main"/>
    </a:ext>
  </dgm:extLst>
</dgm:dataModel>
</file>

<file path=ppt/diagrams/data3.xml><?xml version="1.0" encoding="utf-8"?>
<dgm:dataModel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dgm="http://schemas.openxmlformats.org/drawingml/2006/diagram">
  <dgm:ptLst>
    <dgm:pt modelId="{F08C16B7-1702-4028-B3C5-89702D35748F}" type="doc">
      <dgm:prSet loTypeId="urn:microsoft.com/office/officeart/2008/layout/CircularPictureCallout#2" loCatId="picture" qsTypeId="urn:microsoft.com/office/officeart/2005/8/quickstyle/simple1#2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9BA7344F-0167-4D5A-A6EB-13248C56C87F}" type="parTrans" cxnId="{15416276-E090-4FD4-B0D4-7CF33D4DFED5}">
      <dgm:prSet/>
      <dgm:spPr/>
      <dgm:t>
        <a:bodyPr/>
        <a:lstStyle/>
        <a:p>
          <a:endParaRPr lang="zh-CN" altLang="en-US"/>
        </a:p>
      </dgm:t>
    </dgm:pt>
    <dgm:pt modelId="{EA0305A9-814A-4755-BAC0-56714DFB7401}">
      <dgm:prSet custT="1"/>
      <dgm:spPr>
        <a:noFill/>
        <a:ln>
          <a:noFill/>
        </a:ln>
      </dgm:spPr>
      <dgm:t>
        <a:bodyPr/>
        <a:lstStyle/>
        <a:p>
          <a:pPr rtl="0"/>
          <a:endParaRPr lang="zh-CN" sz="6500"/>
        </a:p>
      </dgm:t>
    </dgm:pt>
    <dgm:pt modelId="{9C2BC03F-D8A7-4C48-A947-E8B26239E246}" type="sibTrans" cxnId="{15416276-E090-4FD4-B0D4-7CF33D4DFED5}">
      <dgm:prSet/>
      <dgm:spPr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zh-CN" altLang="en-US"/>
        </a:p>
      </dgm:t>
    </dgm:pt>
    <dgm:pt modelId="{01570058-8438-4168-B506-C84026835A3D}" type="parTrans" cxnId="{14237C75-0E29-4CA2-8DC4-59872F761D61}">
      <dgm:prSet/>
      <dgm:spPr/>
      <dgm:t>
        <a:bodyPr/>
        <a:lstStyle/>
        <a:p>
          <a:endParaRPr lang="zh-CN" altLang="en-US"/>
        </a:p>
      </dgm:t>
    </dgm:pt>
    <dgm:pt modelId="{E45BAC56-8163-413C-B3F3-74A1DBDD1764}">
      <dgm:prSet custT="1"/>
      <dgm:spPr/>
      <dgm:t>
        <a:bodyPr vert="horz" wrap="square"/>
        <a:lstStyle/>
        <a:p>
          <a:pPr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/>
            <a:t>braid</a:t>
          </a:r>
        </a:p>
      </dgm:t>
    </dgm:pt>
    <dgm:pt modelId="{3F5B7484-6E9E-405E-93F4-22C2E81D76DB}" type="sibTrans" cxnId="{14237C75-0E29-4CA2-8DC4-59872F761D61}">
      <dgm:prSet/>
      <dgm:spPr>
        <a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3000" r="-3000"/>
          </a:stretch>
        </a:blipFill>
      </dgm:spPr>
      <dgm:t>
        <a:bodyPr/>
        <a:lstStyle/>
        <a:p>
          <a:endParaRPr lang="zh-CN" altLang="en-US"/>
        </a:p>
      </dgm:t>
    </dgm:pt>
    <dgm:pt modelId="{775F0682-BA7C-46C9-B8CB-50F734D09D99}" type="parTrans" cxnId="{17A9A541-6E01-412B-9F8D-2956932BB50C}">
      <dgm:prSet/>
      <dgm:spPr/>
      <dgm:t>
        <a:bodyPr/>
        <a:lstStyle/>
        <a:p>
          <a:endParaRPr lang="zh-CN" altLang="en-US"/>
        </a:p>
      </dgm:t>
    </dgm:pt>
    <dgm:pt modelId="{65132293-835A-498F-B1D2-B437FF170395}">
      <dgm:prSet custT="1"/>
      <dgm:spPr/>
      <dgm:t>
        <a:bodyPr vert="horz" wrap="square"/>
        <a:lstStyle/>
        <a:p>
          <a:pPr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/>
            <a:t>straight/curly/thick </a:t>
          </a:r>
        </a:p>
      </dgm:t>
    </dgm:pt>
    <dgm:pt modelId="{EACA825B-F68C-4B92-99CF-8898CDAF8960}" type="sibTrans" cxnId="{17A9A541-6E01-412B-9F8D-2956932BB50C}">
      <dgm:prSet/>
      <dgm:spPr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zh-CN" altLang="en-US"/>
        </a:p>
      </dgm:t>
    </dgm:pt>
    <dgm:pt modelId="{A44A6B90-5C4D-40FC-A38A-CD9480F484C1}" type="parTrans" cxnId="{54411B50-8D3A-437B-835C-AF9C75CCA9DE}">
      <dgm:prSet/>
      <dgm:spPr/>
      <dgm:t>
        <a:bodyPr/>
        <a:lstStyle/>
        <a:p>
          <a:endParaRPr lang="zh-CN" altLang="en-US"/>
        </a:p>
      </dgm:t>
    </dgm:pt>
    <dgm:pt modelId="{EDEC780F-8919-41DE-BFD3-7076741E7498}">
      <dgm:prSet custT="1"/>
      <dgm:spPr/>
      <dgm:t>
        <a:bodyPr vert="horz" wrap="square"/>
        <a:lstStyle/>
        <a:p>
          <a:pPr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/>
            <a:t>bald</a:t>
          </a:r>
        </a:p>
      </dgm:t>
    </dgm:pt>
    <dgm:pt modelId="{45EC12B0-2522-451E-82BA-7241918B253A}" type="sibTrans" cxnId="{54411B50-8D3A-437B-835C-AF9C75CCA9DE}">
      <dgm:prSet/>
      <dgm:spPr>
        <a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zh-CN" altLang="en-US"/>
        </a:p>
      </dgm:t>
    </dgm:pt>
    <dgm:pt modelId="{EB7EDBA6-9B85-41DB-AE76-910BC297AE29}" type="parTrans" cxnId="{E058C7B6-3579-45E3-9615-D94C546D364A}">
      <dgm:prSet/>
      <dgm:spPr/>
      <dgm:t>
        <a:bodyPr/>
        <a:lstStyle/>
        <a:p>
          <a:endParaRPr lang="zh-CN" altLang="en-US"/>
        </a:p>
      </dgm:t>
    </dgm:pt>
    <dgm:pt modelId="{C2BF5DEB-43DD-4AF7-BED9-5326E1CF4436}">
      <dgm:prSet custT="1"/>
      <dgm:spPr/>
      <dgm:t>
        <a:bodyPr vert="horz" wrap="square"/>
        <a:lstStyle/>
        <a:p>
          <a:pPr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800"/>
            <a:t>low/high hairline</a:t>
          </a:r>
        </a:p>
      </dgm:t>
    </dgm:pt>
    <dgm:pt modelId="{BEB3B566-95A2-40AD-A8EE-D9978F2641BB}" type="sibTrans" cxnId="{E058C7B6-3579-45E3-9615-D94C546D364A}">
      <dgm:prSet/>
      <dgm:spPr>
        <a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40000" r="-40000"/>
          </a:stretch>
        </a:blipFill>
      </dgm:spPr>
      <dgm:t>
        <a:bodyPr/>
        <a:lstStyle/>
        <a:p>
          <a:endParaRPr lang="zh-CN" altLang="en-US"/>
        </a:p>
      </dgm:t>
    </dgm:pt>
    <dgm:pt modelId="{BBEACD5F-0994-4926-91CE-59E5841CA23B}" type="parTrans" cxnId="{1CE3A919-E05C-4733-86D5-FB218822C9B2}">
      <dgm:prSet/>
      <dgm:spPr/>
      <dgm:t>
        <a:bodyPr/>
        <a:lstStyle/>
        <a:p>
          <a:endParaRPr lang="zh-CN" altLang="en-US"/>
        </a:p>
      </dgm:t>
    </dgm:pt>
    <dgm:pt modelId="{9339952A-7CDA-4FCD-8178-0B9FA39F9CAB}">
      <dgm:prSet custT="1"/>
      <dgm:spPr/>
      <dgm:t>
        <a:bodyPr vert="horz" wrap="square"/>
        <a:lstStyle/>
        <a:p>
          <a:pPr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/>
            <a:t>red/blonde/br</a:t>
          </a:r>
          <a:r>
            <a:rPr lang="en-US" altLang="zh-CN" sz="2800"/>
            <a:t>u</a:t>
          </a:r>
          <a:r>
            <a:rPr lang="en-US" sz="2800"/>
            <a:t>nette </a:t>
          </a:r>
        </a:p>
      </dgm:t>
    </dgm:pt>
    <dgm:pt modelId="{8D0CE72A-05A1-463B-AE73-6393DB197AFA}" type="sibTrans" cxnId="{1CE3A919-E05C-4733-86D5-FB218822C9B2}">
      <dgm:prSet/>
      <dgm:spPr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zh-CN" altLang="en-US"/>
        </a:p>
      </dgm:t>
    </dgm:pt>
    <dgm:pt modelId="{F467A054-22FA-4DBC-B180-E7A96C23AC09}" type="parTrans" cxnId="{9D21919E-D895-48C0-980A-233FFAB6AE66}">
      <dgm:prSet/>
      <dgm:spPr/>
      <dgm:t>
        <a:bodyPr/>
        <a:lstStyle/>
        <a:p>
          <a:endParaRPr lang="zh-CN" altLang="en-US"/>
        </a:p>
      </dgm:t>
    </dgm:pt>
    <dgm:pt modelId="{4E86D419-EE98-4D9E-847C-C9BC0741C9FA}">
      <dgm:prSet/>
      <dgm:spPr/>
      <dgm:t>
        <a:bodyPr/>
        <a:lstStyle/>
        <a:p>
          <a:pPr rtl="0"/>
          <a:r>
            <a:rPr lang="en-US" altLang="zh-CN"/>
            <a:t>…</a:t>
          </a:r>
          <a:endParaRPr lang="zh-CN" sz="5300"/>
        </a:p>
      </dgm:t>
    </dgm:pt>
    <dgm:pt modelId="{9384199A-7E30-4D0F-9E88-9ACA9F7BE713}" type="sibTrans" cxnId="{9D21919E-D895-48C0-980A-233FFAB6AE66}">
      <dgm:prSet/>
      <dgm:spPr/>
      <dgm:t>
        <a:bodyPr/>
        <a:lstStyle/>
        <a:p>
          <a:endParaRPr lang="zh-CN" altLang="en-US"/>
        </a:p>
      </dgm:t>
    </dgm:pt>
    <dgm:pt modelId="{3A9E2C12-1F36-4A87-B2CF-E4151427D434}" type="pres">
      <dgm:prSet presAssocID="{F08C16B7-1702-4028-B3C5-89702D35748F}" presName="Name0">
        <dgm:presLayoutVars>
          <dgm:chMax val="7"/>
          <dgm:chPref val="7"/>
          <dgm:dir/>
        </dgm:presLayoutVars>
      </dgm:prSet>
      <dgm:spPr/>
      <dgm:t>
        <a:bodyPr/>
        <a:lstStyle/>
        <a:p/>
      </dgm:t>
    </dgm:pt>
    <dgm:pt modelId="{73677FDA-7561-406E-A9B7-88809BA13709}" type="pres">
      <dgm:prSet presAssocID="{F08C16B7-1702-4028-B3C5-89702D35748F}" presName="Name1"/>
      <dgm:spPr/>
      <dgm:t>
        <a:bodyPr/>
        <a:lstStyle/>
        <a:p/>
      </dgm:t>
    </dgm:pt>
    <dgm:pt modelId="{944D59C5-A80A-4C87-92E9-33084E9510E6}" type="pres">
      <dgm:prSet presAssocID="{9C2BC03F-D8A7-4C48-A947-E8B26239E246}" presName="picture_1"/>
      <dgm:spPr/>
      <dgm:t>
        <a:bodyPr/>
        <a:lstStyle/>
        <a:p/>
      </dgm:t>
    </dgm:pt>
    <dgm:pt modelId="{82F1EB0D-24D1-46C4-84A2-2D4A6889C7F0}" type="pres">
      <dgm:prSet presAssocID="{9C2BC03F-D8A7-4C48-A947-E8B26239E246}" presName="pictureRepeatNode" presStyleLbl="alignImgPlace1" presStyleCnt="7" custLinFactNeighborX="-184" custLinFactNeighborY="-3756"/>
      <dgm:spPr/>
      <dgm:t>
        <a:bodyPr/>
        <a:lstStyle/>
        <a:p/>
      </dgm:t>
    </dgm:pt>
    <dgm:pt modelId="{F94020D8-0A30-4253-8C93-97EA4681AA7C}" type="pres">
      <dgm:prSet presAssocID="{EA0305A9-814A-4755-BAC0-56714DFB7401}" presName="text_1" presStyleLbl="node1" presStyleIdx="6" presStyleCnt="7">
        <dgm:presLayoutVars>
          <dgm:bulletEnabled val="1"/>
        </dgm:presLayoutVars>
      </dgm:prSet>
      <dgm:spPr/>
      <dgm:t>
        <a:bodyPr/>
        <a:lstStyle/>
        <a:p/>
      </dgm:t>
    </dgm:pt>
    <dgm:pt modelId="{1738092B-404F-4B95-86CA-40DD97B165BD}" type="pres">
      <dgm:prSet presAssocID="{3F5B7484-6E9E-405E-93F4-22C2E81D76DB}" presName="picture_2"/>
      <dgm:spPr/>
      <dgm:t>
        <a:bodyPr/>
        <a:lstStyle/>
        <a:p/>
      </dgm:t>
    </dgm:pt>
    <dgm:pt modelId="{1B9FCDBC-DEAE-4F0E-9B70-2B8812486904}" type="pres">
      <dgm:prSet presAssocID="{3F5B7484-6E9E-405E-93F4-22C2E81D76DB}" presName="pictureRepeatNode" presStyleLbl="alignImgPlace1" presStyleIdx="1" presStyleCnt="7"/>
      <dgm:spPr/>
      <dgm:t>
        <a:bodyPr/>
        <a:lstStyle/>
        <a:p/>
      </dgm:t>
    </dgm:pt>
    <dgm:pt modelId="{4870E768-5BCC-482F-A858-2CBAFE0374E1}" type="pres">
      <dgm:prSet presAssocID="{E45BAC56-8163-413C-B3F3-74A1DBDD1764}" presName="line_2" presStyleLbl="parChTrans1D1" presStyleCnt="6"/>
      <dgm:spPr/>
      <dgm:t>
        <a:bodyPr/>
        <a:lstStyle/>
        <a:p/>
      </dgm:t>
    </dgm:pt>
    <dgm:pt modelId="{9856EC38-9A71-49DD-AAB7-3004B688B348}" type="pres">
      <dgm:prSet presAssocID="{E45BAC56-8163-413C-B3F3-74A1DBDD1764}" presName="textparent_2" presStyleLbl="node1" presStyleCnt="7"/>
      <dgm:spPr/>
      <dgm:t>
        <a:bodyPr/>
        <a:lstStyle/>
        <a:p/>
      </dgm:t>
    </dgm:pt>
    <dgm:pt modelId="{0232BC1C-1141-4C9B-A83B-0F722032E505}" type="pres">
      <dgm:prSet presAssocID="{E45BAC56-8163-413C-B3F3-74A1DBDD1764}" presName="text_2" presStyleLbl="revTx" presStyleCnt="6">
        <dgm:presLayoutVars>
          <dgm:bulletEnabled val="1"/>
        </dgm:presLayoutVars>
      </dgm:prSet>
      <dgm:spPr/>
      <dgm:t>
        <a:bodyPr/>
        <a:lstStyle/>
        <a:p/>
      </dgm:t>
    </dgm:pt>
    <dgm:pt modelId="{73FA8445-07A7-4491-A9AB-63C72FFD6FB8}" type="pres">
      <dgm:prSet presAssocID="{EACA825B-F68C-4B92-99CF-8898CDAF8960}" presName="picture_3"/>
      <dgm:spPr/>
      <dgm:t>
        <a:bodyPr/>
        <a:lstStyle/>
        <a:p/>
      </dgm:t>
    </dgm:pt>
    <dgm:pt modelId="{6D4EE7AF-69D4-4BF0-BF05-D8E7003047BF}" type="pres">
      <dgm:prSet presAssocID="{EACA825B-F68C-4B92-99CF-8898CDAF8960}" presName="pictureRepeatNode" presStyleLbl="alignImgPlace1" presStyleIdx="2" presStyleCnt="7"/>
      <dgm:spPr/>
      <dgm:t>
        <a:bodyPr/>
        <a:lstStyle/>
        <a:p/>
      </dgm:t>
    </dgm:pt>
    <dgm:pt modelId="{97BF21EC-0D43-4AA8-9DC3-35A107CAF66B}" type="pres">
      <dgm:prSet presAssocID="{65132293-835A-498F-B1D2-B437FF170395}" presName="line_3" presStyleLbl="parChTrans1D1" presStyleIdx="1" presStyleCnt="6"/>
      <dgm:spPr/>
      <dgm:t>
        <a:bodyPr/>
        <a:lstStyle/>
        <a:p/>
      </dgm:t>
    </dgm:pt>
    <dgm:pt modelId="{6629380A-FA07-4312-955C-55F07332303F}" type="pres">
      <dgm:prSet presAssocID="{65132293-835A-498F-B1D2-B437FF170395}" presName="textparent_3" presStyleLbl="node1" presStyleIdx="1" presStyleCnt="7"/>
      <dgm:spPr/>
      <dgm:t>
        <a:bodyPr/>
        <a:lstStyle/>
        <a:p/>
      </dgm:t>
    </dgm:pt>
    <dgm:pt modelId="{10CB4B81-5DFE-4412-A1F7-E092FF5FCD7A}" type="pres">
      <dgm:prSet presAssocID="{65132293-835A-498F-B1D2-B437FF170395}" presName="text_3" presStyleLbl="revTx" presStyleIdx="1" presStyleCnt="6">
        <dgm:presLayoutVars>
          <dgm:bulletEnabled val="1"/>
        </dgm:presLayoutVars>
      </dgm:prSet>
      <dgm:spPr/>
      <dgm:t>
        <a:bodyPr/>
        <a:lstStyle/>
        <a:p/>
      </dgm:t>
    </dgm:pt>
    <dgm:pt modelId="{B5A4D1FD-DA73-4914-BCF1-88E6DE814AD9}" type="pres">
      <dgm:prSet presAssocID="{45EC12B0-2522-451E-82BA-7241918B253A}" presName="picture_4"/>
      <dgm:spPr/>
      <dgm:t>
        <a:bodyPr/>
        <a:lstStyle/>
        <a:p/>
      </dgm:t>
    </dgm:pt>
    <dgm:pt modelId="{5CCAE533-FEB2-4E08-B48B-9D47F0CA4ACB}" type="pres">
      <dgm:prSet presAssocID="{45EC12B0-2522-451E-82BA-7241918B253A}" presName="pictureRepeatNode" presStyleLbl="alignImgPlace1" presStyleIdx="3" presStyleCnt="7"/>
      <dgm:spPr/>
      <dgm:t>
        <a:bodyPr/>
        <a:lstStyle/>
        <a:p/>
      </dgm:t>
    </dgm:pt>
    <dgm:pt modelId="{0BA97FA1-710A-4FA0-A549-B1EE4856AD7E}" type="pres">
      <dgm:prSet presAssocID="{EDEC780F-8919-41DE-BFD3-7076741E7498}" presName="line_4" presStyleLbl="parChTrans1D1" presStyleIdx="2" presStyleCnt="6"/>
      <dgm:spPr/>
      <dgm:t>
        <a:bodyPr/>
        <a:lstStyle/>
        <a:p/>
      </dgm:t>
    </dgm:pt>
    <dgm:pt modelId="{A1D76D0B-873B-4716-BF4B-DA7DBF43C083}" type="pres">
      <dgm:prSet presAssocID="{EDEC780F-8919-41DE-BFD3-7076741E7498}" presName="textparent_4" presStyleLbl="node1" presStyleIdx="2" presStyleCnt="7"/>
      <dgm:spPr/>
      <dgm:t>
        <a:bodyPr/>
        <a:lstStyle/>
        <a:p/>
      </dgm:t>
    </dgm:pt>
    <dgm:pt modelId="{BDC525E2-DD0E-479C-87D4-F4081323DF04}" type="pres">
      <dgm:prSet presAssocID="{EDEC780F-8919-41DE-BFD3-7076741E7498}" presName="text_4" presStyleLbl="revTx" presStyleIdx="2" presStyleCnt="6">
        <dgm:presLayoutVars>
          <dgm:bulletEnabled val="1"/>
        </dgm:presLayoutVars>
      </dgm:prSet>
      <dgm:spPr/>
      <dgm:t>
        <a:bodyPr/>
        <a:lstStyle/>
        <a:p/>
      </dgm:t>
    </dgm:pt>
    <dgm:pt modelId="{181EB736-56AE-41E8-BE96-98680C77BA08}" type="pres">
      <dgm:prSet presAssocID="{BEB3B566-95A2-40AD-A8EE-D9978F2641BB}" presName="picture_5"/>
      <dgm:spPr/>
      <dgm:t>
        <a:bodyPr/>
        <a:lstStyle/>
        <a:p/>
      </dgm:t>
    </dgm:pt>
    <dgm:pt modelId="{BB53C838-EA80-45B6-B4B4-8A837F7294A2}" type="pres">
      <dgm:prSet presAssocID="{BEB3B566-95A2-40AD-A8EE-D9978F2641BB}" presName="pictureRepeatNode" presStyleLbl="alignImgPlace1" presStyleIdx="4" presStyleCnt="7"/>
      <dgm:spPr/>
      <dgm:t>
        <a:bodyPr/>
        <a:lstStyle/>
        <a:p/>
      </dgm:t>
    </dgm:pt>
    <dgm:pt modelId="{AC5BF8FE-F32A-421F-A9F9-060FDBB14B2E}" type="pres">
      <dgm:prSet presAssocID="{C2BF5DEB-43DD-4AF7-BED9-5326E1CF4436}" presName="line_5" presStyleLbl="parChTrans1D1" presStyleIdx="3" presStyleCnt="6"/>
      <dgm:spPr/>
      <dgm:t>
        <a:bodyPr/>
        <a:lstStyle/>
        <a:p/>
      </dgm:t>
    </dgm:pt>
    <dgm:pt modelId="{C1118938-2F5B-4FB5-8717-60572168C900}" type="pres">
      <dgm:prSet presAssocID="{C2BF5DEB-43DD-4AF7-BED9-5326E1CF4436}" presName="textparent_5" presStyleLbl="node1" presStyleIdx="3" presStyleCnt="7"/>
      <dgm:spPr/>
      <dgm:t>
        <a:bodyPr/>
        <a:lstStyle/>
        <a:p/>
      </dgm:t>
    </dgm:pt>
    <dgm:pt modelId="{662BEBCB-D9A1-42C8-A573-FD35F31E11B8}" type="pres">
      <dgm:prSet presAssocID="{C2BF5DEB-43DD-4AF7-BED9-5326E1CF4436}" presName="text_5" presStyleLbl="revTx" presStyleIdx="3" presStyleCnt="6">
        <dgm:presLayoutVars>
          <dgm:bulletEnabled val="1"/>
        </dgm:presLayoutVars>
      </dgm:prSet>
      <dgm:spPr/>
      <dgm:t>
        <a:bodyPr/>
        <a:lstStyle/>
        <a:p/>
      </dgm:t>
    </dgm:pt>
    <dgm:pt modelId="{466A4A76-E2AF-42AE-B91D-E20C67D3B7E8}" type="pres">
      <dgm:prSet presAssocID="{8D0CE72A-05A1-463B-AE73-6393DB197AFA}" presName="picture_6"/>
      <dgm:spPr/>
      <dgm:t>
        <a:bodyPr/>
        <a:lstStyle/>
        <a:p/>
      </dgm:t>
    </dgm:pt>
    <dgm:pt modelId="{EBC1F9D9-CEF1-4351-A1F4-C235AD85B2AB}" type="pres">
      <dgm:prSet presAssocID="{8D0CE72A-05A1-463B-AE73-6393DB197AFA}" presName="pictureRepeatNode" presStyleLbl="alignImgPlace1" presStyleIdx="5" presStyleCnt="7"/>
      <dgm:spPr/>
      <dgm:t>
        <a:bodyPr/>
        <a:lstStyle/>
        <a:p/>
      </dgm:t>
    </dgm:pt>
    <dgm:pt modelId="{4E3E35F6-3286-4850-9217-FABDE0CFFE20}" type="pres">
      <dgm:prSet presAssocID="{9339952A-7CDA-4FCD-8178-0B9FA39F9CAB}" presName="line_6" presStyleLbl="parChTrans1D1" presStyleIdx="4" presStyleCnt="6"/>
      <dgm:spPr/>
      <dgm:t>
        <a:bodyPr/>
        <a:lstStyle/>
        <a:p/>
      </dgm:t>
    </dgm:pt>
    <dgm:pt modelId="{8FE459FF-0ADF-480A-93C0-35C307D283C2}" type="pres">
      <dgm:prSet presAssocID="{9339952A-7CDA-4FCD-8178-0B9FA39F9CAB}" presName="textparent_6" presStyleLbl="node1" presStyleIdx="4" presStyleCnt="7"/>
      <dgm:spPr/>
      <dgm:t>
        <a:bodyPr/>
        <a:lstStyle/>
        <a:p/>
      </dgm:t>
    </dgm:pt>
    <dgm:pt modelId="{75631071-18EB-419A-A92D-443146B1362E}" type="pres">
      <dgm:prSet presAssocID="{9339952A-7CDA-4FCD-8178-0B9FA39F9CAB}" presName="text_6" presStyleLbl="revTx" presStyleIdx="4" presStyleCnt="6">
        <dgm:presLayoutVars>
          <dgm:bulletEnabled val="1"/>
        </dgm:presLayoutVars>
      </dgm:prSet>
      <dgm:spPr/>
      <dgm:t>
        <a:bodyPr/>
        <a:lstStyle/>
        <a:p/>
      </dgm:t>
    </dgm:pt>
    <dgm:pt modelId="{31FEA1BF-31B6-4846-AF4B-4F8CCC2EB22B}" type="pres">
      <dgm:prSet presAssocID="{9384199A-7E30-4D0F-9E88-9ACA9F7BE713}" presName="picture_7"/>
      <dgm:spPr/>
      <dgm:t>
        <a:bodyPr/>
        <a:lstStyle/>
        <a:p/>
      </dgm:t>
    </dgm:pt>
    <dgm:pt modelId="{5902B21B-097D-4E1C-924D-3B83CEBC8E7D}" type="pres">
      <dgm:prSet presAssocID="{9384199A-7E30-4D0F-9E88-9ACA9F7BE713}" presName="pictureRepeatNode" presStyleLbl="alignImgPlace1" presStyleIdx="6" presStyleCnt="7"/>
      <dgm:spPr/>
      <dgm:t>
        <a:bodyPr/>
        <a:lstStyle/>
        <a:p/>
      </dgm:t>
    </dgm:pt>
    <dgm:pt modelId="{065C64EC-F454-4A6A-9EB3-8C0B72B161A6}" type="pres">
      <dgm:prSet presAssocID="{4E86D419-EE98-4D9E-847C-C9BC0741C9FA}" presName="line_7" presStyleLbl="parChTrans1D1" presStyleIdx="5" presStyleCnt="6"/>
      <dgm:spPr/>
      <dgm:t>
        <a:bodyPr/>
        <a:lstStyle/>
        <a:p/>
      </dgm:t>
    </dgm:pt>
    <dgm:pt modelId="{51792082-6DB6-48F8-BD97-61FD4094243E}" type="pres">
      <dgm:prSet presAssocID="{4E86D419-EE98-4D9E-847C-C9BC0741C9FA}" presName="textparent_7" presStyleLbl="node1" presStyleIdx="5" presStyleCnt="7"/>
      <dgm:spPr/>
      <dgm:t>
        <a:bodyPr/>
        <a:lstStyle/>
        <a:p/>
      </dgm:t>
    </dgm:pt>
    <dgm:pt modelId="{0E1F6B32-C1B0-4FFB-932A-37F3E3B01428}" type="pres">
      <dgm:prSet presAssocID="{4E86D419-EE98-4D9E-847C-C9BC0741C9FA}" presName="text_7" presStyleLbl="revTx" presStyleIdx="5" presStyleCnt="6">
        <dgm:presLayoutVars>
          <dgm:bulletEnabled val="1"/>
        </dgm:presLayoutVars>
      </dgm:prSet>
      <dgm:spPr/>
      <dgm:t>
        <a:bodyPr/>
        <a:lstStyle/>
        <a:p/>
      </dgm:t>
    </dgm:pt>
  </dgm:ptLst>
  <dgm:cxnLst>
    <dgm:cxn modelId="{15416276-E090-4FD4-B0D4-7CF33D4DFED5}" srcId="{F08C16B7-1702-4028-B3C5-89702D35748F}" destId="{EA0305A9-814A-4755-BAC0-56714DFB7401}" srcOrd="0" destOrd="0" parTransId="{9BA7344F-0167-4D5A-A6EB-13248C56C87F}" sibTransId="{9C2BC03F-D8A7-4C48-A947-E8B26239E246}"/>
    <dgm:cxn modelId="{14237C75-0E29-4CA2-8DC4-59872F761D61}" srcId="{F08C16B7-1702-4028-B3C5-89702D35748F}" destId="{E45BAC56-8163-413C-B3F3-74A1DBDD1764}" srcOrd="1" destOrd="0" parTransId="{01570058-8438-4168-B506-C84026835A3D}" sibTransId="{3F5B7484-6E9E-405E-93F4-22C2E81D76DB}"/>
    <dgm:cxn modelId="{17A9A541-6E01-412B-9F8D-2956932BB50C}" srcId="{F08C16B7-1702-4028-B3C5-89702D35748F}" destId="{65132293-835A-498F-B1D2-B437FF170395}" srcOrd="2" destOrd="0" parTransId="{775F0682-BA7C-46C9-B8CB-50F734D09D99}" sibTransId="{EACA825B-F68C-4B92-99CF-8898CDAF8960}"/>
    <dgm:cxn modelId="{54411B50-8D3A-437B-835C-AF9C75CCA9DE}" srcId="{F08C16B7-1702-4028-B3C5-89702D35748F}" destId="{EDEC780F-8919-41DE-BFD3-7076741E7498}" srcOrd="3" destOrd="0" parTransId="{A44A6B90-5C4D-40FC-A38A-CD9480F484C1}" sibTransId="{45EC12B0-2522-451E-82BA-7241918B253A}"/>
    <dgm:cxn modelId="{E058C7B6-3579-45E3-9615-D94C546D364A}" srcId="{F08C16B7-1702-4028-B3C5-89702D35748F}" destId="{C2BF5DEB-43DD-4AF7-BED9-5326E1CF4436}" srcOrd="4" destOrd="0" parTransId="{EB7EDBA6-9B85-41DB-AE76-910BC297AE29}" sibTransId="{BEB3B566-95A2-40AD-A8EE-D9978F2641BB}"/>
    <dgm:cxn modelId="{1CE3A919-E05C-4733-86D5-FB218822C9B2}" srcId="{F08C16B7-1702-4028-B3C5-89702D35748F}" destId="{9339952A-7CDA-4FCD-8178-0B9FA39F9CAB}" srcOrd="5" destOrd="0" parTransId="{BBEACD5F-0994-4926-91CE-59E5841CA23B}" sibTransId="{8D0CE72A-05A1-463B-AE73-6393DB197AFA}"/>
    <dgm:cxn modelId="{9D21919E-D895-48C0-980A-233FFAB6AE66}" srcId="{F08C16B7-1702-4028-B3C5-89702D35748F}" destId="{4E86D419-EE98-4D9E-847C-C9BC0741C9FA}" srcOrd="6" destOrd="0" parTransId="{F467A054-22FA-4DBC-B180-E7A96C23AC09}" sibTransId="{9384199A-7E30-4D0F-9E88-9ACA9F7BE713}"/>
    <dgm:cxn modelId="{E284C4C4-4251-4F02-93BC-EFBA33CCE838}" type="presOf" srcId="{F08C16B7-1702-4028-B3C5-89702D35748F}" destId="{3A9E2C12-1F36-4A87-B2CF-E4151427D434}" srcOrd="0" destOrd="0" presId="urn:microsoft.com/office/officeart/2008/layout/CircularPictureCallout#2"/>
    <dgm:cxn modelId="{4DFAD50A-E4EC-4B62-BC0C-B7A4AA0B68AB}" type="presParOf" srcId="{3A9E2C12-1F36-4A87-B2CF-E4151427D434}" destId="{73677FDA-7561-406E-A9B7-88809BA13709}" srcOrd="0" destOrd="0" presId="urn:microsoft.com/office/officeart/2008/layout/CircularPictureCallout#2"/>
    <dgm:cxn modelId="{10B6BCB0-2A97-434E-A105-8C38B1C587EC}" type="presParOf" srcId="{73677FDA-7561-406E-A9B7-88809BA13709}" destId="{944D59C5-A80A-4C87-92E9-33084E9510E6}" srcOrd="0" destOrd="0" presId="urn:microsoft.com/office/officeart/2008/layout/CircularPictureCallout#2"/>
    <dgm:cxn modelId="{FE2EA09A-5CD9-4F27-BE1E-7E8B0367FF41}" type="presParOf" srcId="{944D59C5-A80A-4C87-92E9-33084E9510E6}" destId="{82F1EB0D-24D1-46C4-84A2-2D4A6889C7F0}" srcOrd="0" destOrd="0" presId="urn:microsoft.com/office/officeart/2008/layout/CircularPictureCallout#2"/>
    <dgm:cxn modelId="{1E3085CB-18B4-400B-A7DF-3EF41704F299}" type="presOf" srcId="{9C2BC03F-D8A7-4C48-A947-E8B26239E246}" destId="{82F1EB0D-24D1-46C4-84A2-2D4A6889C7F0}" srcOrd="0" destOrd="0" presId="urn:microsoft.com/office/officeart/2008/layout/CircularPictureCallout#2"/>
    <dgm:cxn modelId="{B346DC0F-81F5-4841-8863-5258579B0C6E}" type="presParOf" srcId="{73677FDA-7561-406E-A9B7-88809BA13709}" destId="{F94020D8-0A30-4253-8C93-97EA4681AA7C}" srcOrd="1" destOrd="0" presId="urn:microsoft.com/office/officeart/2008/layout/CircularPictureCallout#2"/>
    <dgm:cxn modelId="{5C08CE2F-285A-46ED-8F6A-472B01E01905}" type="presOf" srcId="{EA0305A9-814A-4755-BAC0-56714DFB7401}" destId="{F94020D8-0A30-4253-8C93-97EA4681AA7C}" srcOrd="0" destOrd="0" presId="urn:microsoft.com/office/officeart/2008/layout/CircularPictureCallout#2"/>
    <dgm:cxn modelId="{DDF2B26D-AD5B-4BF5-B98D-A8D563443F16}" type="presParOf" srcId="{73677FDA-7561-406E-A9B7-88809BA13709}" destId="{1738092B-404F-4B95-86CA-40DD97B165BD}" srcOrd="2" destOrd="0" presId="urn:microsoft.com/office/officeart/2008/layout/CircularPictureCallout#2"/>
    <dgm:cxn modelId="{090E9ED6-B9D0-4CAC-9E48-9942BE5CC7CD}" type="presParOf" srcId="{1738092B-404F-4B95-86CA-40DD97B165BD}" destId="{1B9FCDBC-DEAE-4F0E-9B70-2B8812486904}" srcOrd="0" destOrd="0" presId="urn:microsoft.com/office/officeart/2008/layout/CircularPictureCallout#2"/>
    <dgm:cxn modelId="{8BCF410D-DD47-441C-8580-E1ACEEA57B2D}" type="presOf" srcId="{3F5B7484-6E9E-405E-93F4-22C2E81D76DB}" destId="{1B9FCDBC-DEAE-4F0E-9B70-2B8812486904}" srcOrd="0" destOrd="0" presId="urn:microsoft.com/office/officeart/2008/layout/CircularPictureCallout#2"/>
    <dgm:cxn modelId="{FBAD3D59-9EF5-4075-AFAF-6E9455382DB5}" type="presParOf" srcId="{73677FDA-7561-406E-A9B7-88809BA13709}" destId="{4870E768-5BCC-482F-A858-2CBAFE0374E1}" srcOrd="3" destOrd="0" presId="urn:microsoft.com/office/officeart/2008/layout/CircularPictureCallout#2"/>
    <dgm:cxn modelId="{4A67C5EB-6CF3-42D9-9DA6-969100452BCC}" type="presParOf" srcId="{73677FDA-7561-406E-A9B7-88809BA13709}" destId="{9856EC38-9A71-49DD-AAB7-3004B688B348}" srcOrd="4" destOrd="0" presId="urn:microsoft.com/office/officeart/2008/layout/CircularPictureCallout#2"/>
    <dgm:cxn modelId="{3A7DF521-B445-48E8-BDB0-6EA4F91353C8}" type="presParOf" srcId="{9856EC38-9A71-49DD-AAB7-3004B688B348}" destId="{0232BC1C-1141-4C9B-A83B-0F722032E505}" srcOrd="0" destOrd="0" presId="urn:microsoft.com/office/officeart/2008/layout/CircularPictureCallout#2"/>
    <dgm:cxn modelId="{C159D06F-E3EA-470A-BB92-68D4B9A92748}" type="presOf" srcId="{E45BAC56-8163-413C-B3F3-74A1DBDD1764}" destId="{0232BC1C-1141-4C9B-A83B-0F722032E505}" srcOrd="0" destOrd="0" presId="urn:microsoft.com/office/officeart/2008/layout/CircularPictureCallout#2"/>
    <dgm:cxn modelId="{41FFD074-0635-4E74-8E25-A082CB229D67}" type="presParOf" srcId="{73677FDA-7561-406E-A9B7-88809BA13709}" destId="{73FA8445-07A7-4491-A9AB-63C72FFD6FB8}" srcOrd="5" destOrd="0" presId="urn:microsoft.com/office/officeart/2008/layout/CircularPictureCallout#2"/>
    <dgm:cxn modelId="{F9473D0A-21E9-40CF-A963-097D8E16C6A8}" type="presParOf" srcId="{73FA8445-07A7-4491-A9AB-63C72FFD6FB8}" destId="{6D4EE7AF-69D4-4BF0-BF05-D8E7003047BF}" srcOrd="0" destOrd="0" presId="urn:microsoft.com/office/officeart/2008/layout/CircularPictureCallout#2"/>
    <dgm:cxn modelId="{9D3DD940-FAA1-4B69-90B6-A4AB6F3A3BA9}" type="presOf" srcId="{EACA825B-F68C-4B92-99CF-8898CDAF8960}" destId="{6D4EE7AF-69D4-4BF0-BF05-D8E7003047BF}" srcOrd="0" destOrd="0" presId="urn:microsoft.com/office/officeart/2008/layout/CircularPictureCallout#2"/>
    <dgm:cxn modelId="{8C37502D-3033-44A5-B1D1-3A9DBBED3D7D}" type="presParOf" srcId="{73677FDA-7561-406E-A9B7-88809BA13709}" destId="{97BF21EC-0D43-4AA8-9DC3-35A107CAF66B}" srcOrd="6" destOrd="0" presId="urn:microsoft.com/office/officeart/2008/layout/CircularPictureCallout#2"/>
    <dgm:cxn modelId="{375B6A0B-E281-4710-8490-6FEADCCE7C5F}" type="presParOf" srcId="{73677FDA-7561-406E-A9B7-88809BA13709}" destId="{6629380A-FA07-4312-955C-55F07332303F}" srcOrd="7" destOrd="0" presId="urn:microsoft.com/office/officeart/2008/layout/CircularPictureCallout#2"/>
    <dgm:cxn modelId="{C383B4FB-5692-4E0B-ACB6-F89AAE67D774}" type="presParOf" srcId="{6629380A-FA07-4312-955C-55F07332303F}" destId="{10CB4B81-5DFE-4412-A1F7-E092FF5FCD7A}" srcOrd="0" destOrd="0" presId="urn:microsoft.com/office/officeart/2008/layout/CircularPictureCallout#2"/>
    <dgm:cxn modelId="{B8728F33-2DE1-489C-847F-35EC10F64938}" type="presOf" srcId="{65132293-835A-498F-B1D2-B437FF170395}" destId="{10CB4B81-5DFE-4412-A1F7-E092FF5FCD7A}" srcOrd="0" destOrd="0" presId="urn:microsoft.com/office/officeart/2008/layout/CircularPictureCallout#2"/>
    <dgm:cxn modelId="{E9206266-052A-415F-A617-E9A9B49956DA}" type="presParOf" srcId="{73677FDA-7561-406E-A9B7-88809BA13709}" destId="{B5A4D1FD-DA73-4914-BCF1-88E6DE814AD9}" srcOrd="8" destOrd="0" presId="urn:microsoft.com/office/officeart/2008/layout/CircularPictureCallout#2"/>
    <dgm:cxn modelId="{7211A28E-05FC-4A8E-9B34-7D47B28E7051}" type="presParOf" srcId="{B5A4D1FD-DA73-4914-BCF1-88E6DE814AD9}" destId="{5CCAE533-FEB2-4E08-B48B-9D47F0CA4ACB}" srcOrd="0" destOrd="0" presId="urn:microsoft.com/office/officeart/2008/layout/CircularPictureCallout#2"/>
    <dgm:cxn modelId="{CFF16A82-36E8-4F87-9A25-896E6E6173AA}" type="presOf" srcId="{45EC12B0-2522-451E-82BA-7241918B253A}" destId="{5CCAE533-FEB2-4E08-B48B-9D47F0CA4ACB}" srcOrd="0" destOrd="0" presId="urn:microsoft.com/office/officeart/2008/layout/CircularPictureCallout#2"/>
    <dgm:cxn modelId="{E1EFC011-50A8-434F-957C-3B94FC0FD9ED}" type="presParOf" srcId="{73677FDA-7561-406E-A9B7-88809BA13709}" destId="{0BA97FA1-710A-4FA0-A549-B1EE4856AD7E}" srcOrd="9" destOrd="0" presId="urn:microsoft.com/office/officeart/2008/layout/CircularPictureCallout#2"/>
    <dgm:cxn modelId="{5A8926A5-E151-4738-B2B8-1CA0583B6C59}" type="presParOf" srcId="{73677FDA-7561-406E-A9B7-88809BA13709}" destId="{A1D76D0B-873B-4716-BF4B-DA7DBF43C083}" srcOrd="10" destOrd="0" presId="urn:microsoft.com/office/officeart/2008/layout/CircularPictureCallout#2"/>
    <dgm:cxn modelId="{4DCD9381-4AD9-48E5-8F6E-0B0D744E288F}" type="presParOf" srcId="{A1D76D0B-873B-4716-BF4B-DA7DBF43C083}" destId="{BDC525E2-DD0E-479C-87D4-F4081323DF04}" srcOrd="0" destOrd="0" presId="urn:microsoft.com/office/officeart/2008/layout/CircularPictureCallout#2"/>
    <dgm:cxn modelId="{93E53887-E944-4BF5-A838-54D1AE9F4706}" type="presOf" srcId="{EDEC780F-8919-41DE-BFD3-7076741E7498}" destId="{BDC525E2-DD0E-479C-87D4-F4081323DF04}" srcOrd="0" destOrd="0" presId="urn:microsoft.com/office/officeart/2008/layout/CircularPictureCallout#2"/>
    <dgm:cxn modelId="{F173E132-9EF8-45DC-AA4F-798CE5F3F7DF}" type="presParOf" srcId="{73677FDA-7561-406E-A9B7-88809BA13709}" destId="{181EB736-56AE-41E8-BE96-98680C77BA08}" srcOrd="11" destOrd="0" presId="urn:microsoft.com/office/officeart/2008/layout/CircularPictureCallout#2"/>
    <dgm:cxn modelId="{EC04BB89-08EC-4659-B5D4-7ABFF92EB37D}" type="presParOf" srcId="{181EB736-56AE-41E8-BE96-98680C77BA08}" destId="{BB53C838-EA80-45B6-B4B4-8A837F7294A2}" srcOrd="0" destOrd="0" presId="urn:microsoft.com/office/officeart/2008/layout/CircularPictureCallout#2"/>
    <dgm:cxn modelId="{D2210BED-C198-4F7C-AB02-BD1484987F08}" type="presOf" srcId="{BEB3B566-95A2-40AD-A8EE-D9978F2641BB}" destId="{BB53C838-EA80-45B6-B4B4-8A837F7294A2}" srcOrd="0" destOrd="0" presId="urn:microsoft.com/office/officeart/2008/layout/CircularPictureCallout#2"/>
    <dgm:cxn modelId="{F60766A8-B25B-4447-97A5-F8FA0DC62EA2}" type="presParOf" srcId="{73677FDA-7561-406E-A9B7-88809BA13709}" destId="{AC5BF8FE-F32A-421F-A9F9-060FDBB14B2E}" srcOrd="12" destOrd="0" presId="urn:microsoft.com/office/officeart/2008/layout/CircularPictureCallout#2"/>
    <dgm:cxn modelId="{C316251D-FDCA-47C3-BDC2-3989A83E3F41}" type="presParOf" srcId="{73677FDA-7561-406E-A9B7-88809BA13709}" destId="{C1118938-2F5B-4FB5-8717-60572168C900}" srcOrd="13" destOrd="0" presId="urn:microsoft.com/office/officeart/2008/layout/CircularPictureCallout#2"/>
    <dgm:cxn modelId="{1B51CFEF-097E-4622-8443-65C9A01F15B5}" type="presParOf" srcId="{C1118938-2F5B-4FB5-8717-60572168C900}" destId="{662BEBCB-D9A1-42C8-A573-FD35F31E11B8}" srcOrd="0" destOrd="0" presId="urn:microsoft.com/office/officeart/2008/layout/CircularPictureCallout#2"/>
    <dgm:cxn modelId="{DB4BC3B9-AD80-40FE-BBAF-297F5EAAF327}" type="presOf" srcId="{C2BF5DEB-43DD-4AF7-BED9-5326E1CF4436}" destId="{662BEBCB-D9A1-42C8-A573-FD35F31E11B8}" srcOrd="0" destOrd="0" presId="urn:microsoft.com/office/officeart/2008/layout/CircularPictureCallout#2"/>
    <dgm:cxn modelId="{92DE455E-4C2F-436F-9793-46787F723821}" type="presParOf" srcId="{73677FDA-7561-406E-A9B7-88809BA13709}" destId="{466A4A76-E2AF-42AE-B91D-E20C67D3B7E8}" srcOrd="14" destOrd="0" presId="urn:microsoft.com/office/officeart/2008/layout/CircularPictureCallout#2"/>
    <dgm:cxn modelId="{FA9A3596-9EE9-4500-A70A-31179614A9AD}" type="presParOf" srcId="{466A4A76-E2AF-42AE-B91D-E20C67D3B7E8}" destId="{EBC1F9D9-CEF1-4351-A1F4-C235AD85B2AB}" srcOrd="0" destOrd="0" presId="urn:microsoft.com/office/officeart/2008/layout/CircularPictureCallout#2"/>
    <dgm:cxn modelId="{A887AC89-2585-44CE-8C73-7328D35B730F}" type="presOf" srcId="{8D0CE72A-05A1-463B-AE73-6393DB197AFA}" destId="{EBC1F9D9-CEF1-4351-A1F4-C235AD85B2AB}" srcOrd="0" destOrd="0" presId="urn:microsoft.com/office/officeart/2008/layout/CircularPictureCallout#2"/>
    <dgm:cxn modelId="{FF639786-99AA-4B0F-95E4-AAFCDB7FD786}" type="presParOf" srcId="{73677FDA-7561-406E-A9B7-88809BA13709}" destId="{4E3E35F6-3286-4850-9217-FABDE0CFFE20}" srcOrd="15" destOrd="0" presId="urn:microsoft.com/office/officeart/2008/layout/CircularPictureCallout#2"/>
    <dgm:cxn modelId="{93EFDCFA-0116-4A19-866F-9080190C83AA}" type="presParOf" srcId="{73677FDA-7561-406E-A9B7-88809BA13709}" destId="{8FE459FF-0ADF-480A-93C0-35C307D283C2}" srcOrd="16" destOrd="0" presId="urn:microsoft.com/office/officeart/2008/layout/CircularPictureCallout#2"/>
    <dgm:cxn modelId="{177E5D5C-3D05-4BA2-B8A6-26500689055A}" type="presParOf" srcId="{8FE459FF-0ADF-480A-93C0-35C307D283C2}" destId="{75631071-18EB-419A-A92D-443146B1362E}" srcOrd="0" destOrd="0" presId="urn:microsoft.com/office/officeart/2008/layout/CircularPictureCallout#2"/>
    <dgm:cxn modelId="{C07B355C-8545-4A45-A366-BB18D30FB71B}" type="presOf" srcId="{9339952A-7CDA-4FCD-8178-0B9FA39F9CAB}" destId="{75631071-18EB-419A-A92D-443146B1362E}" srcOrd="0" destOrd="0" presId="urn:microsoft.com/office/officeart/2008/layout/CircularPictureCallout#2"/>
    <dgm:cxn modelId="{2CA73C11-DA37-40F2-B3B1-5A9709D5FB06}" type="presParOf" srcId="{73677FDA-7561-406E-A9B7-88809BA13709}" destId="{31FEA1BF-31B6-4846-AF4B-4F8CCC2EB22B}" srcOrd="17" destOrd="0" presId="urn:microsoft.com/office/officeart/2008/layout/CircularPictureCallout#2"/>
    <dgm:cxn modelId="{4FB88669-12BF-40A9-83D7-F7730F9DD385}" type="presParOf" srcId="{31FEA1BF-31B6-4846-AF4B-4F8CCC2EB22B}" destId="{5902B21B-097D-4E1C-924D-3B83CEBC8E7D}" srcOrd="0" destOrd="0" presId="urn:microsoft.com/office/officeart/2008/layout/CircularPictureCallout#2"/>
    <dgm:cxn modelId="{D37D6635-6C26-46F0-9117-D071A5DB627E}" type="presOf" srcId="{9384199A-7E30-4D0F-9E88-9ACA9F7BE713}" destId="{5902B21B-097D-4E1C-924D-3B83CEBC8E7D}" srcOrd="0" destOrd="0" presId="urn:microsoft.com/office/officeart/2008/layout/CircularPictureCallout#2"/>
    <dgm:cxn modelId="{27C1B847-1431-4A79-9634-FD60A8245A82}" type="presParOf" srcId="{73677FDA-7561-406E-A9B7-88809BA13709}" destId="{065C64EC-F454-4A6A-9EB3-8C0B72B161A6}" srcOrd="18" destOrd="0" presId="urn:microsoft.com/office/officeart/2008/layout/CircularPictureCallout#2"/>
    <dgm:cxn modelId="{A6B239C6-BC62-4AE1-A379-4110F01BBCA5}" type="presParOf" srcId="{73677FDA-7561-406E-A9B7-88809BA13709}" destId="{51792082-6DB6-48F8-BD97-61FD4094243E}" srcOrd="19" destOrd="0" presId="urn:microsoft.com/office/officeart/2008/layout/CircularPictureCallout#2"/>
    <dgm:cxn modelId="{35278F05-EAF3-4674-97FE-05FDBDF61815}" type="presParOf" srcId="{51792082-6DB6-48F8-BD97-61FD4094243E}" destId="{0E1F6B32-C1B0-4FFB-932A-37F3E3B01428}" srcOrd="0" destOrd="0" presId="urn:microsoft.com/office/officeart/2008/layout/CircularPictureCallout#2"/>
    <dgm:cxn modelId="{96615A23-3B1B-46BC-A572-75ABDF965733}" type="presOf" srcId="{4E86D419-EE98-4D9E-847C-C9BC0741C9FA}" destId="{0E1F6B32-C1B0-4FFB-932A-37F3E3B01428}" srcOrd="0" destOrd="0" presId="urn:microsoft.com/office/officeart/2008/layout/CircularPictureCallout#2"/>
  </dgm:cxnLst>
  <dgm:bg/>
  <dgm:whole/>
  <dgm:extLst>
    <a:ext uri="http://schemas.microsoft.com/office/drawing/2008/diagram">
      <dsp:dataModelExt xmlns:dsp="http://schemas.microsoft.com/office/drawing/2008/diagram" relId="rId2" minVer="http://schemas.openxmlformats.org/drawingml/2006/main"/>
    </a:ext>
  </dgm:extLst>
</dgm:dataModel>
</file>

<file path=ppt/diagrams/data4.xml><?xml version="1.0" encoding="utf-8"?>
<dgm:dataModel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dgm="http://schemas.openxmlformats.org/drawingml/2006/diagram">
  <dgm:ptLst>
    <dgm:pt modelId="{4393A46E-3E02-48EF-9E69-98F444755A38}" type="doc">
      <dgm:prSet loTypeId="picture" loCatId="picture" qsTypeId="urn:microsoft.com/office/officeart/2005/8/quickstyle/simple1#3" qsCatId="simple" csTypeId="urn:microsoft.com/office/officeart/2005/8/colors/accent1_2#2" csCatId="accent1" phldr="1"/>
      <dgm:spPr/>
      <dgm:t>
        <a:bodyPr/>
        <a:lstStyle/>
        <a:p>
          <a:endParaRPr lang="zh-CN" altLang="en-US"/>
        </a:p>
      </dgm:t>
    </dgm:pt>
    <dgm:pt modelId="{BB95AB4B-8AFC-41D6-A8FF-0745EB80AF48}" type="parTrans" cxnId="{AD1B7AF0-B4FB-4FC0-8A99-5AB0F6B36BE8}">
      <dgm:prSet/>
      <dgm:spPr/>
      <dgm:t>
        <a:bodyPr/>
        <a:lstStyle/>
        <a:p>
          <a:endParaRPr lang="zh-CN" altLang="en-US"/>
        </a:p>
      </dgm:t>
    </dgm:pt>
    <dgm:pt modelId="{D39BD655-B474-4F44-A3CA-7076C7C939C8}">
      <dgm:prSet/>
      <dgm:spPr>
        <a:noFill/>
        <a:ln>
          <a:noFill/>
        </a:ln>
      </dgm:spPr>
      <dgm:t>
        <a:bodyPr/>
        <a:lstStyle/>
        <a:p>
          <a:pPr rtl="0"/>
          <a:r>
            <a:rPr lang="en-US" altLang="zh-CN"/>
            <a:t> </a:t>
          </a:r>
          <a:endParaRPr lang="zh-CN" sz="6500"/>
        </a:p>
      </dgm:t>
    </dgm:pt>
    <dgm:pt modelId="{613A1F12-E078-4853-B876-71858D6DD731}" type="sibTrans" cxnId="{AD1B7AF0-B4FB-4FC0-8A99-5AB0F6B36BE8}">
      <dgm:prSet/>
      <dgm:spPr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17000" r="-17000"/>
          </a:stretch>
        </a:blipFill>
      </dgm:spPr>
      <dgm:t>
        <a:bodyPr/>
        <a:lstStyle/>
        <a:p>
          <a:endParaRPr lang="zh-CN" altLang="en-US"/>
        </a:p>
      </dgm:t>
    </dgm:pt>
    <dgm:pt modelId="{71B2EFB8-6D2D-4665-8563-B0A2569ABF0C}" type="parTrans" cxnId="{0B582995-A2CF-4E86-891E-BC3F48F7280A}">
      <dgm:prSet/>
      <dgm:spPr/>
      <dgm:t>
        <a:bodyPr/>
        <a:lstStyle/>
        <a:p>
          <a:endParaRPr lang="zh-CN" altLang="en-US"/>
        </a:p>
      </dgm:t>
    </dgm:pt>
    <dgm:pt modelId="{9796B3A6-4AC7-45F0-B79A-3735D20B0253}">
      <dgm:prSet custT="1"/>
      <dgm:spPr/>
      <dgm:t>
        <a:bodyPr vert="horz" wrap="square"/>
        <a:lstStyle/>
        <a:p>
          <a:pPr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>
              <a:latin typeface="Times New Roman" panose="02020603050405020304" charset="0"/>
              <a:cs typeface="Times New Roman" panose="02020603050405020304" charset="0"/>
            </a:rPr>
            <a:t>bright/huge/dark/watery eyes</a:t>
          </a:r>
          <a:endParaRPr lang="en-US" sz="2000">
            <a:latin typeface="Times New Roman" panose="02020603050405020304" charset="0"/>
            <a:cs typeface="Times New Roman" panose="02020603050405020304" charset="0"/>
          </a:endParaRPr>
        </a:p>
      </dgm:t>
    </dgm:pt>
    <dgm:pt modelId="{EAFA253C-8A3F-4490-B99D-9BA994DD0F0F}" type="sibTrans" cxnId="{0B582995-A2CF-4E86-891E-BC3F48F7280A}">
      <dgm:prSet/>
      <dgm:spPr>
        <a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8000" r="-8000"/>
          </a:stretch>
        </a:blipFill>
      </dgm:spPr>
      <dgm:t>
        <a:bodyPr/>
        <a:lstStyle/>
        <a:p>
          <a:endParaRPr lang="zh-CN" altLang="en-US"/>
        </a:p>
      </dgm:t>
    </dgm:pt>
    <dgm:pt modelId="{5AB87066-704D-4B6A-B498-87C9811F96F4}" type="parTrans" cxnId="{5936666B-9278-4365-BD57-E61611EC1BE7}">
      <dgm:prSet/>
      <dgm:spPr/>
      <dgm:t>
        <a:bodyPr/>
        <a:lstStyle/>
        <a:p>
          <a:endParaRPr lang="zh-CN" altLang="en-US"/>
        </a:p>
      </dgm:t>
    </dgm:pt>
    <dgm:pt modelId="{ECE1E39B-2529-4087-A1AA-A8D6E3B9407C}">
      <dgm:prSet custT="1"/>
      <dgm:spPr/>
      <dgm:t>
        <a:bodyPr vert="horz" wrap="square"/>
        <a:lstStyle/>
        <a:p>
          <a:pPr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>
              <a:latin typeface="Times New Roman" panose="02020603050405020304" charset="0"/>
              <a:cs typeface="Times New Roman" panose="02020603050405020304" charset="0"/>
            </a:rPr>
            <a:t>thin/pale/red face</a:t>
          </a:r>
          <a:endParaRPr lang="zh-CN" sz="2400">
            <a:latin typeface="Times New Roman" panose="02020603050405020304" charset="0"/>
            <a:cs typeface="Times New Roman" panose="02020603050405020304" charset="0"/>
          </a:endParaRPr>
        </a:p>
      </dgm:t>
    </dgm:pt>
    <dgm:pt modelId="{D5BAB824-4631-4920-9EBE-E75B7742A2AC}" type="sibTrans" cxnId="{5936666B-9278-4365-BD57-E61611EC1BE7}">
      <dgm:prSet/>
      <dgm:spPr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3000" r="-3000"/>
          </a:stretch>
        </a:blipFill>
      </dgm:spPr>
      <dgm:t>
        <a:bodyPr/>
        <a:lstStyle/>
        <a:p>
          <a:endParaRPr lang="zh-CN" altLang="en-US"/>
        </a:p>
      </dgm:t>
    </dgm:pt>
    <dgm:pt modelId="{F2C5EBAF-1711-4622-9D4E-1ED02A6E6940}" type="parTrans" cxnId="{4EA407CD-3221-4D83-ABDB-166F0B9CFE05}">
      <dgm:prSet/>
      <dgm:spPr/>
      <dgm:t>
        <a:bodyPr/>
        <a:lstStyle/>
        <a:p>
          <a:endParaRPr lang="zh-CN" altLang="en-US"/>
        </a:p>
      </dgm:t>
    </dgm:pt>
    <dgm:pt modelId="{75DAE4B0-3876-4F6D-AA1E-4698DFF3DA62}">
      <dgm:prSet custT="1"/>
      <dgm:spPr/>
      <dgm:t>
        <a:bodyPr vert="horz" wrap="square"/>
        <a:lstStyle/>
        <a:p>
          <a:pPr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>
              <a:latin typeface="Times New Roman" panose="02020603050405020304" charset="0"/>
              <a:cs typeface="Times New Roman" panose="02020603050405020304" charset="0"/>
            </a:rPr>
            <a:t>double chin/rosy cheeks</a:t>
          </a:r>
          <a:endParaRPr lang="en-US" sz="2400">
            <a:latin typeface="Times New Roman" panose="02020603050405020304" charset="0"/>
            <a:cs typeface="Times New Roman" panose="02020603050405020304" charset="0"/>
          </a:endParaRPr>
        </a:p>
      </dgm:t>
    </dgm:pt>
    <dgm:pt modelId="{3CC7F489-FE31-447E-A48D-BD2E95EF4645}" type="sibTrans" cxnId="{4EA407CD-3221-4D83-ABDB-166F0B9CFE05}">
      <dgm:prSet/>
      <dgm:spPr>
        <a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6000" r="-6000"/>
          </a:stretch>
        </a:blipFill>
      </dgm:spPr>
      <dgm:t>
        <a:bodyPr/>
        <a:lstStyle/>
        <a:p>
          <a:endParaRPr lang="zh-CN" altLang="en-US"/>
        </a:p>
      </dgm:t>
    </dgm:pt>
    <dgm:pt modelId="{99625B54-FAA8-499D-8223-1C7CA58A0D6F}" type="parTrans" cxnId="{FF7A8801-1329-4405-ABA2-6CDA19B216ED}">
      <dgm:prSet/>
      <dgm:spPr/>
      <dgm:t>
        <a:bodyPr/>
        <a:lstStyle/>
        <a:p>
          <a:endParaRPr lang="zh-CN" altLang="en-US"/>
        </a:p>
      </dgm:t>
    </dgm:pt>
    <dgm:pt modelId="{EFC557CF-C637-4FB2-9719-E0FA91A7D0EF}">
      <dgm:prSet custT="1"/>
      <dgm:spPr/>
      <dgm:t>
        <a:bodyPr vert="horz" wrap="square"/>
        <a:lstStyle/>
        <a:p>
          <a:pPr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>
              <a:latin typeface="Times New Roman" panose="02020603050405020304" charset="0"/>
              <a:cs typeface="Times New Roman" panose="02020603050405020304" charset="0"/>
            </a:rPr>
            <a:t>fair/dark skin/</a:t>
          </a:r>
          <a:endParaRPr lang="en-US" sz="2400">
            <a:latin typeface="Times New Roman" panose="02020603050405020304" charset="0"/>
            <a:cs typeface="Times New Roman" panose="02020603050405020304" charset="0"/>
          </a:endParaRPr>
        </a:p>
        <a:p>
          <a:pPr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>
              <a:latin typeface="Times New Roman" panose="02020603050405020304" charset="0"/>
              <a:cs typeface="Times New Roman" panose="02020603050405020304" charset="0"/>
            </a:rPr>
            <a:t>even teeth</a:t>
          </a:r>
          <a:endParaRPr lang="en-US" sz="2400">
            <a:latin typeface="Times New Roman" panose="02020603050405020304" charset="0"/>
            <a:cs typeface="Times New Roman" panose="02020603050405020304" charset="0"/>
          </a:endParaRPr>
        </a:p>
      </dgm:t>
    </dgm:pt>
    <dgm:pt modelId="{F1C602A9-A68C-414A-8D16-78F4525EA13C}" type="sibTrans" cxnId="{FF7A8801-1329-4405-ABA2-6CDA19B216ED}">
      <dgm:prSet/>
      <dgm:spPr>
        <a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50000" r="-50000"/>
          </a:stretch>
        </a:blipFill>
      </dgm:spPr>
      <dgm:t>
        <a:bodyPr/>
        <a:lstStyle/>
        <a:p>
          <a:endParaRPr lang="zh-CN" altLang="en-US"/>
        </a:p>
      </dgm:t>
    </dgm:pt>
    <dgm:pt modelId="{F766D93B-1198-4EE5-9C7F-BC369D650E27}" type="parTrans" cxnId="{63066256-4F7B-4FAF-A2A3-19D2CC064D76}">
      <dgm:prSet/>
      <dgm:spPr/>
      <dgm:t>
        <a:bodyPr/>
        <a:lstStyle/>
        <a:p>
          <a:endParaRPr lang="zh-CN" altLang="en-US"/>
        </a:p>
      </dgm:t>
    </dgm:pt>
    <dgm:pt modelId="{89177AC9-6DE4-41CB-A773-B2F066E819FE}">
      <dgm:prSet custT="1"/>
      <dgm:spPr/>
      <dgm:t>
        <a:bodyPr vert="horz" wrap="square"/>
        <a:lstStyle/>
        <a:p>
          <a:pPr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>
              <a:latin typeface="Times New Roman" panose="02020603050405020304" charset="0"/>
              <a:cs typeface="Times New Roman" panose="02020603050405020304" charset="0"/>
            </a:rPr>
            <a:t>thick/black eyebrow</a:t>
          </a:r>
          <a:endParaRPr lang="zh-CN" sz="2400">
            <a:latin typeface="Times New Roman" panose="02020603050405020304" charset="0"/>
            <a:cs typeface="Times New Roman" panose="02020603050405020304" charset="0"/>
          </a:endParaRPr>
        </a:p>
      </dgm:t>
    </dgm:pt>
    <dgm:pt modelId="{87B301B9-0561-435F-AC85-A397F6703E56}" type="sibTrans" cxnId="{63066256-4F7B-4FAF-A2A3-19D2CC064D76}">
      <dgm:prSet/>
      <dgm:spPr>
        <a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46000" r="-46000"/>
          </a:stretch>
        </a:blipFill>
      </dgm:spPr>
      <dgm:t>
        <a:bodyPr/>
        <a:lstStyle/>
        <a:p>
          <a:endParaRPr lang="zh-CN" altLang="en-US"/>
        </a:p>
      </dgm:t>
    </dgm:pt>
    <dgm:pt modelId="{A886CDAE-9499-4B6B-B6FF-C5CCA8ED1B7F}" type="parTrans" cxnId="{AC069EC8-6C22-4FC3-B247-02DBF5899621}">
      <dgm:prSet/>
      <dgm:spPr/>
      <dgm:t>
        <a:bodyPr/>
        <a:lstStyle/>
        <a:p>
          <a:endParaRPr lang="zh-CN" altLang="en-US"/>
        </a:p>
      </dgm:t>
    </dgm:pt>
    <dgm:pt modelId="{2225F805-C197-4868-A785-C342FBFFDA15}">
      <dgm:prSet custT="1"/>
      <dgm:spPr/>
      <dgm:t>
        <a:bodyPr vert="horz" wrap="square"/>
        <a:lstStyle/>
        <a:p>
          <a:pPr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>
              <a:latin typeface="Times New Roman" panose="02020603050405020304" charset="0"/>
              <a:cs typeface="Times New Roman" panose="02020603050405020304" charset="0"/>
            </a:rPr>
            <a:t>hooked/flat/freckled nose </a:t>
          </a:r>
          <a:endParaRPr lang="en-US" sz="2400">
            <a:latin typeface="Times New Roman" panose="02020603050405020304" charset="0"/>
            <a:cs typeface="Times New Roman" panose="02020603050405020304" charset="0"/>
          </a:endParaRPr>
        </a:p>
      </dgm:t>
    </dgm:pt>
    <dgm:pt modelId="{66967296-BC89-4EF6-B6B0-3D7F698E7D99}" type="sibTrans" cxnId="{AC069EC8-6C22-4FC3-B247-02DBF5899621}">
      <dgm:prSet/>
      <dgm:spPr>
        <a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zh-CN" altLang="en-US"/>
        </a:p>
      </dgm:t>
    </dgm:pt>
    <dgm:pt modelId="{C21C37C2-FD18-44B6-B1AD-DEE8D2091CE5}" type="pres">
      <dgm:prSet presAssocID="{4393A46E-3E02-48EF-9E69-98F444755A38}" presName="Name0">
        <dgm:presLayoutVars>
          <dgm:chMax val="7"/>
          <dgm:chPref val="7"/>
          <dgm:dir/>
        </dgm:presLayoutVars>
      </dgm:prSet>
      <dgm:spPr/>
      <dgm:t>
        <a:bodyPr/>
        <a:lstStyle/>
        <a:p/>
      </dgm:t>
    </dgm:pt>
    <dgm:pt modelId="{D175CBA9-FD09-4553-A5AE-BF6E133AE451}" type="pres">
      <dgm:prSet presAssocID="{4393A46E-3E02-48EF-9E69-98F444755A38}" presName="Name1"/>
      <dgm:spPr/>
      <dgm:t>
        <a:bodyPr/>
        <a:lstStyle/>
        <a:p/>
      </dgm:t>
    </dgm:pt>
    <dgm:pt modelId="{8D2C5A54-69B7-4BF0-A428-5D126232D76C}" type="pres">
      <dgm:prSet presAssocID="{613A1F12-E078-4853-B876-71858D6DD731}" presName="picture_1"/>
      <dgm:spPr/>
      <dgm:t>
        <a:bodyPr/>
        <a:lstStyle/>
        <a:p/>
      </dgm:t>
    </dgm:pt>
    <dgm:pt modelId="{B2FB4AA8-547E-46E3-A1B1-F07F5026DB86}" type="pres">
      <dgm:prSet presAssocID="{613A1F12-E078-4853-B876-71858D6DD731}" presName="pictureRepeatNode" presStyleLbl="alignImgPlace1" presStyleCnt="7" custScaleX="96745" custScaleY="100904"/>
      <dgm:spPr/>
      <dgm:t>
        <a:bodyPr/>
        <a:lstStyle/>
        <a:p/>
      </dgm:t>
    </dgm:pt>
    <dgm:pt modelId="{5365538D-1CDC-4438-B172-CC4B61C6B09A}" type="pres">
      <dgm:prSet presAssocID="{D39BD655-B474-4F44-A3CA-7076C7C939C8}" presName="text_1" presStyleLbl="node1" presStyleIdx="6" presStyleCnt="7">
        <dgm:presLayoutVars>
          <dgm:bulletEnabled val="1"/>
        </dgm:presLayoutVars>
      </dgm:prSet>
      <dgm:spPr/>
      <dgm:t>
        <a:bodyPr/>
        <a:lstStyle/>
        <a:p/>
      </dgm:t>
    </dgm:pt>
    <dgm:pt modelId="{E7449D48-F0FF-4AB9-B1AF-E10A1347674E}" type="pres">
      <dgm:prSet presAssocID="{EAFA253C-8A3F-4490-B99D-9BA994DD0F0F}" presName="picture_2"/>
      <dgm:spPr/>
      <dgm:t>
        <a:bodyPr/>
        <a:lstStyle/>
        <a:p/>
      </dgm:t>
    </dgm:pt>
    <dgm:pt modelId="{3EDDB9ED-F310-4FD2-83C9-6D50EB04244E}" type="pres">
      <dgm:prSet presAssocID="{EAFA253C-8A3F-4490-B99D-9BA994DD0F0F}" presName="pictureRepeatNode" presStyleLbl="alignImgPlace1" presStyleIdx="1" presStyleCnt="7"/>
      <dgm:spPr/>
      <dgm:t>
        <a:bodyPr/>
        <a:lstStyle/>
        <a:p/>
      </dgm:t>
    </dgm:pt>
    <dgm:pt modelId="{AD673DC9-F859-4917-BCB8-75B330034B97}" type="pres">
      <dgm:prSet presAssocID="{9796B3A6-4AC7-45F0-B79A-3735D20B0253}" presName="line_2" presStyleLbl="parChTrans1D1" presStyleCnt="6"/>
      <dgm:spPr/>
      <dgm:t>
        <a:bodyPr/>
        <a:lstStyle/>
        <a:p/>
      </dgm:t>
    </dgm:pt>
    <dgm:pt modelId="{BE13F13F-6119-43DE-BA63-99D689CD3ED0}" type="pres">
      <dgm:prSet presAssocID="{9796B3A6-4AC7-45F0-B79A-3735D20B0253}" presName="textparent_2" presStyleLbl="node1" presStyleCnt="7"/>
      <dgm:spPr/>
      <dgm:t>
        <a:bodyPr/>
        <a:lstStyle/>
        <a:p/>
      </dgm:t>
    </dgm:pt>
    <dgm:pt modelId="{7FEDB29A-790B-4BBE-B89B-DF49602A8423}" type="pres">
      <dgm:prSet presAssocID="{9796B3A6-4AC7-45F0-B79A-3735D20B0253}" presName="text_2" presStyleLbl="revTx" presStyleCnt="6" custScaleX="150941">
        <dgm:presLayoutVars>
          <dgm:bulletEnabled val="1"/>
        </dgm:presLayoutVars>
      </dgm:prSet>
      <dgm:spPr/>
      <dgm:t>
        <a:bodyPr/>
        <a:lstStyle/>
        <a:p/>
      </dgm:t>
    </dgm:pt>
    <dgm:pt modelId="{4F5608AF-203B-431E-AC6B-A43D758D7C7D}" type="pres">
      <dgm:prSet presAssocID="{D5BAB824-4631-4920-9EBE-E75B7742A2AC}" presName="picture_3"/>
      <dgm:spPr/>
      <dgm:t>
        <a:bodyPr/>
        <a:lstStyle/>
        <a:p/>
      </dgm:t>
    </dgm:pt>
    <dgm:pt modelId="{3F13F366-FA69-492C-A76B-99408BB821CF}" type="pres">
      <dgm:prSet presAssocID="{D5BAB824-4631-4920-9EBE-E75B7742A2AC}" presName="pictureRepeatNode" presStyleLbl="alignImgPlace1" presStyleIdx="2" presStyleCnt="7"/>
      <dgm:spPr/>
      <dgm:t>
        <a:bodyPr/>
        <a:lstStyle/>
        <a:p/>
      </dgm:t>
    </dgm:pt>
    <dgm:pt modelId="{DAF4C5DB-37FD-46A0-92CE-545C8F0386AA}" type="pres">
      <dgm:prSet presAssocID="{ECE1E39B-2529-4087-A1AA-A8D6E3B9407C}" presName="line_3" presStyleLbl="parChTrans1D1" presStyleIdx="1" presStyleCnt="6"/>
      <dgm:spPr/>
      <dgm:t>
        <a:bodyPr/>
        <a:lstStyle/>
        <a:p/>
      </dgm:t>
    </dgm:pt>
    <dgm:pt modelId="{5D2B42A2-760E-43EC-8154-56C5C899304F}" type="pres">
      <dgm:prSet presAssocID="{ECE1E39B-2529-4087-A1AA-A8D6E3B9407C}" presName="textparent_3" presStyleLbl="node1" presStyleIdx="1" presStyleCnt="7"/>
      <dgm:spPr/>
      <dgm:t>
        <a:bodyPr/>
        <a:lstStyle/>
        <a:p/>
      </dgm:t>
    </dgm:pt>
    <dgm:pt modelId="{A3FF1A11-45FA-46E4-AF5F-70D821FBE56F}" type="pres">
      <dgm:prSet presAssocID="{ECE1E39B-2529-4087-A1AA-A8D6E3B9407C}" presName="text_3" presStyleLbl="revTx" presStyleIdx="1" presStyleCnt="6">
        <dgm:presLayoutVars>
          <dgm:bulletEnabled val="1"/>
        </dgm:presLayoutVars>
      </dgm:prSet>
      <dgm:spPr/>
      <dgm:t>
        <a:bodyPr/>
        <a:lstStyle/>
        <a:p/>
      </dgm:t>
    </dgm:pt>
    <dgm:pt modelId="{CB1EC700-0401-4E6B-99F3-10ECA360114D}" type="pres">
      <dgm:prSet presAssocID="{3CC7F489-FE31-447E-A48D-BD2E95EF4645}" presName="picture_4"/>
      <dgm:spPr/>
      <dgm:t>
        <a:bodyPr/>
        <a:lstStyle/>
        <a:p/>
      </dgm:t>
    </dgm:pt>
    <dgm:pt modelId="{FB85CDCA-A97C-411C-B70C-50AEBC6420D6}" type="pres">
      <dgm:prSet presAssocID="{3CC7F489-FE31-447E-A48D-BD2E95EF4645}" presName="pictureRepeatNode" presStyleLbl="alignImgPlace1" presStyleIdx="3" presStyleCnt="7"/>
      <dgm:spPr/>
      <dgm:t>
        <a:bodyPr/>
        <a:lstStyle/>
        <a:p/>
      </dgm:t>
    </dgm:pt>
    <dgm:pt modelId="{B9DE5D53-C431-4527-B019-E8DE41257B7F}" type="pres">
      <dgm:prSet presAssocID="{75DAE4B0-3876-4F6D-AA1E-4698DFF3DA62}" presName="line_4" presStyleLbl="parChTrans1D1" presStyleIdx="2" presStyleCnt="6"/>
      <dgm:spPr/>
      <dgm:t>
        <a:bodyPr/>
        <a:lstStyle/>
        <a:p/>
      </dgm:t>
    </dgm:pt>
    <dgm:pt modelId="{C93A78EC-567D-4857-ACC9-A0C50F08561D}" type="pres">
      <dgm:prSet presAssocID="{75DAE4B0-3876-4F6D-AA1E-4698DFF3DA62}" presName="textparent_4" presStyleLbl="node1" presStyleIdx="2" presStyleCnt="7"/>
      <dgm:spPr/>
      <dgm:t>
        <a:bodyPr/>
        <a:lstStyle/>
        <a:p/>
      </dgm:t>
    </dgm:pt>
    <dgm:pt modelId="{F08CD850-23A3-4FB4-BD75-8D0744490180}" type="pres">
      <dgm:prSet presAssocID="{75DAE4B0-3876-4F6D-AA1E-4698DFF3DA62}" presName="text_4" presStyleLbl="revTx" presStyleIdx="2" presStyleCnt="6">
        <dgm:presLayoutVars>
          <dgm:bulletEnabled val="1"/>
        </dgm:presLayoutVars>
      </dgm:prSet>
      <dgm:spPr/>
      <dgm:t>
        <a:bodyPr/>
        <a:lstStyle/>
        <a:p/>
      </dgm:t>
    </dgm:pt>
    <dgm:pt modelId="{04752D0E-1AFF-488F-AA81-6BABE930D410}" type="pres">
      <dgm:prSet presAssocID="{F1C602A9-A68C-414A-8D16-78F4525EA13C}" presName="picture_5"/>
      <dgm:spPr/>
      <dgm:t>
        <a:bodyPr/>
        <a:lstStyle/>
        <a:p/>
      </dgm:t>
    </dgm:pt>
    <dgm:pt modelId="{BFB22558-2812-4219-8F3D-6E9EAAC56460}" type="pres">
      <dgm:prSet presAssocID="{F1C602A9-A68C-414A-8D16-78F4525EA13C}" presName="pictureRepeatNode" presStyleLbl="alignImgPlace1" presStyleIdx="4" presStyleCnt="7"/>
      <dgm:spPr/>
      <dgm:t>
        <a:bodyPr/>
        <a:lstStyle/>
        <a:p/>
      </dgm:t>
    </dgm:pt>
    <dgm:pt modelId="{EB723B8E-72F1-4553-9DB3-BC36E18B1377}" type="pres">
      <dgm:prSet presAssocID="{EFC557CF-C637-4FB2-9719-E0FA91A7D0EF}" presName="line_5" presStyleLbl="parChTrans1D1" presStyleIdx="3" presStyleCnt="6"/>
      <dgm:spPr/>
      <dgm:t>
        <a:bodyPr/>
        <a:lstStyle/>
        <a:p/>
      </dgm:t>
    </dgm:pt>
    <dgm:pt modelId="{F3F23D9B-3BDD-4A4B-9071-C61FDE2301FF}" type="pres">
      <dgm:prSet presAssocID="{EFC557CF-C637-4FB2-9719-E0FA91A7D0EF}" presName="textparent_5" presStyleLbl="node1" presStyleIdx="3" presStyleCnt="7"/>
      <dgm:spPr/>
      <dgm:t>
        <a:bodyPr/>
        <a:lstStyle/>
        <a:p/>
      </dgm:t>
    </dgm:pt>
    <dgm:pt modelId="{27DA51A1-CBB1-4640-A560-F5565229865C}" type="pres">
      <dgm:prSet presAssocID="{EFC557CF-C637-4FB2-9719-E0FA91A7D0EF}" presName="text_5" presStyleLbl="revTx" presStyleIdx="3" presStyleCnt="6">
        <dgm:presLayoutVars>
          <dgm:bulletEnabled val="1"/>
        </dgm:presLayoutVars>
      </dgm:prSet>
      <dgm:spPr/>
      <dgm:t>
        <a:bodyPr/>
        <a:lstStyle/>
        <a:p/>
      </dgm:t>
    </dgm:pt>
    <dgm:pt modelId="{2A6E9A1D-2912-427B-872F-6D92E18A6B24}" type="pres">
      <dgm:prSet presAssocID="{87B301B9-0561-435F-AC85-A397F6703E56}" presName="picture_6"/>
      <dgm:spPr/>
      <dgm:t>
        <a:bodyPr/>
        <a:lstStyle/>
        <a:p/>
      </dgm:t>
    </dgm:pt>
    <dgm:pt modelId="{CB6325E1-520B-40A6-9A7A-44B7A82F5390}" type="pres">
      <dgm:prSet presAssocID="{87B301B9-0561-435F-AC85-A397F6703E56}" presName="pictureRepeatNode" presStyleLbl="alignImgPlace1" presStyleIdx="5" presStyleCnt="7"/>
      <dgm:spPr/>
      <dgm:t>
        <a:bodyPr/>
        <a:lstStyle/>
        <a:p/>
      </dgm:t>
    </dgm:pt>
    <dgm:pt modelId="{EB8634C3-5FEC-4261-98F7-A894C23FD771}" type="pres">
      <dgm:prSet presAssocID="{89177AC9-6DE4-41CB-A773-B2F066E819FE}" presName="line_6" presStyleLbl="parChTrans1D1" presStyleIdx="4" presStyleCnt="6"/>
      <dgm:spPr/>
      <dgm:t>
        <a:bodyPr/>
        <a:lstStyle/>
        <a:p/>
      </dgm:t>
    </dgm:pt>
    <dgm:pt modelId="{A1BE4C59-35DC-4FB7-B91A-99F4D65DA4BF}" type="pres">
      <dgm:prSet presAssocID="{89177AC9-6DE4-41CB-A773-B2F066E819FE}" presName="textparent_6" presStyleLbl="node1" presStyleIdx="4" presStyleCnt="7"/>
      <dgm:spPr/>
      <dgm:t>
        <a:bodyPr/>
        <a:lstStyle/>
        <a:p/>
      </dgm:t>
    </dgm:pt>
    <dgm:pt modelId="{48DE94F4-CAE1-4C13-9B41-90333FB8D518}" type="pres">
      <dgm:prSet presAssocID="{89177AC9-6DE4-41CB-A773-B2F066E819FE}" presName="text_6" presStyleLbl="revTx" presStyleIdx="4" presStyleCnt="6">
        <dgm:presLayoutVars>
          <dgm:bulletEnabled val="1"/>
        </dgm:presLayoutVars>
      </dgm:prSet>
      <dgm:spPr/>
      <dgm:t>
        <a:bodyPr/>
        <a:lstStyle/>
        <a:p/>
      </dgm:t>
    </dgm:pt>
    <dgm:pt modelId="{B7DA8877-3B5C-45BA-BC63-97A2A6D8610C}" type="pres">
      <dgm:prSet presAssocID="{66967296-BC89-4EF6-B6B0-3D7F698E7D99}" presName="picture_7"/>
      <dgm:spPr/>
      <dgm:t>
        <a:bodyPr/>
        <a:lstStyle/>
        <a:p/>
      </dgm:t>
    </dgm:pt>
    <dgm:pt modelId="{83C9AD2D-91D2-4B06-9370-B5B43CE4ED13}" type="pres">
      <dgm:prSet presAssocID="{66967296-BC89-4EF6-B6B0-3D7F698E7D99}" presName="pictureRepeatNode" presStyleLbl="alignImgPlace1" presStyleIdx="6" presStyleCnt="7"/>
      <dgm:spPr/>
      <dgm:t>
        <a:bodyPr/>
        <a:lstStyle/>
        <a:p/>
      </dgm:t>
    </dgm:pt>
    <dgm:pt modelId="{CE15AB3C-5164-4986-A874-A6336C723644}" type="pres">
      <dgm:prSet presAssocID="{2225F805-C197-4868-A785-C342FBFFDA15}" presName="line_7" presStyleLbl="parChTrans1D1" presStyleIdx="5" presStyleCnt="6"/>
      <dgm:spPr/>
      <dgm:t>
        <a:bodyPr/>
        <a:lstStyle/>
        <a:p/>
      </dgm:t>
    </dgm:pt>
    <dgm:pt modelId="{2E34DCD0-9CDC-470E-9666-82E9D0D16206}" type="pres">
      <dgm:prSet presAssocID="{2225F805-C197-4868-A785-C342FBFFDA15}" presName="textparent_7" presStyleLbl="node1" presStyleIdx="5" presStyleCnt="7"/>
      <dgm:spPr/>
      <dgm:t>
        <a:bodyPr/>
        <a:lstStyle/>
        <a:p/>
      </dgm:t>
    </dgm:pt>
    <dgm:pt modelId="{44E27A48-81AC-4C08-A8DC-AEBB241617A0}" type="pres">
      <dgm:prSet presAssocID="{2225F805-C197-4868-A785-C342FBFFDA15}" presName="text_7" presStyleLbl="revTx" presStyleIdx="5" presStyleCnt="6" custScaleX="214038">
        <dgm:presLayoutVars>
          <dgm:bulletEnabled val="1"/>
        </dgm:presLayoutVars>
      </dgm:prSet>
      <dgm:spPr/>
      <dgm:t>
        <a:bodyPr/>
        <a:lstStyle/>
        <a:p/>
      </dgm:t>
    </dgm:pt>
  </dgm:ptLst>
  <dgm:cxnLst>
    <dgm:cxn modelId="{AD1B7AF0-B4FB-4FC0-8A99-5AB0F6B36BE8}" srcId="{4393A46E-3E02-48EF-9E69-98F444755A38}" destId="{D39BD655-B474-4F44-A3CA-7076C7C939C8}" srcOrd="0" destOrd="0" parTransId="{BB95AB4B-8AFC-41D6-A8FF-0745EB80AF48}" sibTransId="{613A1F12-E078-4853-B876-71858D6DD731}"/>
    <dgm:cxn modelId="{0B582995-A2CF-4E86-891E-BC3F48F7280A}" srcId="{4393A46E-3E02-48EF-9E69-98F444755A38}" destId="{9796B3A6-4AC7-45F0-B79A-3735D20B0253}" srcOrd="1" destOrd="0" parTransId="{71B2EFB8-6D2D-4665-8563-B0A2569ABF0C}" sibTransId="{EAFA253C-8A3F-4490-B99D-9BA994DD0F0F}"/>
    <dgm:cxn modelId="{5936666B-9278-4365-BD57-E61611EC1BE7}" srcId="{4393A46E-3E02-48EF-9E69-98F444755A38}" destId="{ECE1E39B-2529-4087-A1AA-A8D6E3B9407C}" srcOrd="2" destOrd="0" parTransId="{5AB87066-704D-4B6A-B498-87C9811F96F4}" sibTransId="{D5BAB824-4631-4920-9EBE-E75B7742A2AC}"/>
    <dgm:cxn modelId="{4EA407CD-3221-4D83-ABDB-166F0B9CFE05}" srcId="{4393A46E-3E02-48EF-9E69-98F444755A38}" destId="{75DAE4B0-3876-4F6D-AA1E-4698DFF3DA62}" srcOrd="3" destOrd="0" parTransId="{F2C5EBAF-1711-4622-9D4E-1ED02A6E6940}" sibTransId="{3CC7F489-FE31-447E-A48D-BD2E95EF4645}"/>
    <dgm:cxn modelId="{FF7A8801-1329-4405-ABA2-6CDA19B216ED}" srcId="{4393A46E-3E02-48EF-9E69-98F444755A38}" destId="{EFC557CF-C637-4FB2-9719-E0FA91A7D0EF}" srcOrd="4" destOrd="0" parTransId="{99625B54-FAA8-499D-8223-1C7CA58A0D6F}" sibTransId="{F1C602A9-A68C-414A-8D16-78F4525EA13C}"/>
    <dgm:cxn modelId="{63066256-4F7B-4FAF-A2A3-19D2CC064D76}" srcId="{4393A46E-3E02-48EF-9E69-98F444755A38}" destId="{89177AC9-6DE4-41CB-A773-B2F066E819FE}" srcOrd="5" destOrd="0" parTransId="{F766D93B-1198-4EE5-9C7F-BC369D650E27}" sibTransId="{87B301B9-0561-435F-AC85-A397F6703E56}"/>
    <dgm:cxn modelId="{AC069EC8-6C22-4FC3-B247-02DBF5899621}" srcId="{4393A46E-3E02-48EF-9E69-98F444755A38}" destId="{2225F805-C197-4868-A785-C342FBFFDA15}" srcOrd="6" destOrd="0" parTransId="{A886CDAE-9499-4B6B-B6FF-C5CCA8ED1B7F}" sibTransId="{66967296-BC89-4EF6-B6B0-3D7F698E7D99}"/>
    <dgm:cxn modelId="{C1ECEC58-1CFE-4673-851D-549B6DCA83A1}" type="presOf" srcId="{4393A46E-3E02-48EF-9E69-98F444755A38}" destId="{C21C37C2-FD18-44B6-B1AD-DEE8D2091CE5}" srcOrd="0" destOrd="0" presId="picture"/>
    <dgm:cxn modelId="{5D11669E-0759-4665-BA5D-3B2150E06143}" type="presParOf" srcId="{C21C37C2-FD18-44B6-B1AD-DEE8D2091CE5}" destId="{D175CBA9-FD09-4553-A5AE-BF6E133AE451}" srcOrd="0" destOrd="0" presId="picture"/>
    <dgm:cxn modelId="{C7D53B24-D734-42A8-8B6F-4C8965091A70}" type="presParOf" srcId="{D175CBA9-FD09-4553-A5AE-BF6E133AE451}" destId="{8D2C5A54-69B7-4BF0-A428-5D126232D76C}" srcOrd="0" destOrd="0" presId="picture"/>
    <dgm:cxn modelId="{248869FD-91CE-45EC-850A-1897A660AACD}" type="presParOf" srcId="{8D2C5A54-69B7-4BF0-A428-5D126232D76C}" destId="{B2FB4AA8-547E-46E3-A1B1-F07F5026DB86}" srcOrd="0" destOrd="0" presId="picture"/>
    <dgm:cxn modelId="{F11DA49E-2449-40C5-B3F7-F370BFD2DEB7}" type="presOf" srcId="{613A1F12-E078-4853-B876-71858D6DD731}" destId="{B2FB4AA8-547E-46E3-A1B1-F07F5026DB86}" srcOrd="0" destOrd="0" presId="picture"/>
    <dgm:cxn modelId="{24383320-4BA3-4396-AA44-16C97A457287}" type="presParOf" srcId="{D175CBA9-FD09-4553-A5AE-BF6E133AE451}" destId="{5365538D-1CDC-4438-B172-CC4B61C6B09A}" srcOrd="1" destOrd="0" presId="picture"/>
    <dgm:cxn modelId="{4154AA5D-16CD-4F2A-9466-60320673E3CC}" type="presOf" srcId="{D39BD655-B474-4F44-A3CA-7076C7C939C8}" destId="{5365538D-1CDC-4438-B172-CC4B61C6B09A}" srcOrd="0" destOrd="0" presId="picture"/>
    <dgm:cxn modelId="{B175C85E-95C6-49AF-86DF-7663DC205B15}" type="presParOf" srcId="{D175CBA9-FD09-4553-A5AE-BF6E133AE451}" destId="{E7449D48-F0FF-4AB9-B1AF-E10A1347674E}" srcOrd="2" destOrd="0" presId="picture"/>
    <dgm:cxn modelId="{C4838EB5-40E1-4237-8D13-3569F5177F09}" type="presParOf" srcId="{E7449D48-F0FF-4AB9-B1AF-E10A1347674E}" destId="{3EDDB9ED-F310-4FD2-83C9-6D50EB04244E}" srcOrd="0" destOrd="0" presId="picture"/>
    <dgm:cxn modelId="{784634AB-CDB8-46A0-89E3-00AAEDDF0872}" type="presOf" srcId="{EAFA253C-8A3F-4490-B99D-9BA994DD0F0F}" destId="{3EDDB9ED-F310-4FD2-83C9-6D50EB04244E}" srcOrd="0" destOrd="0" presId="picture"/>
    <dgm:cxn modelId="{FE338A77-2126-43CC-B730-F6B5027193A8}" type="presParOf" srcId="{D175CBA9-FD09-4553-A5AE-BF6E133AE451}" destId="{AD673DC9-F859-4917-BCB8-75B330034B97}" srcOrd="3" destOrd="0" presId="picture"/>
    <dgm:cxn modelId="{F8384156-B9CC-4D72-A54A-DCA9C1F51DC9}" type="presParOf" srcId="{D175CBA9-FD09-4553-A5AE-BF6E133AE451}" destId="{BE13F13F-6119-43DE-BA63-99D689CD3ED0}" srcOrd="4" destOrd="0" presId="picture"/>
    <dgm:cxn modelId="{6B804EF6-A612-47BC-8C22-9DF924CC6D36}" type="presParOf" srcId="{BE13F13F-6119-43DE-BA63-99D689CD3ED0}" destId="{7FEDB29A-790B-4BBE-B89B-DF49602A8423}" srcOrd="0" destOrd="0" presId="picture"/>
    <dgm:cxn modelId="{A47563C0-FD00-4973-A111-96B4FB965ACC}" type="presOf" srcId="{9796B3A6-4AC7-45F0-B79A-3735D20B0253}" destId="{7FEDB29A-790B-4BBE-B89B-DF49602A8423}" srcOrd="0" destOrd="0" presId="picture"/>
    <dgm:cxn modelId="{2F62D36D-385A-47BC-A776-5596CAF0527C}" type="presParOf" srcId="{D175CBA9-FD09-4553-A5AE-BF6E133AE451}" destId="{4F5608AF-203B-431E-AC6B-A43D758D7C7D}" srcOrd="5" destOrd="0" presId="picture"/>
    <dgm:cxn modelId="{4DA3FFA2-9445-405B-A27C-47A08C0A9AD9}" type="presParOf" srcId="{4F5608AF-203B-431E-AC6B-A43D758D7C7D}" destId="{3F13F366-FA69-492C-A76B-99408BB821CF}" srcOrd="0" destOrd="0" presId="picture"/>
    <dgm:cxn modelId="{D15B693E-A2D9-4CBC-9EE9-178CE7C23D02}" type="presOf" srcId="{D5BAB824-4631-4920-9EBE-E75B7742A2AC}" destId="{3F13F366-FA69-492C-A76B-99408BB821CF}" srcOrd="0" destOrd="0" presId="picture"/>
    <dgm:cxn modelId="{CE653B04-06A6-4348-B59E-4FA225F48DFB}" type="presParOf" srcId="{D175CBA9-FD09-4553-A5AE-BF6E133AE451}" destId="{DAF4C5DB-37FD-46A0-92CE-545C8F0386AA}" srcOrd="6" destOrd="0" presId="picture"/>
    <dgm:cxn modelId="{02E68998-BECF-4600-ADAF-3631E6D28BB5}" type="presParOf" srcId="{D175CBA9-FD09-4553-A5AE-BF6E133AE451}" destId="{5D2B42A2-760E-43EC-8154-56C5C899304F}" srcOrd="7" destOrd="0" presId="picture"/>
    <dgm:cxn modelId="{F7EA489E-07BD-4494-935C-570BF23FDD93}" type="presParOf" srcId="{5D2B42A2-760E-43EC-8154-56C5C899304F}" destId="{A3FF1A11-45FA-46E4-AF5F-70D821FBE56F}" srcOrd="0" destOrd="0" presId="picture"/>
    <dgm:cxn modelId="{7B1DA313-B731-43F8-9016-1CC812D8DE6B}" type="presOf" srcId="{ECE1E39B-2529-4087-A1AA-A8D6E3B9407C}" destId="{A3FF1A11-45FA-46E4-AF5F-70D821FBE56F}" srcOrd="0" destOrd="0" presId="picture"/>
    <dgm:cxn modelId="{DB962772-AB5F-4381-86A4-E73AD3E59C71}" type="presParOf" srcId="{D175CBA9-FD09-4553-A5AE-BF6E133AE451}" destId="{CB1EC700-0401-4E6B-99F3-10ECA360114D}" srcOrd="8" destOrd="0" presId="picture"/>
    <dgm:cxn modelId="{49EF0EC8-93C2-4EEA-B59C-E077964C8CCA}" type="presParOf" srcId="{CB1EC700-0401-4E6B-99F3-10ECA360114D}" destId="{FB85CDCA-A97C-411C-B70C-50AEBC6420D6}" srcOrd="0" destOrd="0" presId="picture"/>
    <dgm:cxn modelId="{B3DA811E-AA58-486E-8F47-72EF704C8760}" type="presOf" srcId="{3CC7F489-FE31-447E-A48D-BD2E95EF4645}" destId="{FB85CDCA-A97C-411C-B70C-50AEBC6420D6}" srcOrd="0" destOrd="0" presId="picture"/>
    <dgm:cxn modelId="{0270083A-517F-4B92-AB18-0BDE4C46E615}" type="presParOf" srcId="{D175CBA9-FD09-4553-A5AE-BF6E133AE451}" destId="{B9DE5D53-C431-4527-B019-E8DE41257B7F}" srcOrd="9" destOrd="0" presId="picture"/>
    <dgm:cxn modelId="{84609205-B7B5-4E20-B540-009DE1CB9205}" type="presParOf" srcId="{D175CBA9-FD09-4553-A5AE-BF6E133AE451}" destId="{C93A78EC-567D-4857-ACC9-A0C50F08561D}" srcOrd="10" destOrd="0" presId="picture"/>
    <dgm:cxn modelId="{56C5B905-BDAA-45B7-B4BD-0C010CE35F5E}" type="presParOf" srcId="{C93A78EC-567D-4857-ACC9-A0C50F08561D}" destId="{F08CD850-23A3-4FB4-BD75-8D0744490180}" srcOrd="0" destOrd="0" presId="picture"/>
    <dgm:cxn modelId="{A218A360-6141-4E4F-A2B1-F4A306F8FA56}" type="presOf" srcId="{75DAE4B0-3876-4F6D-AA1E-4698DFF3DA62}" destId="{F08CD850-23A3-4FB4-BD75-8D0744490180}" srcOrd="0" destOrd="0" presId="picture"/>
    <dgm:cxn modelId="{4FEB8F30-D2F8-424C-8AFE-202E28E6E8BA}" type="presParOf" srcId="{D175CBA9-FD09-4553-A5AE-BF6E133AE451}" destId="{04752D0E-1AFF-488F-AA81-6BABE930D410}" srcOrd="11" destOrd="0" presId="picture"/>
    <dgm:cxn modelId="{EFAF72DF-A377-4D7A-B0D9-C98E37CC12A9}" type="presParOf" srcId="{04752D0E-1AFF-488F-AA81-6BABE930D410}" destId="{BFB22558-2812-4219-8F3D-6E9EAAC56460}" srcOrd="0" destOrd="0" presId="picture"/>
    <dgm:cxn modelId="{F66F1261-BF12-41F4-BC08-DD725BC6F4E9}" type="presOf" srcId="{F1C602A9-A68C-414A-8D16-78F4525EA13C}" destId="{BFB22558-2812-4219-8F3D-6E9EAAC56460}" srcOrd="0" destOrd="0" presId="picture"/>
    <dgm:cxn modelId="{ADEA5DFC-E1CD-45E6-83E8-81165C019B03}" type="presParOf" srcId="{D175CBA9-FD09-4553-A5AE-BF6E133AE451}" destId="{EB723B8E-72F1-4553-9DB3-BC36E18B1377}" srcOrd="12" destOrd="0" presId="picture"/>
    <dgm:cxn modelId="{6D98132B-1162-4C54-B3FD-278A8A74A2B9}" type="presParOf" srcId="{D175CBA9-FD09-4553-A5AE-BF6E133AE451}" destId="{F3F23D9B-3BDD-4A4B-9071-C61FDE2301FF}" srcOrd="13" destOrd="0" presId="picture"/>
    <dgm:cxn modelId="{4178A3D7-DFC4-4E73-9E42-FBD11F806187}" type="presParOf" srcId="{F3F23D9B-3BDD-4A4B-9071-C61FDE2301FF}" destId="{27DA51A1-CBB1-4640-A560-F5565229865C}" srcOrd="0" destOrd="0" presId="picture"/>
    <dgm:cxn modelId="{DE416D05-CDCC-4C10-B1A6-520DDA785C69}" type="presOf" srcId="{EFC557CF-C637-4FB2-9719-E0FA91A7D0EF}" destId="{27DA51A1-CBB1-4640-A560-F5565229865C}" srcOrd="0" destOrd="0" presId="picture"/>
    <dgm:cxn modelId="{40AC6988-4382-421E-B381-69395A863C66}" type="presParOf" srcId="{D175CBA9-FD09-4553-A5AE-BF6E133AE451}" destId="{2A6E9A1D-2912-427B-872F-6D92E18A6B24}" srcOrd="14" destOrd="0" presId="picture"/>
    <dgm:cxn modelId="{019DC4F3-DA4E-42DD-87AB-0DBCC48FCD0C}" type="presParOf" srcId="{2A6E9A1D-2912-427B-872F-6D92E18A6B24}" destId="{CB6325E1-520B-40A6-9A7A-44B7A82F5390}" srcOrd="0" destOrd="0" presId="picture"/>
    <dgm:cxn modelId="{EC0C7893-F713-4E2B-B61C-9E28F3CE0B2F}" type="presOf" srcId="{87B301B9-0561-435F-AC85-A397F6703E56}" destId="{CB6325E1-520B-40A6-9A7A-44B7A82F5390}" srcOrd="0" destOrd="0" presId="picture"/>
    <dgm:cxn modelId="{180FC22B-8C62-4193-ABCE-8DF59054F5CC}" type="presParOf" srcId="{D175CBA9-FD09-4553-A5AE-BF6E133AE451}" destId="{EB8634C3-5FEC-4261-98F7-A894C23FD771}" srcOrd="15" destOrd="0" presId="picture"/>
    <dgm:cxn modelId="{0418C9E4-DCFA-4F6E-8CA4-CD67F8A9FC06}" type="presParOf" srcId="{D175CBA9-FD09-4553-A5AE-BF6E133AE451}" destId="{A1BE4C59-35DC-4FB7-B91A-99F4D65DA4BF}" srcOrd="16" destOrd="0" presId="picture"/>
    <dgm:cxn modelId="{C74E9F68-8A94-407C-941B-26232F2A715F}" type="presParOf" srcId="{A1BE4C59-35DC-4FB7-B91A-99F4D65DA4BF}" destId="{48DE94F4-CAE1-4C13-9B41-90333FB8D518}" srcOrd="0" destOrd="0" presId="picture"/>
    <dgm:cxn modelId="{C8F62C7A-A8AC-4F0F-A192-5297AC103B49}" type="presOf" srcId="{89177AC9-6DE4-41CB-A773-B2F066E819FE}" destId="{48DE94F4-CAE1-4C13-9B41-90333FB8D518}" srcOrd="0" destOrd="0" presId="picture"/>
    <dgm:cxn modelId="{B769677D-CF24-4531-A0BA-35B84F5FFA3D}" type="presParOf" srcId="{D175CBA9-FD09-4553-A5AE-BF6E133AE451}" destId="{B7DA8877-3B5C-45BA-BC63-97A2A6D8610C}" srcOrd="17" destOrd="0" presId="picture"/>
    <dgm:cxn modelId="{4F63E618-BAF8-4399-B5C5-BF405C74F7E7}" type="presParOf" srcId="{B7DA8877-3B5C-45BA-BC63-97A2A6D8610C}" destId="{83C9AD2D-91D2-4B06-9370-B5B43CE4ED13}" srcOrd="0" destOrd="0" presId="picture"/>
    <dgm:cxn modelId="{05D63DB7-A6F2-45ED-81E6-3EBE5DBD9218}" type="presOf" srcId="{66967296-BC89-4EF6-B6B0-3D7F698E7D99}" destId="{83C9AD2D-91D2-4B06-9370-B5B43CE4ED13}" srcOrd="0" destOrd="0" presId="picture"/>
    <dgm:cxn modelId="{362215B4-521B-4539-903C-7ED7D9868C99}" type="presParOf" srcId="{D175CBA9-FD09-4553-A5AE-BF6E133AE451}" destId="{CE15AB3C-5164-4986-A874-A6336C723644}" srcOrd="18" destOrd="0" presId="picture"/>
    <dgm:cxn modelId="{D2FA68A9-9B76-4ABA-BC05-6906F8C639AA}" type="presParOf" srcId="{D175CBA9-FD09-4553-A5AE-BF6E133AE451}" destId="{2E34DCD0-9CDC-470E-9666-82E9D0D16206}" srcOrd="19" destOrd="0" presId="picture"/>
    <dgm:cxn modelId="{54865AB6-3333-4ADD-AD25-5E0307EF4B13}" type="presParOf" srcId="{2E34DCD0-9CDC-470E-9666-82E9D0D16206}" destId="{44E27A48-81AC-4C08-A8DC-AEBB241617A0}" srcOrd="0" destOrd="0" presId="picture"/>
    <dgm:cxn modelId="{1E42D29C-99A8-4C4F-A0ED-EEFEA80A27CC}" type="presOf" srcId="{2225F805-C197-4868-A785-C342FBFFDA15}" destId="{44E27A48-81AC-4C08-A8DC-AEBB241617A0}" srcOrd="0" destOrd="0" presId="picture"/>
  </dgm:cxnLst>
  <dgm:bg/>
  <dgm:whole/>
  <dgm:extLst>
    <a:ext uri="http://schemas.microsoft.com/office/drawing/2008/diagram">
      <dsp:dataModelExt xmlns:dsp="http://schemas.microsoft.com/office/drawing/2008/diagram" relId="rId2" minVer="http://schemas.openxmlformats.org/drawingml/2006/main"/>
    </a:ext>
  </dgm:extLst>
</dgm:dataModel>
</file>

<file path=ppt/diagrams/drawing1.xml><?xml version="1.0" encoding="utf-8"?>
<dsp:drawing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="http://schemas.openxmlformats.org/presentationml/2006/main" xmlns:p14="http://schemas.microsoft.com/office/powerpoint/2010/main" xmlns:dsp="http://schemas.microsoft.com/office/drawing/2008/diagram">
  <dsp:spTree>
    <dsp:nvGrpSpPr>
      <dsp:cNvPr id="2" name="组合 1"/>
      <dsp:cNvGrpSpPr/>
    </dsp:nvGrpSpPr>
    <dsp:grpSpPr>
      <a:xfrm>
        <a:off x="0" y="0"/>
        <a:ext cx="10515600" cy="4351338"/>
        <a:chExt cx="10515600" cy="4351338"/>
      </a:xfrm>
    </dsp:grpSpPr>
    <dsp:sp modelId="{77BB2493-2B55-4210-8FA3-1B06AB717995}">
      <dsp:nvSpPr>
        <dsp:cNvPr id="3" name="圆角矩形 2"/>
        <dsp:cNvSpPr/>
      </dsp:nvSpPr>
      <dsp:spPr bwMode="white">
        <a:xfrm>
          <a:off x="0" y="181373"/>
          <a:ext cx="3101007" cy="3955366"/>
        </a:xfrm>
        <a:prstGeom prst="roundRect">
          <a:avLst/>
        </a:prstGeom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25000" r="-25000"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0" y="181373"/>
        <a:ext cx="3101007" cy="3955366"/>
      </dsp:txXfrm>
    </dsp:sp>
    <dsp:sp modelId="{156EEE75-9020-4EC4-B8BF-4A0909E54BE3}">
      <dsp:nvSpPr>
        <dsp:cNvPr id="6" name="椭圆 5"/>
        <dsp:cNvSpPr/>
      </dsp:nvSpPr>
      <dsp:spPr bwMode="white">
        <a:xfrm>
          <a:off x="2720683" y="218"/>
          <a:ext cx="760647" cy="760647"/>
        </a:xfrm>
        <a:prstGeom prst="ellipse">
          <a:avLst/>
        </a:prstGeom>
        <a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t="-28000" b="-28000"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2720683" y="218"/>
        <a:ext cx="760647" cy="760647"/>
      </dsp:txXfrm>
    </dsp:sp>
    <dsp:sp modelId="{C069681B-8CD2-41A6-B48D-CB5E536161D0}">
      <dsp:nvSpPr>
        <dsp:cNvPr id="20" name="矩形 6"/>
        <dsp:cNvSpPr/>
      </dsp:nvSpPr>
      <dsp:spPr bwMode="white">
        <a:xfrm>
          <a:off x="3481331" y="218"/>
          <a:ext cx="6880618" cy="760647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01600" tIns="50800" rIns="101600" bIns="5080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4000">
              <a:solidFill>
                <a:schemeClr val="tx1"/>
              </a:solidFill>
            </a:rPr>
            <a:t>Toddler </a:t>
          </a:r>
          <a:endParaRPr lang="zh-CN" sz="6500">
            <a:solidFill>
              <a:schemeClr val="tx1"/>
            </a:solidFill>
          </a:endParaRPr>
        </a:p>
      </dsp:txBody>
      <dsp:txXfrm>
        <a:off x="3481331" y="218"/>
        <a:ext cx="6880618" cy="760647"/>
      </dsp:txXfrm>
    </dsp:sp>
    <dsp:sp modelId="{72C47FFC-10E6-49DB-BD9A-0677EA896995}">
      <dsp:nvSpPr>
        <dsp:cNvPr id="21" name="椭圆 8"/>
        <dsp:cNvSpPr/>
      </dsp:nvSpPr>
      <dsp:spPr bwMode="white">
        <a:xfrm>
          <a:off x="2720683" y="897781"/>
          <a:ext cx="760647" cy="760647"/>
        </a:xfrm>
        <a:prstGeom prst="ellipse">
          <a:avLst/>
        </a:prstGeom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2720683" y="897781"/>
        <a:ext cx="760647" cy="760647"/>
      </dsp:txXfrm>
    </dsp:sp>
    <dsp:sp modelId="{29F432BD-F1BB-456D-AA2F-A4A15C85C808}">
      <dsp:nvSpPr>
        <dsp:cNvPr id="10" name="矩形 9"/>
        <dsp:cNvSpPr/>
      </dsp:nvSpPr>
      <dsp:spPr bwMode="white">
        <a:xfrm>
          <a:off x="3481331" y="897781"/>
          <a:ext cx="6880618" cy="760647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01600" tIns="50800" rIns="101600" bIns="5080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4000">
              <a:solidFill>
                <a:schemeClr val="tx1"/>
              </a:solidFill>
            </a:rPr>
            <a:t>Child</a:t>
          </a:r>
          <a:endParaRPr lang="zh-CN" sz="6500">
            <a:solidFill>
              <a:schemeClr val="tx1"/>
            </a:solidFill>
          </a:endParaRPr>
        </a:p>
      </dsp:txBody>
      <dsp:txXfrm>
        <a:off x="3481331" y="897781"/>
        <a:ext cx="6880618" cy="760647"/>
      </dsp:txXfrm>
    </dsp:sp>
    <dsp:sp modelId="{2F6CC9E1-1B4B-47E7-819B-AB1EA2B43246}">
      <dsp:nvSpPr>
        <dsp:cNvPr id="12" name="椭圆 11"/>
        <dsp:cNvSpPr/>
      </dsp:nvSpPr>
      <dsp:spPr bwMode="white">
        <a:xfrm>
          <a:off x="2720683" y="1795345"/>
          <a:ext cx="760647" cy="760647"/>
        </a:xfrm>
        <a:prstGeom prst="ellipse">
          <a:avLst/>
        </a:prstGeom>
        <a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7000" r="-7000"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2720683" y="1795345"/>
        <a:ext cx="760647" cy="760647"/>
      </dsp:txXfrm>
    </dsp:sp>
    <dsp:sp modelId="{86DC5328-F956-4550-8AD0-E2769258CAD5}">
      <dsp:nvSpPr>
        <dsp:cNvPr id="13" name="矩形 12"/>
        <dsp:cNvSpPr/>
      </dsp:nvSpPr>
      <dsp:spPr bwMode="white">
        <a:xfrm>
          <a:off x="3481331" y="1795345"/>
          <a:ext cx="6880618" cy="760647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01600" tIns="50800" rIns="101600" bIns="5080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4000">
              <a:solidFill>
                <a:schemeClr val="tx1"/>
              </a:solidFill>
            </a:rPr>
            <a:t>Teenager/youngster</a:t>
          </a:r>
          <a:endParaRPr lang="zh-CN" sz="6500">
            <a:solidFill>
              <a:schemeClr val="tx1"/>
            </a:solidFill>
          </a:endParaRPr>
        </a:p>
      </dsp:txBody>
      <dsp:txXfrm>
        <a:off x="3481331" y="1795345"/>
        <a:ext cx="6880618" cy="760647"/>
      </dsp:txXfrm>
    </dsp:sp>
    <dsp:sp modelId="{900B8271-AF84-4519-9161-08BBB4393B1E}">
      <dsp:nvSpPr>
        <dsp:cNvPr id="15" name="椭圆 14"/>
        <dsp:cNvSpPr/>
      </dsp:nvSpPr>
      <dsp:spPr bwMode="white">
        <a:xfrm>
          <a:off x="2720683" y="2692909"/>
          <a:ext cx="760647" cy="760647"/>
        </a:xfrm>
        <a:prstGeom prst="ellipse">
          <a:avLst/>
        </a:prstGeom>
        <a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2720683" y="2692909"/>
        <a:ext cx="760647" cy="760647"/>
      </dsp:txXfrm>
    </dsp:sp>
    <dsp:sp modelId="{DE278388-9B97-44D6-A144-87656337144B}">
      <dsp:nvSpPr>
        <dsp:cNvPr id="16" name="矩形 15"/>
        <dsp:cNvSpPr/>
      </dsp:nvSpPr>
      <dsp:spPr bwMode="white">
        <a:xfrm>
          <a:off x="3481331" y="2692909"/>
          <a:ext cx="6880618" cy="760647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01600" tIns="50800" rIns="101600" bIns="5080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4000">
              <a:solidFill>
                <a:schemeClr val="tx1"/>
              </a:solidFill>
            </a:rPr>
            <a:t>Middle-aged</a:t>
          </a:r>
          <a:endParaRPr lang="zh-CN" sz="6500">
            <a:solidFill>
              <a:schemeClr val="tx1"/>
            </a:solidFill>
          </a:endParaRPr>
        </a:p>
      </dsp:txBody>
      <dsp:txXfrm>
        <a:off x="3481331" y="2692909"/>
        <a:ext cx="6880618" cy="760647"/>
      </dsp:txXfrm>
    </dsp:sp>
    <dsp:sp modelId="{AF13D7B8-0D42-456D-A7BF-8F54BA7D95CF}">
      <dsp:nvSpPr>
        <dsp:cNvPr id="18" name="椭圆 17"/>
        <dsp:cNvSpPr/>
      </dsp:nvSpPr>
      <dsp:spPr bwMode="white">
        <a:xfrm>
          <a:off x="2720683" y="3590473"/>
          <a:ext cx="760647" cy="760647"/>
        </a:xfrm>
        <a:prstGeom prst="ellipse">
          <a:avLst/>
        </a:prstGeom>
        <a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2720683" y="3590473"/>
        <a:ext cx="760647" cy="760647"/>
      </dsp:txXfrm>
    </dsp:sp>
    <dsp:sp modelId="{4D7E54A5-F88F-4C6F-B762-0C29C297B8E5}">
      <dsp:nvSpPr>
        <dsp:cNvPr id="19" name="矩形 18"/>
        <dsp:cNvSpPr/>
      </dsp:nvSpPr>
      <dsp:spPr bwMode="white">
        <a:xfrm>
          <a:off x="3481331" y="3590473"/>
          <a:ext cx="6880618" cy="760647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101600" tIns="50800" rIns="101600" bIns="5080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4000">
              <a:solidFill>
                <a:schemeClr val="tx1"/>
              </a:solidFill>
            </a:rPr>
            <a:t>Senior/old </a:t>
          </a:r>
          <a:endParaRPr lang="zh-CN" sz="6500">
            <a:solidFill>
              <a:schemeClr val="tx1"/>
            </a:solidFill>
          </a:endParaRPr>
        </a:p>
      </dsp:txBody>
      <dsp:txXfrm>
        <a:off x="3481331" y="3590473"/>
        <a:ext cx="6880618" cy="760647"/>
      </dsp:txXfrm>
    </dsp:sp>
    <dsp:sp modelId="{011F828B-6A70-464B-9138-81B2CCD49F48}">
      <dsp:nvSpPr>
        <dsp:cNvPr id="4" name="矩形 3"/>
        <dsp:cNvSpPr/>
      </dsp:nvSpPr>
      <dsp:spPr bwMode="white">
        <a:xfrm>
          <a:off x="124040" y="1621918"/>
          <a:ext cx="2387775" cy="2373220"/>
        </a:xfrm>
        <a:prstGeom prst="rect">
          <a:avLst/>
        </a:prstGeom>
        <a:noFill/>
        <a:ln>
          <a:noFill/>
        </a:ln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anchor="b"/>
        <a:lstStyle>
          <a:lvl1pPr algn="l"/>
          <a:lvl2pPr algn="l"/>
          <a:lvl3pPr algn="l"/>
          <a:lvl4pPr algn="l"/>
          <a:lvl5pPr algn="l"/>
          <a:lvl6pPr algn="l"/>
          <a:lvl7pPr algn="l"/>
          <a:lvl8pPr algn="l"/>
          <a:lvl9pPr algn="l"/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sz="6500"/>
        </a:p>
      </dsp:txBody>
      <dsp:txXfrm>
        <a:off x="124040" y="1621918"/>
        <a:ext cx="2387775" cy="2373220"/>
      </dsp:txXfrm>
    </dsp:sp>
    <dsp:sp modelId="{73487F59-98F7-4898-9551-32C59D01D055}">
      <dsp:nvSpPr>
        <dsp:cNvPr id="5" name="矩形 4" hidden="1"/>
        <dsp:cNvSpPr/>
      </dsp:nvSpPr>
      <dsp:spPr bwMode="white">
        <a:xfrm>
          <a:off x="0" y="362541"/>
          <a:ext cx="3101007" cy="36000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/>
        <a:lstStyle/>
        <a:p/>
      </dsp:txBody>
      <dsp:txXfrm>
        <a:off x="0" y="362541"/>
        <a:ext cx="3101007" cy="36000"/>
      </dsp:txXfrm>
    </dsp:sp>
    <dsp:sp modelId="{7D8E42D2-3200-437E-A7D4-17D299CEF3C7}">
      <dsp:nvSpPr>
        <dsp:cNvPr id="8" name="矩形 7" hidden="1"/>
        <dsp:cNvSpPr/>
      </dsp:nvSpPr>
      <dsp:spPr bwMode="white">
        <a:xfrm>
          <a:off x="0" y="1260105"/>
          <a:ext cx="3101007" cy="36000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/>
        <a:lstStyle/>
        <a:p/>
      </dsp:txBody>
      <dsp:txXfrm>
        <a:off x="0" y="1260105"/>
        <a:ext cx="3101007" cy="36000"/>
      </dsp:txXfrm>
    </dsp:sp>
    <dsp:sp modelId="{364BDBC4-39B3-4469-AD04-C190C0301FAD}">
      <dsp:nvSpPr>
        <dsp:cNvPr id="11" name="矩形 10" hidden="1"/>
        <dsp:cNvSpPr/>
      </dsp:nvSpPr>
      <dsp:spPr bwMode="white">
        <a:xfrm>
          <a:off x="0" y="2157669"/>
          <a:ext cx="3101007" cy="36000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/>
        <a:lstStyle/>
        <a:p/>
      </dsp:txBody>
      <dsp:txXfrm>
        <a:off x="0" y="2157669"/>
        <a:ext cx="3101007" cy="36000"/>
      </dsp:txXfrm>
    </dsp:sp>
    <dsp:sp modelId="{D6D4E30D-00EB-4372-96AC-745949932DD7}">
      <dsp:nvSpPr>
        <dsp:cNvPr id="14" name="矩形 13" hidden="1"/>
        <dsp:cNvSpPr/>
      </dsp:nvSpPr>
      <dsp:spPr bwMode="white">
        <a:xfrm>
          <a:off x="0" y="3055233"/>
          <a:ext cx="3101007" cy="36000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/>
        <a:lstStyle/>
        <a:p/>
      </dsp:txBody>
      <dsp:txXfrm>
        <a:off x="0" y="3055233"/>
        <a:ext cx="3101007" cy="36000"/>
      </dsp:txXfrm>
    </dsp:sp>
    <dsp:sp modelId="{F9AA07BB-2C18-4CFA-BC81-1DCF5F97EF10}">
      <dsp:nvSpPr>
        <dsp:cNvPr id="17" name="矩形 16" hidden="1"/>
        <dsp:cNvSpPr/>
      </dsp:nvSpPr>
      <dsp:spPr bwMode="white">
        <a:xfrm>
          <a:off x="0" y="3952797"/>
          <a:ext cx="3101007" cy="36000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/>
        <a:lstStyle/>
        <a:p/>
      </dsp:txBody>
      <dsp:txXfrm>
        <a:off x="0" y="3952797"/>
        <a:ext cx="3101007" cy="36000"/>
      </dsp:txXfrm>
    </dsp:sp>
  </dsp:spTree>
</dsp:drawing>
</file>

<file path=ppt/diagrams/drawing2.xml><?xml version="1.0" encoding="utf-8"?>
<dsp:drawing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="http://schemas.openxmlformats.org/presentationml/2006/main" xmlns:p14="http://schemas.microsoft.com/office/powerpoint/2010/main" xmlns:dsp="http://schemas.microsoft.com/office/drawing/2008/diagram">
  <dsp:spTree>
    <dsp:nvGrpSpPr>
      <dsp:cNvPr id="23" name="组合 1"/>
      <dsp:cNvGrpSpPr/>
    </dsp:nvGrpSpPr>
    <dsp:grpSpPr>
      <a:xfrm>
        <a:off x="0" y="0"/>
        <a:ext cx="9362440" cy="4681220"/>
        <a:chExt cx="9362440" cy="4681220"/>
      </a:xfrm>
    </dsp:grpSpPr>
    <dsp:sp modelId="{330442D0-B932-4CFB-BC1B-03F85CC39F52}">
      <dsp:nvSpPr>
        <dsp:cNvPr id="6" name="直接连接符 5"/>
        <dsp:cNvSpPr/>
      </dsp:nvSpPr>
      <dsp:spPr bwMode="white">
        <a:xfrm>
          <a:off x="3641408" y="351091"/>
          <a:ext cx="4734118" cy="0"/>
        </a:xfrm>
        <a:prstGeom prst="line">
          <a:avLst/>
        </a:prstGeom>
      </dsp:spPr>
      <dsp:style>
        <a:lnRef idx="2">
          <a:schemeClr val="accent1"/>
        </a:lnRef>
        <a:fillRef idx="0">
          <a:schemeClr val="accent2"/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3641408" y="351091"/>
        <a:ext cx="4734118" cy="0"/>
      </dsp:txXfrm>
    </dsp:sp>
    <dsp:sp modelId="{C564C077-DFD3-4720-B6FA-BD6641A2F0D7}">
      <dsp:nvSpPr>
        <dsp:cNvPr id="24" name="直接连接符 8"/>
        <dsp:cNvSpPr/>
      </dsp:nvSpPr>
      <dsp:spPr bwMode="white">
        <a:xfrm>
          <a:off x="3641408" y="1062637"/>
          <a:ext cx="4048319" cy="0"/>
        </a:xfrm>
        <a:prstGeom prst="line">
          <a:avLst/>
        </a:prstGeom>
      </dsp:spPr>
      <dsp:style>
        <a:lnRef idx="2">
          <a:schemeClr val="accent1"/>
        </a:lnRef>
        <a:fillRef idx="0">
          <a:schemeClr val="accent2"/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3641408" y="1062637"/>
        <a:ext cx="4048319" cy="0"/>
      </dsp:txXfrm>
    </dsp:sp>
    <dsp:sp modelId="{DED7F0B5-DEF5-448B-B682-F1360A05A9B2}">
      <dsp:nvSpPr>
        <dsp:cNvPr id="12" name="直接连接符 11"/>
        <dsp:cNvSpPr/>
      </dsp:nvSpPr>
      <dsp:spPr bwMode="white">
        <a:xfrm>
          <a:off x="3641408" y="1895894"/>
          <a:ext cx="3674758" cy="0"/>
        </a:xfrm>
        <a:prstGeom prst="line">
          <a:avLst/>
        </a:prstGeom>
      </dsp:spPr>
      <dsp:style>
        <a:lnRef idx="2">
          <a:schemeClr val="accent1"/>
        </a:lnRef>
        <a:fillRef idx="0">
          <a:schemeClr val="accent2"/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3641408" y="1895894"/>
        <a:ext cx="3674758" cy="0"/>
      </dsp:txXfrm>
    </dsp:sp>
    <dsp:sp modelId="{DC56EC99-940A-4449-AA59-F9BDF7FD513A}">
      <dsp:nvSpPr>
        <dsp:cNvPr id="15" name="直接连接符 14"/>
        <dsp:cNvSpPr/>
      </dsp:nvSpPr>
      <dsp:spPr bwMode="white">
        <a:xfrm>
          <a:off x="3641408" y="2785326"/>
          <a:ext cx="3674758" cy="0"/>
        </a:xfrm>
        <a:prstGeom prst="line">
          <a:avLst/>
        </a:prstGeom>
      </dsp:spPr>
      <dsp:style>
        <a:lnRef idx="2">
          <a:schemeClr val="accent1"/>
        </a:lnRef>
        <a:fillRef idx="0">
          <a:schemeClr val="accent2"/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3641408" y="2785326"/>
        <a:ext cx="3674758" cy="0"/>
      </dsp:txXfrm>
    </dsp:sp>
    <dsp:sp modelId="{F786A0CD-84F0-4407-9114-A72EE6B6452B}">
      <dsp:nvSpPr>
        <dsp:cNvPr id="18" name="直接连接符 17"/>
        <dsp:cNvSpPr/>
      </dsp:nvSpPr>
      <dsp:spPr bwMode="white">
        <a:xfrm>
          <a:off x="3641408" y="3618583"/>
          <a:ext cx="4048319" cy="0"/>
        </a:xfrm>
        <a:prstGeom prst="line">
          <a:avLst/>
        </a:prstGeom>
      </dsp:spPr>
      <dsp:style>
        <a:lnRef idx="2">
          <a:schemeClr val="accent1"/>
        </a:lnRef>
        <a:fillRef idx="0">
          <a:schemeClr val="accent2"/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3641408" y="3618583"/>
        <a:ext cx="4048319" cy="0"/>
      </dsp:txXfrm>
    </dsp:sp>
    <dsp:sp modelId="{25927325-1122-4F0F-9644-54FAA6D963CD}">
      <dsp:nvSpPr>
        <dsp:cNvPr id="21" name="直接连接符 20"/>
        <dsp:cNvSpPr/>
      </dsp:nvSpPr>
      <dsp:spPr bwMode="white">
        <a:xfrm>
          <a:off x="3641408" y="4330129"/>
          <a:ext cx="4734118" cy="0"/>
        </a:xfrm>
        <a:prstGeom prst="line">
          <a:avLst/>
        </a:prstGeom>
      </dsp:spPr>
      <dsp:style>
        <a:lnRef idx="2">
          <a:schemeClr val="accent1"/>
        </a:lnRef>
        <a:fillRef idx="0">
          <a:schemeClr val="accent2"/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3641408" y="4330129"/>
        <a:ext cx="4734118" cy="0"/>
      </dsp:txXfrm>
    </dsp:sp>
    <dsp:sp modelId="{2E536AB0-317F-46D2-834A-188D4F36932C}">
      <dsp:nvSpPr>
        <dsp:cNvPr id="3" name="椭圆 2"/>
        <dsp:cNvSpPr/>
      </dsp:nvSpPr>
      <dsp:spPr bwMode="white">
        <a:xfrm>
          <a:off x="0" y="0"/>
          <a:ext cx="4681220" cy="4681220"/>
        </a:xfrm>
        <a:prstGeom prst="ellipse">
          <a:avLst/>
        </a:prstGeom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sp:spPr>
      <dsp:style>
        <a:lnRef idx="2">
          <a:schemeClr val="lt1"/>
        </a:lnRef>
        <a:fillRef idx="1">
          <a:schemeClr val="accent1">
            <a:tint val="50000"/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0" y="0"/>
        <a:ext cx="4681220" cy="4681220"/>
      </dsp:txXfrm>
    </dsp:sp>
    <dsp:sp modelId="{A6B75ACE-E208-43FC-9918-48D14CA8B79E}">
      <dsp:nvSpPr>
        <dsp:cNvPr id="5" name="椭圆 4"/>
        <dsp:cNvSpPr/>
      </dsp:nvSpPr>
      <dsp:spPr bwMode="white">
        <a:xfrm>
          <a:off x="8024434" y="0"/>
          <a:ext cx="702183" cy="702183"/>
        </a:xfrm>
        <a:prstGeom prst="ellipse">
          <a:avLst/>
        </a:prstGeom>
        <a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24000" r="-24000"/>
          </a:stretch>
        </a:blipFill>
      </dsp:spPr>
      <dsp:style>
        <a:lnRef idx="2">
          <a:schemeClr val="lt1"/>
        </a:lnRef>
        <a:fillRef idx="1">
          <a:schemeClr val="accent1">
            <a:tint val="50000"/>
            <a:hueOff val="-2119999"/>
            <a:satOff val="5425"/>
            <a:lumOff val="1961"/>
            <a:alpha val="10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8024434" y="0"/>
        <a:ext cx="702183" cy="702183"/>
      </dsp:txXfrm>
    </dsp:sp>
    <dsp:sp modelId="{6ECD025D-8E30-4A13-ACDA-9486D31FE033}">
      <dsp:nvSpPr>
        <dsp:cNvPr id="7" name="矩形 6"/>
        <dsp:cNvSpPr/>
      </dsp:nvSpPr>
      <dsp:spPr bwMode="white">
        <a:xfrm>
          <a:off x="8726617" y="0"/>
          <a:ext cx="1936621" cy="70218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06680" tIns="0" rIns="106680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>
              <a:solidFill>
                <a:schemeClr val="tx1"/>
              </a:solidFill>
            </a:rPr>
            <a:t>small in stature</a:t>
          </a:r>
          <a:endParaRPr>
            <a:solidFill>
              <a:schemeClr val="tx1"/>
            </a:solidFill>
          </a:endParaRPr>
        </a:p>
      </dsp:txBody>
      <dsp:txXfrm>
        <a:off x="8726617" y="0"/>
        <a:ext cx="1936621" cy="702183"/>
      </dsp:txXfrm>
    </dsp:sp>
    <dsp:sp modelId="{CD1C74A7-A838-4455-81B8-41C6CCAC6920}">
      <dsp:nvSpPr>
        <dsp:cNvPr id="8" name="椭圆 7"/>
        <dsp:cNvSpPr/>
      </dsp:nvSpPr>
      <dsp:spPr bwMode="white">
        <a:xfrm>
          <a:off x="7338635" y="711545"/>
          <a:ext cx="702183" cy="702183"/>
        </a:xfrm>
        <a:prstGeom prst="ellipse">
          <a:avLst/>
        </a:prstGeom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t="-12000" b="-12000"/>
          </a:stretch>
        </a:blipFill>
      </dsp:spPr>
      <dsp:style>
        <a:lnRef idx="2">
          <a:schemeClr val="lt1"/>
        </a:lnRef>
        <a:fillRef idx="1">
          <a:schemeClr val="accent1">
            <a:tint val="50000"/>
            <a:hueOff val="-4239999"/>
            <a:satOff val="10850"/>
            <a:lumOff val="3922"/>
            <a:alpha val="10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7338635" y="711545"/>
        <a:ext cx="702183" cy="702183"/>
      </dsp:txXfrm>
    </dsp:sp>
    <dsp:sp modelId="{13F06608-02A4-4AAE-8757-4F05E93AAB6D}">
      <dsp:nvSpPr>
        <dsp:cNvPr id="10" name="矩形 9"/>
        <dsp:cNvSpPr/>
      </dsp:nvSpPr>
      <dsp:spPr bwMode="white">
        <a:xfrm>
          <a:off x="8040818" y="711545"/>
          <a:ext cx="2622419" cy="70218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06680" tIns="0" rIns="106680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rPr>
            <a:t>tall/short</a:t>
          </a:r>
          <a:endParaRPr sz="6500">
            <a:solidFill>
              <a:schemeClr val="tx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8040818" y="711545"/>
        <a:ext cx="2622419" cy="702183"/>
      </dsp:txXfrm>
    </dsp:sp>
    <dsp:sp modelId="{63BA4586-C58A-40F6-8819-8D0D39E331FA}">
      <dsp:nvSpPr>
        <dsp:cNvPr id="11" name="椭圆 10"/>
        <dsp:cNvSpPr/>
      </dsp:nvSpPr>
      <dsp:spPr bwMode="white">
        <a:xfrm>
          <a:off x="6965074" y="1544803"/>
          <a:ext cx="702183" cy="702183"/>
        </a:xfrm>
        <a:prstGeom prst="ellipse">
          <a:avLst/>
        </a:prstGeom>
        <a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t="-8000" b="-8000"/>
          </a:stretch>
        </a:blipFill>
      </dsp:spPr>
      <dsp:style>
        <a:lnRef idx="2">
          <a:schemeClr val="lt1"/>
        </a:lnRef>
        <a:fillRef idx="1">
          <a:schemeClr val="accent1">
            <a:tint val="50000"/>
            <a:hueOff val="-6360000"/>
            <a:satOff val="16275"/>
            <a:lumOff val="5882"/>
            <a:alpha val="10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6965074" y="1544803"/>
        <a:ext cx="702183" cy="702183"/>
      </dsp:txXfrm>
    </dsp:sp>
    <dsp:sp modelId="{D2CB6D0B-ED14-40FE-93DE-95080B0E8EFE}">
      <dsp:nvSpPr>
        <dsp:cNvPr id="13" name="矩形 12"/>
        <dsp:cNvSpPr/>
      </dsp:nvSpPr>
      <dsp:spPr bwMode="white">
        <a:xfrm>
          <a:off x="7667257" y="1544803"/>
          <a:ext cx="2995981" cy="70218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06680" tIns="0" rIns="106680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rPr>
            <a:t>broad/narrow-chested</a:t>
          </a:r>
          <a:endParaRPr sz="6500">
            <a:solidFill>
              <a:schemeClr val="tx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7667257" y="1544803"/>
        <a:ext cx="2995981" cy="702183"/>
      </dsp:txXfrm>
    </dsp:sp>
    <dsp:sp modelId="{68F91835-C1A7-42F3-968C-A24698C48FAF}">
      <dsp:nvSpPr>
        <dsp:cNvPr id="14" name="椭圆 13"/>
        <dsp:cNvSpPr/>
      </dsp:nvSpPr>
      <dsp:spPr bwMode="white">
        <a:xfrm>
          <a:off x="6965074" y="2434234"/>
          <a:ext cx="702183" cy="702183"/>
        </a:xfrm>
        <a:prstGeom prst="ellipse">
          <a:avLst/>
        </a:prstGeom>
        <a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27000" r="-27000"/>
          </a:stretch>
        </a:blipFill>
      </dsp:spPr>
      <dsp:style>
        <a:lnRef idx="2">
          <a:schemeClr val="lt1"/>
        </a:lnRef>
        <a:fillRef idx="1">
          <a:schemeClr val="accent1">
            <a:tint val="50000"/>
            <a:hueOff val="-8479999"/>
            <a:satOff val="21699"/>
            <a:lumOff val="7843"/>
            <a:alpha val="10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6965074" y="2434234"/>
        <a:ext cx="702183" cy="702183"/>
      </dsp:txXfrm>
    </dsp:sp>
    <dsp:sp modelId="{9CF70962-90E2-4E19-B4D9-273E4F3B24B9}">
      <dsp:nvSpPr>
        <dsp:cNvPr id="16" name="矩形 15"/>
        <dsp:cNvSpPr/>
      </dsp:nvSpPr>
      <dsp:spPr bwMode="white">
        <a:xfrm>
          <a:off x="7667257" y="2434234"/>
          <a:ext cx="2995981" cy="70218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06680" tIns="0" rIns="106680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rPr>
            <a:t>slim/thin/fat/plump</a:t>
          </a:r>
          <a:endParaRPr sz="6500">
            <a:solidFill>
              <a:schemeClr val="tx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7667257" y="2434234"/>
        <a:ext cx="2995981" cy="702183"/>
      </dsp:txXfrm>
    </dsp:sp>
    <dsp:sp modelId="{0F0D059A-A717-4343-9FDB-86424ABA0571}">
      <dsp:nvSpPr>
        <dsp:cNvPr id="17" name="椭圆 16"/>
        <dsp:cNvSpPr/>
      </dsp:nvSpPr>
      <dsp:spPr bwMode="white">
        <a:xfrm>
          <a:off x="7338635" y="3267492"/>
          <a:ext cx="702183" cy="702183"/>
        </a:xfrm>
        <a:prstGeom prst="ellipse">
          <a:avLst/>
        </a:prstGeom>
        <a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12000" r="-12000"/>
          </a:stretch>
        </a:blipFill>
      </dsp:spPr>
      <dsp:style>
        <a:lnRef idx="2">
          <a:schemeClr val="lt1"/>
        </a:lnRef>
        <a:fillRef idx="1">
          <a:schemeClr val="accent1">
            <a:tint val="50000"/>
            <a:hueOff val="-10600000"/>
            <a:satOff val="27124"/>
            <a:lumOff val="9804"/>
            <a:alpha val="10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7338635" y="3267492"/>
        <a:ext cx="702183" cy="702183"/>
      </dsp:txXfrm>
    </dsp:sp>
    <dsp:sp modelId="{872C8477-B81C-4919-9862-CBA608B200EF}">
      <dsp:nvSpPr>
        <dsp:cNvPr id="19" name="矩形 18"/>
        <dsp:cNvSpPr/>
      </dsp:nvSpPr>
      <dsp:spPr bwMode="white">
        <a:xfrm>
          <a:off x="8040818" y="3267492"/>
          <a:ext cx="2622419" cy="70218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06680" tIns="0" rIns="106680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rPr>
            <a:t>strongly built/ well-built</a:t>
          </a:r>
          <a:endParaRPr sz="6500">
            <a:solidFill>
              <a:schemeClr val="tx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8040818" y="3267492"/>
        <a:ext cx="2622419" cy="702183"/>
      </dsp:txXfrm>
    </dsp:sp>
    <dsp:sp modelId="{360D7B6C-4717-448B-A593-691257E2F912}">
      <dsp:nvSpPr>
        <dsp:cNvPr id="20" name="椭圆 19"/>
        <dsp:cNvSpPr/>
      </dsp:nvSpPr>
      <dsp:spPr bwMode="white">
        <a:xfrm>
          <a:off x="8024434" y="3979037"/>
          <a:ext cx="702183" cy="702183"/>
        </a:xfrm>
        <a:prstGeom prst="ellipse">
          <a:avLst/>
        </a:prstGeom>
        <a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t="-30000" b="-30000"/>
          </a:stretch>
        </a:blipFill>
      </dsp:spPr>
      <dsp:style>
        <a:lnRef idx="2">
          <a:schemeClr val="lt1"/>
        </a:lnRef>
        <a:fillRef idx="1">
          <a:schemeClr val="accent1">
            <a:tint val="50000"/>
            <a:hueOff val="-12720000"/>
            <a:satOff val="32549"/>
            <a:lumOff val="11765"/>
            <a:alpha val="10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8024434" y="3979037"/>
        <a:ext cx="702183" cy="702183"/>
      </dsp:txXfrm>
    </dsp:sp>
    <dsp:sp modelId="{8BD7F5DA-8884-4A2B-B35C-0E0257D2FF75}">
      <dsp:nvSpPr>
        <dsp:cNvPr id="22" name="矩形 21"/>
        <dsp:cNvSpPr/>
      </dsp:nvSpPr>
      <dsp:spPr bwMode="white">
        <a:xfrm>
          <a:off x="8726617" y="3979037"/>
          <a:ext cx="1936621" cy="70218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06680" tIns="0" rIns="106680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rPr>
            <a:t>square-shouldered </a:t>
          </a:r>
          <a:endParaRPr lang="en-US" sz="2800">
            <a:solidFill>
              <a:schemeClr val="tx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8726617" y="3979037"/>
        <a:ext cx="1936621" cy="702183"/>
      </dsp:txXfrm>
    </dsp:sp>
    <dsp:sp modelId="{F14EFCB0-A70F-418F-A553-8B0D1B3E5EDC}">
      <dsp:nvSpPr>
        <dsp:cNvPr id="4" name="矩形 3"/>
        <dsp:cNvSpPr/>
      </dsp:nvSpPr>
      <dsp:spPr bwMode="white">
        <a:xfrm>
          <a:off x="2134789" y="3136417"/>
          <a:ext cx="2995981" cy="1544803"/>
        </a:xfrm>
        <a:prstGeom prst="rect">
          <a:avLst/>
        </a:prstGeom>
        <a:noFill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b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/>
            <a:t>Height </a:t>
          </a:r>
          <a:endParaRPr lang="zh-CN" sz="6500"/>
        </a:p>
      </dsp:txBody>
      <dsp:txXfrm>
        <a:off x="2134789" y="3136417"/>
        <a:ext cx="2995981" cy="1544803"/>
      </dsp:txXfrm>
    </dsp:sp>
  </dsp:spTree>
</dsp:drawing>
</file>

<file path=ppt/diagrams/drawing3.xml><?xml version="1.0" encoding="utf-8"?>
<dsp:drawing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="http://schemas.openxmlformats.org/presentationml/2006/main" xmlns:p14="http://schemas.microsoft.com/office/powerpoint/2010/main" xmlns:dsp="http://schemas.microsoft.com/office/drawing/2008/diagram">
  <dsp:spTree>
    <dsp:nvGrpSpPr>
      <dsp:cNvPr id="23" name="组合 1"/>
      <dsp:cNvGrpSpPr/>
    </dsp:nvGrpSpPr>
    <dsp:grpSpPr>
      <a:xfrm>
        <a:off x="0" y="0"/>
        <a:ext cx="9747250" cy="4873625"/>
        <a:chExt cx="9747250" cy="4873625"/>
      </a:xfrm>
    </dsp:grpSpPr>
    <dsp:sp modelId="{4870E768-5BCC-482F-A858-2CBAFE0374E1}">
      <dsp:nvSpPr>
        <dsp:cNvPr id="6" name="直接连接符 5"/>
        <dsp:cNvSpPr/>
      </dsp:nvSpPr>
      <dsp:spPr bwMode="white">
        <a:xfrm>
          <a:off x="2915603" y="365522"/>
          <a:ext cx="4928697" cy="0"/>
        </a:xfrm>
        <a:prstGeom prst="line">
          <a:avLst/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2915603" y="365522"/>
        <a:ext cx="4928697" cy="0"/>
      </dsp:txXfrm>
    </dsp:sp>
    <dsp:sp modelId="{97BF21EC-0D43-4AA8-9DC3-35A107CAF66B}">
      <dsp:nvSpPr>
        <dsp:cNvPr id="9" name="直接连接符 8"/>
        <dsp:cNvSpPr/>
      </dsp:nvSpPr>
      <dsp:spPr bwMode="white">
        <a:xfrm>
          <a:off x="2915603" y="1106313"/>
          <a:ext cx="4214711" cy="0"/>
        </a:xfrm>
        <a:prstGeom prst="line">
          <a:avLst/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2915603" y="1106313"/>
        <a:ext cx="4214711" cy="0"/>
      </dsp:txXfrm>
    </dsp:sp>
    <dsp:sp modelId="{0BA97FA1-710A-4FA0-A549-B1EE4856AD7E}">
      <dsp:nvSpPr>
        <dsp:cNvPr id="12" name="直接连接符 11"/>
        <dsp:cNvSpPr/>
      </dsp:nvSpPr>
      <dsp:spPr bwMode="white">
        <a:xfrm>
          <a:off x="2915603" y="1973818"/>
          <a:ext cx="3825796" cy="0"/>
        </a:xfrm>
        <a:prstGeom prst="line">
          <a:avLst/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2915603" y="1973818"/>
        <a:ext cx="3825796" cy="0"/>
      </dsp:txXfrm>
    </dsp:sp>
    <dsp:sp modelId="{AC5BF8FE-F32A-421F-A9F9-060FDBB14B2E}">
      <dsp:nvSpPr>
        <dsp:cNvPr id="15" name="直接连接符 14"/>
        <dsp:cNvSpPr/>
      </dsp:nvSpPr>
      <dsp:spPr bwMode="white">
        <a:xfrm>
          <a:off x="2915603" y="2899807"/>
          <a:ext cx="3825796" cy="0"/>
        </a:xfrm>
        <a:prstGeom prst="line">
          <a:avLst/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2915603" y="2899807"/>
        <a:ext cx="3825796" cy="0"/>
      </dsp:txXfrm>
    </dsp:sp>
    <dsp:sp modelId="{4E3E35F6-3286-4850-9217-FABDE0CFFE20}">
      <dsp:nvSpPr>
        <dsp:cNvPr id="18" name="直接连接符 17"/>
        <dsp:cNvSpPr/>
      </dsp:nvSpPr>
      <dsp:spPr bwMode="white">
        <a:xfrm>
          <a:off x="2915603" y="3767312"/>
          <a:ext cx="4214711" cy="0"/>
        </a:xfrm>
        <a:prstGeom prst="line">
          <a:avLst/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2915603" y="3767312"/>
        <a:ext cx="4214711" cy="0"/>
      </dsp:txXfrm>
    </dsp:sp>
    <dsp:sp modelId="{065C64EC-F454-4A6A-9EB3-8C0B72B161A6}">
      <dsp:nvSpPr>
        <dsp:cNvPr id="21" name="直接连接符 20"/>
        <dsp:cNvSpPr/>
      </dsp:nvSpPr>
      <dsp:spPr bwMode="white">
        <a:xfrm>
          <a:off x="2915603" y="4508103"/>
          <a:ext cx="4928697" cy="0"/>
        </a:xfrm>
        <a:prstGeom prst="line">
          <a:avLst/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2915603" y="4508103"/>
        <a:ext cx="4928697" cy="0"/>
      </dsp:txXfrm>
    </dsp:sp>
    <dsp:sp modelId="{82F1EB0D-24D1-46C4-84A2-2D4A6889C7F0}">
      <dsp:nvSpPr>
        <dsp:cNvPr id="24" name="椭圆 2"/>
        <dsp:cNvSpPr/>
      </dsp:nvSpPr>
      <dsp:spPr bwMode="white">
        <a:xfrm>
          <a:off x="469823" y="0"/>
          <a:ext cx="4873625" cy="4873625"/>
        </a:xfrm>
        <a:prstGeom prst="ellipse">
          <a:avLst/>
        </a:prstGeom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469823" y="0"/>
        <a:ext cx="4873625" cy="4873625"/>
      </dsp:txXfrm>
    </dsp:sp>
    <dsp:sp modelId="{1B9FCDBC-DEAE-4F0E-9B70-2B8812486904}">
      <dsp:nvSpPr>
        <dsp:cNvPr id="5" name="椭圆 4"/>
        <dsp:cNvSpPr/>
      </dsp:nvSpPr>
      <dsp:spPr bwMode="white">
        <a:xfrm>
          <a:off x="7478778" y="0"/>
          <a:ext cx="731044" cy="731044"/>
        </a:xfrm>
        <a:prstGeom prst="ellipse">
          <a:avLst/>
        </a:prstGeom>
        <a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3000" r="-3000"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7478778" y="0"/>
        <a:ext cx="731044" cy="731044"/>
      </dsp:txXfrm>
    </dsp:sp>
    <dsp:sp modelId="{0232BC1C-1141-4C9B-A83B-0F722032E505}">
      <dsp:nvSpPr>
        <dsp:cNvPr id="7" name="矩形 6"/>
        <dsp:cNvSpPr/>
      </dsp:nvSpPr>
      <dsp:spPr bwMode="white">
        <a:xfrm>
          <a:off x="8209821" y="0"/>
          <a:ext cx="2016219" cy="731044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06680" tIns="0" rIns="106680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>
              <a:solidFill>
                <a:schemeClr val="tx1"/>
              </a:solidFill>
            </a:rPr>
            <a:t>braid</a:t>
          </a:r>
          <a:endParaRPr>
            <a:solidFill>
              <a:schemeClr val="tx1"/>
            </a:solidFill>
          </a:endParaRPr>
        </a:p>
      </dsp:txBody>
      <dsp:txXfrm>
        <a:off x="8209821" y="0"/>
        <a:ext cx="2016219" cy="731044"/>
      </dsp:txXfrm>
    </dsp:sp>
    <dsp:sp modelId="{6D4EE7AF-69D4-4BF0-BF05-D8E7003047BF}">
      <dsp:nvSpPr>
        <dsp:cNvPr id="8" name="椭圆 7"/>
        <dsp:cNvSpPr/>
      </dsp:nvSpPr>
      <dsp:spPr bwMode="white">
        <a:xfrm>
          <a:off x="6764792" y="740791"/>
          <a:ext cx="731044" cy="731044"/>
        </a:xfrm>
        <a:prstGeom prst="ellipse">
          <a:avLst/>
        </a:prstGeom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6764792" y="740791"/>
        <a:ext cx="731044" cy="731044"/>
      </dsp:txXfrm>
    </dsp:sp>
    <dsp:sp modelId="{10CB4B81-5DFE-4412-A1F7-E092FF5FCD7A}">
      <dsp:nvSpPr>
        <dsp:cNvPr id="10" name="矩形 9"/>
        <dsp:cNvSpPr/>
      </dsp:nvSpPr>
      <dsp:spPr bwMode="white">
        <a:xfrm>
          <a:off x="7495835" y="740791"/>
          <a:ext cx="2730205" cy="731044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06680" tIns="0" rIns="106680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>
              <a:solidFill>
                <a:schemeClr val="tx1"/>
              </a:solidFill>
            </a:rPr>
            <a:t>straight/curly/thick </a:t>
          </a:r>
          <a:endParaRPr>
            <a:solidFill>
              <a:schemeClr val="tx1"/>
            </a:solidFill>
          </a:endParaRPr>
        </a:p>
      </dsp:txBody>
      <dsp:txXfrm>
        <a:off x="7495835" y="740791"/>
        <a:ext cx="2730205" cy="731044"/>
      </dsp:txXfrm>
    </dsp:sp>
    <dsp:sp modelId="{5CCAE533-FEB2-4E08-B48B-9D47F0CA4ACB}">
      <dsp:nvSpPr>
        <dsp:cNvPr id="11" name="椭圆 10"/>
        <dsp:cNvSpPr/>
      </dsp:nvSpPr>
      <dsp:spPr bwMode="white">
        <a:xfrm>
          <a:off x="6375876" y="1608296"/>
          <a:ext cx="731044" cy="731044"/>
        </a:xfrm>
        <a:prstGeom prst="ellipse">
          <a:avLst/>
        </a:prstGeom>
        <a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6375876" y="1608296"/>
        <a:ext cx="731044" cy="731044"/>
      </dsp:txXfrm>
    </dsp:sp>
    <dsp:sp modelId="{BDC525E2-DD0E-479C-87D4-F4081323DF04}">
      <dsp:nvSpPr>
        <dsp:cNvPr id="13" name="矩形 12"/>
        <dsp:cNvSpPr/>
      </dsp:nvSpPr>
      <dsp:spPr bwMode="white">
        <a:xfrm>
          <a:off x="7106920" y="1608296"/>
          <a:ext cx="3119120" cy="731044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06680" tIns="0" rIns="106680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>
              <a:solidFill>
                <a:schemeClr val="tx1"/>
              </a:solidFill>
            </a:rPr>
            <a:t>bald</a:t>
          </a:r>
          <a:endParaRPr>
            <a:solidFill>
              <a:schemeClr val="tx1"/>
            </a:solidFill>
          </a:endParaRPr>
        </a:p>
      </dsp:txBody>
      <dsp:txXfrm>
        <a:off x="7106920" y="1608296"/>
        <a:ext cx="3119120" cy="731044"/>
      </dsp:txXfrm>
    </dsp:sp>
    <dsp:sp modelId="{BB53C838-EA80-45B6-B4B4-8A837F7294A2}">
      <dsp:nvSpPr>
        <dsp:cNvPr id="14" name="椭圆 13"/>
        <dsp:cNvSpPr/>
      </dsp:nvSpPr>
      <dsp:spPr bwMode="white">
        <a:xfrm>
          <a:off x="6375876" y="2534285"/>
          <a:ext cx="731044" cy="731044"/>
        </a:xfrm>
        <a:prstGeom prst="ellipse">
          <a:avLst/>
        </a:prstGeom>
        <a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40000" r="-40000"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6375876" y="2534285"/>
        <a:ext cx="731044" cy="731044"/>
      </dsp:txXfrm>
    </dsp:sp>
    <dsp:sp modelId="{662BEBCB-D9A1-42C8-A573-FD35F31E11B8}">
      <dsp:nvSpPr>
        <dsp:cNvPr id="16" name="矩形 15"/>
        <dsp:cNvSpPr/>
      </dsp:nvSpPr>
      <dsp:spPr bwMode="white">
        <a:xfrm>
          <a:off x="7106920" y="2534285"/>
          <a:ext cx="3119120" cy="731044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06680" tIns="0" rIns="106680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800">
              <a:solidFill>
                <a:schemeClr val="tx1"/>
              </a:solidFill>
            </a:rPr>
            <a:t>low/high hairline</a:t>
          </a:r>
          <a:endParaRPr>
            <a:solidFill>
              <a:schemeClr val="tx1"/>
            </a:solidFill>
          </a:endParaRPr>
        </a:p>
      </dsp:txBody>
      <dsp:txXfrm>
        <a:off x="7106920" y="2534285"/>
        <a:ext cx="3119120" cy="731044"/>
      </dsp:txXfrm>
    </dsp:sp>
    <dsp:sp modelId="{EBC1F9D9-CEF1-4351-A1F4-C235AD85B2AB}">
      <dsp:nvSpPr>
        <dsp:cNvPr id="17" name="椭圆 16"/>
        <dsp:cNvSpPr/>
      </dsp:nvSpPr>
      <dsp:spPr bwMode="white">
        <a:xfrm>
          <a:off x="6764792" y="3401790"/>
          <a:ext cx="731044" cy="731044"/>
        </a:xfrm>
        <a:prstGeom prst="ellipse">
          <a:avLst/>
        </a:prstGeom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6764792" y="3401790"/>
        <a:ext cx="731044" cy="731044"/>
      </dsp:txXfrm>
    </dsp:sp>
    <dsp:sp modelId="{75631071-18EB-419A-A92D-443146B1362E}">
      <dsp:nvSpPr>
        <dsp:cNvPr id="19" name="矩形 18"/>
        <dsp:cNvSpPr/>
      </dsp:nvSpPr>
      <dsp:spPr bwMode="white">
        <a:xfrm>
          <a:off x="7495835" y="3401790"/>
          <a:ext cx="2730205" cy="731044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06680" tIns="0" rIns="106680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>
              <a:solidFill>
                <a:schemeClr val="tx1"/>
              </a:solidFill>
            </a:rPr>
            <a:t>red/blonde/br</a:t>
          </a:r>
          <a:r>
            <a:rPr lang="en-US" altLang="zh-CN" sz="2800">
              <a:solidFill>
                <a:schemeClr val="tx1"/>
              </a:solidFill>
            </a:rPr>
            <a:t>u</a:t>
          </a:r>
          <a:r>
            <a:rPr lang="en-US" sz="2800">
              <a:solidFill>
                <a:schemeClr val="tx1"/>
              </a:solidFill>
            </a:rPr>
            <a:t>nette </a:t>
          </a:r>
          <a:endParaRPr>
            <a:solidFill>
              <a:schemeClr val="tx1"/>
            </a:solidFill>
          </a:endParaRPr>
        </a:p>
      </dsp:txBody>
      <dsp:txXfrm>
        <a:off x="7495835" y="3401790"/>
        <a:ext cx="2730205" cy="731044"/>
      </dsp:txXfrm>
    </dsp:sp>
    <dsp:sp modelId="{5902B21B-097D-4E1C-924D-3B83CEBC8E7D}">
      <dsp:nvSpPr>
        <dsp:cNvPr id="20" name="椭圆 19"/>
        <dsp:cNvSpPr/>
      </dsp:nvSpPr>
      <dsp:spPr bwMode="white">
        <a:xfrm>
          <a:off x="7478778" y="4142581"/>
          <a:ext cx="731044" cy="731044"/>
        </a:xfrm>
        <a:prstGeom prst="ellipse">
          <a:avLst/>
        </a:prstGeom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7478778" y="4142581"/>
        <a:ext cx="731044" cy="731044"/>
      </dsp:txXfrm>
    </dsp:sp>
    <dsp:sp modelId="{0E1F6B32-C1B0-4FFB-932A-37F3E3B01428}">
      <dsp:nvSpPr>
        <dsp:cNvPr id="22" name="矩形 21"/>
        <dsp:cNvSpPr/>
      </dsp:nvSpPr>
      <dsp:spPr bwMode="white">
        <a:xfrm>
          <a:off x="8209821" y="4142581"/>
          <a:ext cx="2016219" cy="731044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47650" tIns="0" rIns="247650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>
              <a:solidFill>
                <a:schemeClr val="tx1"/>
              </a:solidFill>
            </a:rPr>
            <a:t>…</a:t>
          </a:r>
          <a:endParaRPr lang="zh-CN" sz="5300">
            <a:solidFill>
              <a:schemeClr val="tx1"/>
            </a:solidFill>
          </a:endParaRPr>
        </a:p>
      </dsp:txBody>
      <dsp:txXfrm>
        <a:off x="8209821" y="4142581"/>
        <a:ext cx="2016219" cy="731044"/>
      </dsp:txXfrm>
    </dsp:sp>
    <dsp:sp modelId="{F94020D8-0A30-4253-8C93-97EA4681AA7C}">
      <dsp:nvSpPr>
        <dsp:cNvPr id="25" name="矩形 3"/>
        <dsp:cNvSpPr/>
      </dsp:nvSpPr>
      <dsp:spPr bwMode="white">
        <a:xfrm>
          <a:off x="1356043" y="2587895"/>
          <a:ext cx="3119120" cy="1608296"/>
        </a:xfrm>
        <a:prstGeom prst="rect">
          <a:avLst/>
        </a:prstGeom>
        <a:noFill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b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sz="6500"/>
        </a:p>
      </dsp:txBody>
      <dsp:txXfrm>
        <a:off x="1356043" y="2587895"/>
        <a:ext cx="3119120" cy="1608296"/>
      </dsp:txXfrm>
    </dsp:sp>
  </dsp:spTree>
</dsp:drawing>
</file>

<file path=ppt/diagrams/drawing4.xml><?xml version="1.0" encoding="utf-8"?>
<dsp:drawing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="http://schemas.openxmlformats.org/presentationml/2006/main" xmlns:p14="http://schemas.microsoft.com/office/powerpoint/2010/main" xmlns:dsp="http://schemas.microsoft.com/office/drawing/2008/diagram">
  <dsp:spTree>
    <dsp:nvGrpSpPr>
      <dsp:cNvPr id="23" name="组合 1"/>
      <dsp:cNvGrpSpPr/>
    </dsp:nvGrpSpPr>
    <dsp:grpSpPr>
      <a:xfrm>
        <a:off x="0" y="0"/>
        <a:ext cx="9723120" cy="4861560"/>
        <a:chExt cx="9723120" cy="4861560"/>
      </a:xfrm>
    </dsp:grpSpPr>
    <dsp:sp modelId="{AD673DC9-F859-4917-BCB8-75B330034B97}">
      <dsp:nvSpPr>
        <dsp:cNvPr id="6" name="直接连接符 5"/>
        <dsp:cNvSpPr/>
      </dsp:nvSpPr>
      <dsp:spPr bwMode="white">
        <a:xfrm>
          <a:off x="3319780" y="364617"/>
          <a:ext cx="4916496" cy="0"/>
        </a:xfrm>
        <a:prstGeom prst="line">
          <a:avLst/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3319780" y="364617"/>
        <a:ext cx="4916496" cy="0"/>
      </dsp:txXfrm>
    </dsp:sp>
    <dsp:sp modelId="{DAF4C5DB-37FD-46A0-92CE-545C8F0386AA}">
      <dsp:nvSpPr>
        <dsp:cNvPr id="9" name="直接连接符 8"/>
        <dsp:cNvSpPr/>
      </dsp:nvSpPr>
      <dsp:spPr bwMode="white">
        <a:xfrm>
          <a:off x="3319780" y="1103574"/>
          <a:ext cx="4204277" cy="0"/>
        </a:xfrm>
        <a:prstGeom prst="line">
          <a:avLst/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3319780" y="1103574"/>
        <a:ext cx="4204277" cy="0"/>
      </dsp:txXfrm>
    </dsp:sp>
    <dsp:sp modelId="{B9DE5D53-C431-4527-B019-E8DE41257B7F}">
      <dsp:nvSpPr>
        <dsp:cNvPr id="12" name="直接连接符 11"/>
        <dsp:cNvSpPr/>
      </dsp:nvSpPr>
      <dsp:spPr bwMode="white">
        <a:xfrm>
          <a:off x="3319780" y="1968932"/>
          <a:ext cx="3816325" cy="0"/>
        </a:xfrm>
        <a:prstGeom prst="line">
          <a:avLst/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3319780" y="1968932"/>
        <a:ext cx="3816325" cy="0"/>
      </dsp:txXfrm>
    </dsp:sp>
    <dsp:sp modelId="{EB723B8E-72F1-4553-9DB3-BC36E18B1377}">
      <dsp:nvSpPr>
        <dsp:cNvPr id="15" name="直接连接符 14"/>
        <dsp:cNvSpPr/>
      </dsp:nvSpPr>
      <dsp:spPr bwMode="white">
        <a:xfrm>
          <a:off x="3319780" y="2892628"/>
          <a:ext cx="3816325" cy="0"/>
        </a:xfrm>
        <a:prstGeom prst="line">
          <a:avLst/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3319780" y="2892628"/>
        <a:ext cx="3816325" cy="0"/>
      </dsp:txXfrm>
    </dsp:sp>
    <dsp:sp modelId="{EB8634C3-5FEC-4261-98F7-A894C23FD771}">
      <dsp:nvSpPr>
        <dsp:cNvPr id="18" name="直接连接符 17"/>
        <dsp:cNvSpPr/>
      </dsp:nvSpPr>
      <dsp:spPr bwMode="white">
        <a:xfrm>
          <a:off x="3319780" y="3757986"/>
          <a:ext cx="4204277" cy="0"/>
        </a:xfrm>
        <a:prstGeom prst="line">
          <a:avLst/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3319780" y="3757986"/>
        <a:ext cx="4204277" cy="0"/>
      </dsp:txXfrm>
    </dsp:sp>
    <dsp:sp modelId="{CE15AB3C-5164-4986-A874-A6336C723644}">
      <dsp:nvSpPr>
        <dsp:cNvPr id="21" name="直接连接符 20"/>
        <dsp:cNvSpPr/>
      </dsp:nvSpPr>
      <dsp:spPr bwMode="white">
        <a:xfrm>
          <a:off x="3319780" y="4496943"/>
          <a:ext cx="4916496" cy="0"/>
        </a:xfrm>
        <a:prstGeom prst="line">
          <a:avLst/>
        </a:prstGeom>
      </dsp:spPr>
      <dsp:style>
        <a:lnRef idx="2">
          <a:schemeClr val="accent1">
            <a:shade val="60000"/>
          </a:schemeClr>
        </a:lnRef>
        <a:fillRef idx="0">
          <a:schemeClr val="accent1"/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3319780" y="4496943"/>
        <a:ext cx="4916496" cy="0"/>
      </dsp:txXfrm>
    </dsp:sp>
    <dsp:sp modelId="{B2FB4AA8-547E-46E3-A1B1-F07F5026DB86}">
      <dsp:nvSpPr>
        <dsp:cNvPr id="24" name="椭圆 2"/>
        <dsp:cNvSpPr/>
      </dsp:nvSpPr>
      <dsp:spPr bwMode="white">
        <a:xfrm>
          <a:off x="889000" y="0"/>
          <a:ext cx="4861560" cy="4861560"/>
        </a:xfrm>
        <a:prstGeom prst="ellipse">
          <a:avLst/>
        </a:prstGeom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17000" r="-17000"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889000" y="0"/>
        <a:ext cx="4861560" cy="4861560"/>
      </dsp:txXfrm>
    </dsp:sp>
    <dsp:sp modelId="{3EDDB9ED-F310-4FD2-83C9-6D50EB04244E}">
      <dsp:nvSpPr>
        <dsp:cNvPr id="5" name="椭圆 4"/>
        <dsp:cNvSpPr/>
      </dsp:nvSpPr>
      <dsp:spPr bwMode="white">
        <a:xfrm>
          <a:off x="7871659" y="0"/>
          <a:ext cx="729234" cy="729234"/>
        </a:xfrm>
        <a:prstGeom prst="ellipse">
          <a:avLst/>
        </a:prstGeom>
        <a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8000" r="-8000"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7871659" y="0"/>
        <a:ext cx="729234" cy="729234"/>
      </dsp:txXfrm>
    </dsp:sp>
    <dsp:sp modelId="{7FEDB29A-790B-4BBE-B89B-DF49602A8423}">
      <dsp:nvSpPr>
        <dsp:cNvPr id="7" name="矩形 6"/>
        <dsp:cNvSpPr/>
      </dsp:nvSpPr>
      <dsp:spPr bwMode="white">
        <a:xfrm>
          <a:off x="8600893" y="0"/>
          <a:ext cx="2011227" cy="729234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76200" tIns="0" rIns="76200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rPr>
            <a:t>bright/huge/dark/watery eyes</a:t>
          </a:r>
          <a:endParaRPr lang="en-US" sz="2000">
            <a:solidFill>
              <a:schemeClr val="tx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8600893" y="0"/>
        <a:ext cx="2011227" cy="729234"/>
      </dsp:txXfrm>
    </dsp:sp>
    <dsp:sp modelId="{3F13F366-FA69-492C-A76B-99408BB821CF}">
      <dsp:nvSpPr>
        <dsp:cNvPr id="8" name="椭圆 7"/>
        <dsp:cNvSpPr/>
      </dsp:nvSpPr>
      <dsp:spPr bwMode="white">
        <a:xfrm>
          <a:off x="7159440" y="738957"/>
          <a:ext cx="729234" cy="729234"/>
        </a:xfrm>
        <a:prstGeom prst="ellipse">
          <a:avLst/>
        </a:prstGeom>
        <a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3000" r="-3000"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7159440" y="738957"/>
        <a:ext cx="729234" cy="729234"/>
      </dsp:txXfrm>
    </dsp:sp>
    <dsp:sp modelId="{A3FF1A11-45FA-46E4-AF5F-70D821FBE56F}">
      <dsp:nvSpPr>
        <dsp:cNvPr id="10" name="矩形 9"/>
        <dsp:cNvSpPr/>
      </dsp:nvSpPr>
      <dsp:spPr bwMode="white">
        <a:xfrm>
          <a:off x="7888674" y="738957"/>
          <a:ext cx="2723446" cy="729234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91439" tIns="0" rIns="91439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rPr>
            <a:t>thin/pale/red face</a:t>
          </a:r>
          <a:endParaRPr lang="zh-CN" sz="2400">
            <a:solidFill>
              <a:schemeClr val="tx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7888674" y="738957"/>
        <a:ext cx="2723446" cy="729234"/>
      </dsp:txXfrm>
    </dsp:sp>
    <dsp:sp modelId="{FB85CDCA-A97C-411C-B70C-50AEBC6420D6}">
      <dsp:nvSpPr>
        <dsp:cNvPr id="11" name="椭圆 10"/>
        <dsp:cNvSpPr/>
      </dsp:nvSpPr>
      <dsp:spPr bwMode="white">
        <a:xfrm>
          <a:off x="6771488" y="1604315"/>
          <a:ext cx="729234" cy="729234"/>
        </a:xfrm>
        <a:prstGeom prst="ellipse">
          <a:avLst/>
        </a:prstGeom>
        <a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6000" r="-6000"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6771488" y="1604315"/>
        <a:ext cx="729234" cy="729234"/>
      </dsp:txXfrm>
    </dsp:sp>
    <dsp:sp modelId="{F08CD850-23A3-4FB4-BD75-8D0744490180}">
      <dsp:nvSpPr>
        <dsp:cNvPr id="13" name="矩形 12"/>
        <dsp:cNvSpPr/>
      </dsp:nvSpPr>
      <dsp:spPr bwMode="white">
        <a:xfrm>
          <a:off x="7500722" y="1604315"/>
          <a:ext cx="3111398" cy="729234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91439" tIns="0" rIns="91439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rPr>
            <a:t>double chin/rosy cheeks</a:t>
          </a:r>
          <a:endParaRPr lang="en-US" sz="2400">
            <a:solidFill>
              <a:schemeClr val="tx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7500722" y="1604315"/>
        <a:ext cx="3111398" cy="729234"/>
      </dsp:txXfrm>
    </dsp:sp>
    <dsp:sp modelId="{BFB22558-2812-4219-8F3D-6E9EAAC56460}">
      <dsp:nvSpPr>
        <dsp:cNvPr id="14" name="椭圆 13"/>
        <dsp:cNvSpPr/>
      </dsp:nvSpPr>
      <dsp:spPr bwMode="white">
        <a:xfrm>
          <a:off x="6771488" y="2528011"/>
          <a:ext cx="729234" cy="729234"/>
        </a:xfrm>
        <a:prstGeom prst="ellipse">
          <a:avLst/>
        </a:prstGeom>
        <a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50000" r="-50000"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6771488" y="2528011"/>
        <a:ext cx="729234" cy="729234"/>
      </dsp:txXfrm>
    </dsp:sp>
    <dsp:sp modelId="{27DA51A1-CBB1-4640-A560-F5565229865C}">
      <dsp:nvSpPr>
        <dsp:cNvPr id="16" name="矩形 15"/>
        <dsp:cNvSpPr/>
      </dsp:nvSpPr>
      <dsp:spPr bwMode="white">
        <a:xfrm>
          <a:off x="7500722" y="2528011"/>
          <a:ext cx="3111398" cy="729234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91439" tIns="0" rIns="91439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rPr>
            <a:t>fair/dark skin/</a:t>
          </a:r>
          <a:endParaRPr lang="en-US" sz="2400">
            <a:solidFill>
              <a:schemeClr val="tx1"/>
            </a:solidFill>
            <a:latin typeface="Times New Roman" panose="02020603050405020304" charset="0"/>
            <a:cs typeface="Times New Roman" panose="02020603050405020304" charset="0"/>
          </a:endParaRPr>
        </a:p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rPr>
            <a:t>even teeth</a:t>
          </a:r>
          <a:endParaRPr lang="en-US" sz="2400">
            <a:solidFill>
              <a:schemeClr val="tx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7500722" y="2528011"/>
        <a:ext cx="3111398" cy="729234"/>
      </dsp:txXfrm>
    </dsp:sp>
    <dsp:sp modelId="{CB6325E1-520B-40A6-9A7A-44B7A82F5390}">
      <dsp:nvSpPr>
        <dsp:cNvPr id="17" name="椭圆 16"/>
        <dsp:cNvSpPr/>
      </dsp:nvSpPr>
      <dsp:spPr bwMode="white">
        <a:xfrm>
          <a:off x="7159440" y="3393369"/>
          <a:ext cx="729234" cy="729234"/>
        </a:xfrm>
        <a:prstGeom prst="ellipse">
          <a:avLst/>
        </a:prstGeom>
        <a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 l="-46000" r="-46000"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7159440" y="3393369"/>
        <a:ext cx="729234" cy="729234"/>
      </dsp:txXfrm>
    </dsp:sp>
    <dsp:sp modelId="{48DE94F4-CAE1-4C13-9B41-90333FB8D518}">
      <dsp:nvSpPr>
        <dsp:cNvPr id="19" name="矩形 18"/>
        <dsp:cNvSpPr/>
      </dsp:nvSpPr>
      <dsp:spPr bwMode="white">
        <a:xfrm>
          <a:off x="7888674" y="3393369"/>
          <a:ext cx="2723446" cy="729234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91439" tIns="0" rIns="91439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rPr>
            <a:t>thick/black eyebrow</a:t>
          </a:r>
          <a:endParaRPr lang="zh-CN" sz="2400">
            <a:solidFill>
              <a:schemeClr val="tx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7888674" y="3393369"/>
        <a:ext cx="2723446" cy="729234"/>
      </dsp:txXfrm>
    </dsp:sp>
    <dsp:sp modelId="{83C9AD2D-91D2-4B06-9370-B5B43CE4ED13}">
      <dsp:nvSpPr>
        <dsp:cNvPr id="20" name="椭圆 19"/>
        <dsp:cNvSpPr/>
      </dsp:nvSpPr>
      <dsp:spPr bwMode="white">
        <a:xfrm>
          <a:off x="7871659" y="4132326"/>
          <a:ext cx="729234" cy="729234"/>
        </a:xfrm>
        <a:prstGeom prst="ellipse">
          <a:avLst/>
        </a:prstGeom>
        <a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Body>
        <a:bodyPr/>
        <a:lstStyle/>
        <a:p/>
      </dsp:txBody>
      <dsp:txXfrm>
        <a:off x="7871659" y="4132326"/>
        <a:ext cx="729234" cy="729234"/>
      </dsp:txXfrm>
    </dsp:sp>
    <dsp:sp modelId="{44E27A48-81AC-4C08-A8DC-AEBB241617A0}">
      <dsp:nvSpPr>
        <dsp:cNvPr id="22" name="矩形 21"/>
        <dsp:cNvSpPr/>
      </dsp:nvSpPr>
      <dsp:spPr bwMode="white">
        <a:xfrm>
          <a:off x="8600893" y="4132326"/>
          <a:ext cx="2011227" cy="729234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91439" tIns="0" rIns="91439" bIns="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rPr>
            <a:t>hooked/flat/freckled nose </a:t>
          </a:r>
          <a:endParaRPr lang="en-US" sz="2400">
            <a:solidFill>
              <a:schemeClr val="tx1"/>
            </a:solidFill>
            <a:latin typeface="Times New Roman" panose="02020603050405020304" charset="0"/>
            <a:cs typeface="Times New Roman" panose="02020603050405020304" charset="0"/>
          </a:endParaRPr>
        </a:p>
      </dsp:txBody>
      <dsp:txXfrm>
        <a:off x="8600893" y="4132326"/>
        <a:ext cx="2011227" cy="729234"/>
      </dsp:txXfrm>
    </dsp:sp>
    <dsp:sp modelId="{5365538D-1CDC-4438-B172-CC4B61C6B09A}">
      <dsp:nvSpPr>
        <dsp:cNvPr id="4" name="矩形 3"/>
        <dsp:cNvSpPr/>
      </dsp:nvSpPr>
      <dsp:spPr bwMode="white">
        <a:xfrm>
          <a:off x="1764081" y="2581488"/>
          <a:ext cx="3111398" cy="1604315"/>
        </a:xfrm>
        <a:prstGeom prst="rect">
          <a:avLst/>
        </a:prstGeom>
        <a:noFill/>
        <a:ln>
          <a:noFill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b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/>
            <a:t> </a:t>
          </a:r>
          <a:endParaRPr lang="zh-CN" sz="6500"/>
        </a:p>
      </dsp:txBody>
      <dsp:txXfrm>
        <a:off x="1764081" y="2581488"/>
        <a:ext cx="3111398" cy="1604315"/>
      </dsp:txXfrm>
    </dsp:sp>
  </dsp:spTree>
</dsp:drawing>
</file>

<file path=ppt/diagrams/layout1.xml><?xml version="1.0" encoding="utf-8"?>
<dgm:layoutDef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dgm="http://schemas.openxmlformats.org/drawingml/2006/diagram" uniqueId="urn:microsoft.com/office/officeart/2008/layout/AccentedPicture#1">
  <dgm:title val=""/>
  <dgm:desc val=""/>
  <dgm:catLst>
    <dgm:cat type="picture" pri="1000"/>
    <dgm:cat type="pictureconver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</dgm:varLst>
    <dgm:alg type="composite"/>
    <dgm:shape r:blip="">
      <dgm:adjLst/>
    </dgm:shape>
    <dgm:choose name="Name1">
      <dgm:if name="Name2" axis="ch" ptType="node" func="cnt" op="lte" val="1">
        <dgm:constrLst>
          <dgm:constr type="h" for="ch" forName="picture_1" refType="h"/>
          <dgm:constr type="w" for="ch" forName="picture_1" refType="h" refFor="ch" refForName="picture_1" op="equ" fact="0.784"/>
          <dgm:constr type="l" for="ch" forName="picture_1"/>
          <dgm:constr type="t" for="ch" forName="picture_1"/>
          <dgm:constr type="w" for="ch" forName="text_1" refType="w" refFor="ch" refForName="picture_1" fact="0.77"/>
          <dgm:constr type="h" for="ch" forName="text_1" refType="h" refFor="ch" refForName="picture_1" fact="0.6"/>
          <dgm:constr type="l" for="ch" forName="text_1" refType="w" refFor="ch" refForName="picture_1" fact="0.04"/>
          <dgm:constr type="t" for="ch" forName="text_1" refType="h" refFor="ch" refForName="picture_1" fact="0.4"/>
        </dgm:constrLst>
      </dgm:if>
      <dgm:if name="Name3" axis="ch" ptType="node" func="cnt" op="lte" val="5">
        <dgm:choose name="Name4">
          <dgm:if name="Name5" func="var" arg="dir" op="equ" val="norm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l" for="ch" forName="picture_1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l" for="ch" forName="text_1" refType="w" refFor="ch" refForName="picture_1" fact="0.04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r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l" for="ch" forName="maxNode" refType="r" refFor="ch" refForName="picture_1"/>
              <dgm:constr type="lOff" for="ch" forName="maxNode" refType="h" refFor="des" refForName="pair" fact="0.5"/>
              <dgm:constr type="r" for="ch" forName="maxNode" refType="w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if>
          <dgm:else name="Name6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r" for="ch" forName="picture_1" refType="w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r" for="ch" forName="text_1" refType="w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l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r" for="ch" forName="maxNode" refType="l" refFor="ch" refForName="picture_1"/>
              <dgm:constr type="rOff" for="ch" forName="maxNode" refType="h" refFor="des" refForName="pair" fact="-0.5"/>
              <dgm:constr type="l" for="ch" forName="maxNode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else>
        </dgm:choose>
      </dgm:if>
      <dgm:else name="Name7">
        <dgm:choose name="Name8">
          <dgm:if name="Name9" func="var" arg="dir" op="equ" val="norm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l" for="ch" forName="picture_1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l" for="ch" forName="text_1" refType="w" refFor="ch" refForName="picture_1" fact="0.04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r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l" for="ch" forName="maxNode" refType="r" refFor="ch" refForName="picture_1"/>
              <dgm:constr type="lOff" for="ch" forName="maxNode" refType="h" refFor="des" refForName="pair" fact="0.5"/>
              <dgm:constr type="r" for="ch" forName="maxNode" refType="w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if>
          <dgm:else name="Name10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r" for="ch" forName="picture_1" refType="w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r" for="ch" forName="text_1" refType="w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l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r" for="ch" forName="maxNode" refType="l" refFor="ch" refForName="picture_1"/>
              <dgm:constr type="rOff" for="ch" forName="maxNode" refType="h" refFor="des" refForName="pair" fact="-0.5"/>
              <dgm:constr type="l" for="ch" forName="maxNode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else>
        </dgm:choose>
      </dgm:else>
    </dgm:choose>
    <dgm:forEach name="Name11" axis="ch" ptType="sibTrans" hideLastTrans="0" cnt="1">
      <dgm:layoutNode name="picture_1" styleLbl="bgImgPlace1">
        <dgm:alg type="sp"/>
        <dgm:shape type="roundRect" r:blip="" blipPhldr="1">
          <dgm:adjLst/>
        </dgm:shape>
        <dgm:presOf axis="self"/>
      </dgm:layoutNode>
    </dgm:forEach>
    <dgm:forEach name="Name12" axis="ch" ptType="node" cnt="1">
      <dgm:layoutNode name="text_1" styleLbl="node1">
        <dgm:varLst>
          <dgm:bulletEnabled val="1"/>
        </dgm:varLst>
        <dgm:choose name="Name13">
          <dgm:if name="Name14" func="var" arg="dir" op="equ" val="norm">
            <dgm:alg type="tx">
              <dgm:param type="parTxLTRAlign" val="l"/>
              <dgm:param type="parTxRTLAlign" val="l"/>
              <dgm:param type="shpTxLTRAlignCh" val="l"/>
              <dgm:param type="shpTxRTLAlignCh" val="l"/>
              <dgm:param type="txAnchorVert" val="b"/>
            </dgm:alg>
          </dgm:if>
          <dgm:else name="Name15">
            <dgm:alg type="tx">
              <dgm:param type="parTxLTRAlign" val="r"/>
              <dgm:param type="parTxRTLAlign" val="r"/>
              <dgm:param type="shpTxLTRAlignCh" val="r"/>
              <dgm:param type="shpTxRTLAlignCh" val="r"/>
              <dgm:param type="txAnchorVert" val="b"/>
            </dgm:alg>
          </dgm:else>
        </dgm:choose>
        <dgm:shape type="rect" r:blip="" hideGeom="1">
          <dgm:adjLst/>
        </dgm:shape>
        <dgm:presOf axis="desOrSelf" ptType="node"/>
        <dgm:constrLst>
          <dgm:constr type="primFontSz" val="65"/>
          <dgm:constr type="lMarg" refType="primFontSz" fact="0.2"/>
          <dgm:constr type="rMarg" refType="primFontSz" fact="0.2"/>
          <dgm:constr type="tMarg" refType="primFontSz" fact="0.2"/>
          <dgm:constr type="bMarg" refType="primFontSz" fact="0.2"/>
        </dgm:constrLst>
        <dgm:ruleLst>
          <dgm:rule type="primFontSz" val="5"/>
        </dgm:ruleLst>
      </dgm:layoutNode>
    </dgm:forEach>
    <dgm:choose name="Name16">
      <dgm:if name="Name17" axis="ch" ptType="node" func="cnt" op="gte" val="2">
        <dgm:layoutNode name="linV">
          <dgm:choose name="Name18">
            <dgm:if name="Name19" func="var" arg="dir" op="equ" val="norm">
              <dgm:alg type="lin">
                <dgm:param type="linDir" val="fromT"/>
                <dgm:param type="vertAlign" val="t"/>
                <dgm:param type="nodeHorzAlign" val="l"/>
                <dgm:param type="horzAlign" val="l"/>
                <dgm:param type="fallback" val="1D"/>
              </dgm:alg>
            </dgm:if>
            <dgm:else name="Name20">
              <dgm:alg type="lin">
                <dgm:param type="linDir" val="fromT"/>
                <dgm:param type="vertAlign" val="t"/>
                <dgm:param type="nodeHorzAlign" val="r"/>
                <dgm:param type="horzAlign" val="r"/>
                <dgm:param type="fallback" val="1D"/>
              </dgm:alg>
            </dgm:else>
          </dgm:choose>
          <dgm:shape r:blip="">
            <dgm:adjLst/>
          </dgm:shape>
          <dgm:constrLst>
            <dgm:constr type="w" for="ch" forName="spaceV" val="1"/>
            <dgm:constr type="w" for="ch" forName="pair" refType="w" op="equ"/>
            <dgm:constr type="w" for="des" forName="desText" op="equ"/>
            <dgm:constr type="primFontSz" for="des" forName="desText" op="equ" val="65"/>
          </dgm:constrLst>
          <dgm:forEach name="Name21" axis="ch" ptType="node" st="2">
            <dgm:layoutNode name="pair">
              <dgm:alg type="composite"/>
              <dgm:shape r:blip="">
                <dgm:adjLst/>
              </dgm:shape>
              <dgm:choose name="Name22">
                <dgm:if name="Name23" func="var" arg="dir" op="equ" val="norm">
                  <dgm:constrLst>
                    <dgm:constr type="userC"/>
                    <dgm:constr type="l" for="ch" forName="spaceH"/>
                    <dgm:constr type="r" for="ch" forName="spaceH" refType="userC"/>
                    <dgm:constr type="ctrY" for="ch" forName="spaceH" refType="w" fact="0.5"/>
                    <dgm:constr type="h" for="ch" forName="spaceH" val="1"/>
                    <dgm:constr type="w" for="ch" forName="desPictures" refType="h"/>
                    <dgm:constr type="h" for="ch" forName="desPictures" refType="w" refFor="ch" refForName="desPictures" op="equ"/>
                    <dgm:constr type="ctrX" for="ch" forName="desPictures" refType="userC"/>
                    <dgm:constr type="ctrY" for="ch" forName="desPictures" refType="w" fact="0.5"/>
                    <dgm:constr type="l" for="ch" forName="desTextWrapper" refType="r" refFor="ch" refForName="desPictures"/>
                    <dgm:constr type="ctrY" for="ch" forName="desTextWrapper" refType="w" fact="0.5"/>
                    <dgm:constr type="h" for="ch" forName="desTextWrapper" refType="h"/>
                    <dgm:constr type="h" for="des" forName="desText" refType="h"/>
                  </dgm:constrLst>
                </dgm:if>
                <dgm:else name="Name24">
                  <dgm:constrLst>
                    <dgm:constr type="userC"/>
                    <dgm:constr type="r" for="ch" forName="spaceH" refType="w"/>
                    <dgm:constr type="l" for="ch" forName="spaceH" refType="userC"/>
                    <dgm:constr type="ctrY" for="ch" forName="spaceH" refType="w" fact="0.5"/>
                    <dgm:constr type="h" for="ch" forName="spaceH" val="1"/>
                    <dgm:constr type="w" for="ch" forName="desPictures" refType="h"/>
                    <dgm:constr type="h" for="ch" forName="desPictures" refType="w" refFor="ch" refForName="desPictures" op="equ"/>
                    <dgm:constr type="ctrX" for="ch" forName="desPictures" refType="userC"/>
                    <dgm:constr type="ctrY" for="ch" forName="desPictures" refType="w" fact="0.5"/>
                    <dgm:constr type="r" for="ch" forName="desTextWrapper" refType="l" refFor="ch" refForName="desPictures"/>
                    <dgm:constr type="ctrY" for="ch" forName="desTextWrapper" refType="w" fact="0.5"/>
                    <dgm:constr type="h" for="ch" forName="desTextWrapper" refType="h"/>
                    <dgm:constr type="h" for="des" forName="desText" refType="h"/>
                  </dgm:constrLst>
                </dgm:else>
              </dgm:choose>
              <dgm:layoutNode name="spaceH">
                <dgm:alg type="sp"/>
                <dgm:shape type="rect" r:blip="" hideGeom="1">
                  <dgm:adjLst/>
                </dgm:shape>
                <dgm:presOf/>
              </dgm:layoutNode>
              <dgm:layoutNode name="desPictures" styleLbl="alignImgPlace1">
                <dgm:alg type="sp"/>
                <dgm:shape type="ellipse" r:blip="" blipPhldr="1">
                  <dgm:adjLst/>
                </dgm:shape>
                <dgm:presOf/>
              </dgm:layoutNode>
              <dgm:layoutNode name="desTextWrapper">
                <dgm:choose name="Name25">
                  <dgm:if name="Name26" func="var" arg="dir" op="equ" val="norm">
                    <dgm:alg type="lin">
                      <dgm:param type="horzAlign" val="l"/>
                    </dgm:alg>
                  </dgm:if>
                  <dgm:else name="Name27">
                    <dgm:alg type="lin">
                      <dgm:param type="horzAlign" val="r"/>
                    </dgm:alg>
                  </dgm:else>
                </dgm:choose>
                <dgm:layoutNode name="desText" styleLbl="revTx">
                  <dgm:varLst>
                    <dgm:bulletEnabled val="1"/>
                  </dgm:varLst>
                  <dgm:choose name="Name28">
                    <dgm:if name="Name29" func="var" arg="dir" op="equ" val="norm">
                      <dgm:alg type="tx">
                        <dgm:param type="parTxLTRAlign" val="l"/>
                        <dgm:param type="parTxRTLAlign" val="r"/>
                        <dgm:param type="shpTxLTRAlignCh" val="l"/>
                        <dgm:param type="shpTxRTLAlignCh" val="r"/>
                      </dgm:alg>
                    </dgm:if>
                    <dgm:else name="Name30">
                      <dgm:alg type="tx">
                        <dgm:param type="parTxLTRAlign" val="r"/>
                        <dgm:param type="parTxRTLAlign" val="r"/>
                        <dgm:param type="shpTxLTRAlignCh" val="r"/>
                        <dgm:param type="shpTxRTLAlignCh" val="r"/>
                      </dgm:alg>
                    </dgm:else>
                  </dgm:choose>
                  <dgm:shape type="rect" r:blip="">
                    <dgm:adjLst/>
                  </dgm:shape>
                  <dgm:presOf axis="desOrSelf" ptType="node"/>
                  <dgm:constrLst>
                    <dgm:constr type="userW"/>
                    <dgm:constr type="w" refType="userW" fact="0.1"/>
                    <dgm:constr type="lMarg" refType="primFontSz" fact="0.2"/>
                    <dgm:constr type="rMarg" refType="primFontSz" fact="0.2"/>
                    <dgm:constr type="tMarg" refType="primFontSz" fact="0.1"/>
                    <dgm:constr type="bMarg" refType="primFontSz" fact="0.1"/>
                  </dgm:constrLst>
                  <dgm:ruleLst>
                    <dgm:rule type="w" fact="1"/>
                    <dgm:rule type="primFontSz" val="5"/>
                  </dgm:ruleLst>
                </dgm:layoutNode>
              </dgm:layoutNode>
            </dgm:layoutNode>
            <dgm:forEach name="Name31" axis="followSib" ptType="sibTrans" cnt="1">
              <dgm:layoutNode name="spaceV">
                <dgm:alg type="sp"/>
                <dgm:shape r:blip="">
                  <dgm:adjLst/>
                </dgm:shape>
                <dgm:presOf/>
              </dgm:layoutNode>
            </dgm:forEach>
          </dgm:forEach>
        </dgm:layoutNode>
      </dgm:if>
      <dgm:else name="Name32"/>
    </dgm:choose>
    <dgm:layoutNode name="maxNode">
      <dgm:alg type="lin"/>
      <dgm:shape r:blip="">
        <dgm:adjLst/>
      </dgm:shape>
      <dgm:presOf/>
      <dgm:constrLst>
        <dgm:constr type="w" for="ch"/>
        <dgm:constr type="h" for="ch"/>
      </dgm:constrLst>
      <dgm:layoutNode name="Name33">
        <dgm:alg type="sp"/>
        <dgm:shape r:blip="">
          <dgm:adjLst/>
        </dgm:shape>
        <dgm:presOf/>
      </dgm:layoutNode>
    </dgm:layoutNode>
  </dgm:layoutNode>
</dgm:layoutDef>
</file>

<file path=ppt/diagrams/layout2.xml><?xml version="1.0" encoding="utf-8"?>
<dgm:layoutDef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dgm="http://schemas.openxmlformats.org/drawingml/2006/diagram" uniqueId="urn:microsoft.com/office/officeart/2008/layout/CircularPictureCallout#1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r:blip="">
      <dgm:adjLst/>
    </dgm:shape>
    <dgm:constrLst>
      <dgm:constr type="w" for="ch" refType="h" refFor="ch" op="gte" fact="2"/>
    </dgm:constrLst>
    <dgm:layoutNode name="Name1">
      <dgm:alg type="composite"/>
      <dgm:shape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parTxRTLAlign" val="r"/>
            <dgm:param type="shpTxRTLAlignCh" val="r"/>
            <dgm:param type="txAnchorVertCh" val="b"/>
            <dgm:param type="txAnchorVert" val="b"/>
          </dgm:alg>
          <dgm:shape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/>
          </dgm:ruleLst>
        </dgm:layoutNode>
      </dgm:forEach>
      <dgm:forEach name="Name31" axis="ch" ptType="sibTrans" hideLastTrans="0" st="2" cnt="1">
        <dgm:layoutNode name="picture_2">
          <dgm:alg type="sp"/>
          <dgm:shape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parTxRTLAlign" val="r"/>
                  <dgm:param type="shpTxLTRAlignCh" val="l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</dgm:alg>
              </dgm:else>
            </dgm:choose>
            <dgm:shape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fact="1"/>
              <dgm:rule type="primFontSz" val="5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parTxRTLAlign" val="r"/>
                  <dgm:param type="shpTxLTRAlignCh" val="l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</dgm:alg>
              </dgm:else>
            </dgm:choose>
            <dgm:shape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fact="1"/>
              <dgm:rule type="primFontSz" val="5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parTxRTLAlign" val="r"/>
                  <dgm:param type="shpTxLTRAlignCh" val="l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</dgm:alg>
              </dgm:else>
            </dgm:choose>
            <dgm:shape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fact="1"/>
              <dgm:rule type="primFontSz" val="5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parTxRTLAlign" val="r"/>
                  <dgm:param type="shpTxLTRAlignCh" val="l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</dgm:alg>
              </dgm:else>
            </dgm:choose>
            <dgm:shape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fact="1"/>
              <dgm:rule type="primFontSz" val="5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parTxRTLAlign" val="r"/>
                  <dgm:param type="shpTxLTRAlignCh" val="l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</dgm:alg>
              </dgm:else>
            </dgm:choose>
            <dgm:shape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fact="1"/>
              <dgm:rule type="primFontSz" val="5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parTxRTLAlign" val="r"/>
                  <dgm:param type="shpTxLTRAlignCh" val="l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</dgm:alg>
              </dgm:else>
            </dgm:choose>
            <dgm:shape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fact="1"/>
              <dgm:rule type="primFontSz" val="5"/>
            </dgm:ruleLst>
          </dgm:layoutNode>
        </dgm:layoutNode>
      </dgm:forEach>
    </dgm:layoutNode>
  </dgm:layoutNode>
</dgm:layoutDef>
</file>

<file path=ppt/diagrams/layout3.xml><?xml version="1.0" encoding="utf-8"?>
<dgm:layoutDef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dgm="http://schemas.openxmlformats.org/drawingml/2006/diagram" uniqueId="urn:microsoft.com/office/officeart/2008/layout/CircularPictureCallout#2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r:blip="">
      <dgm:adjLst/>
    </dgm:shape>
    <dgm:constrLst>
      <dgm:constr type="w" for="ch" refType="h" refFor="ch" op="gte" fact="2"/>
    </dgm:constrLst>
    <dgm:layoutNode name="Name1">
      <dgm:alg type="composite"/>
      <dgm:shape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parTxRTLAlign" val="r"/>
            <dgm:param type="shpTxRTLAlignCh" val="r"/>
            <dgm:param type="txAnchorVertCh" val="b"/>
            <dgm:param type="txAnchorVert" val="b"/>
          </dgm:alg>
          <dgm:shape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/>
          </dgm:ruleLst>
        </dgm:layoutNode>
      </dgm:forEach>
      <dgm:forEach name="Name31" axis="ch" ptType="sibTrans" hideLastTrans="0" st="2" cnt="1">
        <dgm:layoutNode name="picture_2">
          <dgm:alg type="sp"/>
          <dgm:shape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parTxRTLAlign" val="r"/>
                  <dgm:param type="shpTxLTRAlignCh" val="l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</dgm:alg>
              </dgm:else>
            </dgm:choose>
            <dgm:shape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fact="1"/>
              <dgm:rule type="primFontSz" val="5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parTxRTLAlign" val="r"/>
                  <dgm:param type="shpTxLTRAlignCh" val="l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</dgm:alg>
              </dgm:else>
            </dgm:choose>
            <dgm:shape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fact="1"/>
              <dgm:rule type="primFontSz" val="5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parTxRTLAlign" val="r"/>
                  <dgm:param type="shpTxLTRAlignCh" val="l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</dgm:alg>
              </dgm:else>
            </dgm:choose>
            <dgm:shape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fact="1"/>
              <dgm:rule type="primFontSz" val="5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parTxRTLAlign" val="r"/>
                  <dgm:param type="shpTxLTRAlignCh" val="l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</dgm:alg>
              </dgm:else>
            </dgm:choose>
            <dgm:shape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fact="1"/>
              <dgm:rule type="primFontSz" val="5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parTxRTLAlign" val="r"/>
                  <dgm:param type="shpTxLTRAlignCh" val="l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</dgm:alg>
              </dgm:else>
            </dgm:choose>
            <dgm:shape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fact="1"/>
              <dgm:rule type="primFontSz" val="5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parTxRTLAlign" val="r"/>
                  <dgm:param type="shpTxLTRAlignCh" val="l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</dgm:alg>
              </dgm:else>
            </dgm:choose>
            <dgm:shape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fact="1"/>
              <dgm:rule type="primFontSz" val="5"/>
            </dgm:ruleLst>
          </dgm:layoutNode>
        </dgm:layoutNode>
      </dgm:forEach>
    </dgm:layoutNode>
  </dgm:layoutNode>
</dgm:layoutDef>
</file>

<file path=ppt/diagrams/layout4.xml><?xml version="1.0" encoding="utf-8"?>
<dgm:layoutDef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dgm="http://schemas.openxmlformats.org/drawingml/2006/diagram" uniqueId="urn:microsoft.com/office/officeart/2008/layout/CircularPictureCallout#3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r:blip="">
      <dgm:adjLst/>
    </dgm:shape>
    <dgm:constrLst>
      <dgm:constr type="w" for="ch" refType="h" refFor="ch" op="gte" fact="2"/>
    </dgm:constrLst>
    <dgm:layoutNode name="Name1">
      <dgm:alg type="composite"/>
      <dgm:shape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parTxRTLAlign" val="r"/>
            <dgm:param type="shpTxRTLAlignCh" val="r"/>
            <dgm:param type="txAnchorVertCh" val="b"/>
            <dgm:param type="txAnchorVert" val="b"/>
          </dgm:alg>
          <dgm:shape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/>
          </dgm:ruleLst>
        </dgm:layoutNode>
      </dgm:forEach>
      <dgm:forEach name="Name31" axis="ch" ptType="sibTrans" hideLastTrans="0" st="2" cnt="1">
        <dgm:layoutNode name="picture_2">
          <dgm:alg type="sp"/>
          <dgm:shape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parTxRTLAlign" val="r"/>
                  <dgm:param type="shpTxLTRAlignCh" val="l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</dgm:alg>
              </dgm:else>
            </dgm:choose>
            <dgm:shape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fact="1"/>
              <dgm:rule type="primFontSz" val="5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parTxRTLAlign" val="r"/>
                  <dgm:param type="shpTxLTRAlignCh" val="l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</dgm:alg>
              </dgm:else>
            </dgm:choose>
            <dgm:shape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fact="1"/>
              <dgm:rule type="primFontSz" val="5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parTxRTLAlign" val="r"/>
                  <dgm:param type="shpTxLTRAlignCh" val="l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</dgm:alg>
              </dgm:else>
            </dgm:choose>
            <dgm:shape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fact="1"/>
              <dgm:rule type="primFontSz" val="5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parTxRTLAlign" val="r"/>
                  <dgm:param type="shpTxLTRAlignCh" val="l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</dgm:alg>
              </dgm:else>
            </dgm:choose>
            <dgm:shape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fact="1"/>
              <dgm:rule type="primFontSz" val="5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parTxRTLAlign" val="r"/>
                  <dgm:param type="shpTxLTRAlignCh" val="l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</dgm:alg>
              </dgm:else>
            </dgm:choose>
            <dgm:shape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fact="1"/>
              <dgm:rule type="primFontSz" val="5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parTxRTLAlign" val="r"/>
                  <dgm:param type="shpTxLTRAlignCh" val="l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parTxRTLAlign" val="r"/>
                  <dgm:param type="shpTxLTRAlignCh" val="r"/>
                  <dgm:param type="shpTxRTLAlignCh" val="r"/>
                </dgm:alg>
              </dgm:else>
            </dgm:choose>
            <dgm:shape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fact="1"/>
              <dgm:rule type="primFontSz" val="5"/>
            </dgm:ruleLst>
          </dgm:layoutNode>
        </dgm:layoutNode>
      </dgm:forEach>
    </dgm:layoutNode>
  </dgm:layoutNode>
</dgm:layoutDef>
</file>

<file path=ppt/diagrams/quickStyle1.xml><?xml version="1.0" encoding="utf-8"?>
<dgm:styleDef xmlns:a="http://schemas.openxmlformats.org/drawingml/2006/main" xmlns:dgm="http://schemas.openxmlformats.org/drawingml/2006/diagram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a="http://schemas.openxmlformats.org/drawingml/2006/main" xmlns:dgm="http://schemas.openxmlformats.org/drawingml/2006/diagram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a="http://schemas.openxmlformats.org/drawingml/2006/main" xmlns:dgm="http://schemas.openxmlformats.org/drawingml/2006/diagram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a="http://schemas.openxmlformats.org/drawingml/2006/main" xmlns:dgm="http://schemas.openxmlformats.org/drawingml/2006/diagram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370" y="1241028"/>
            <a:ext cx="5956935" cy="335077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404813" y="971550"/>
            <a:ext cx="7670801" cy="4316413"/>
          </a:xfrm>
        </p:spPr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b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zh-CN" altLang="en-US" smtClean="0"/>
              <a:t>第 </a:t>
            </a:r>
            <a:fld id="{CE884005-AAD7-43DA-8323-709AF992FEE5}" type="slidenum">
              <a:rPr lang="zh-CN" altLang="en-US" smtClean="0"/>
              <a:t>1</a:t>
            </a:fld>
            <a:r>
              <a:rPr lang="zh-CN" altLang="en-US" smtClean="0"/>
              <a:t> 页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.xml" /><Relationship Id="rId2" Type="http://schemas.openxmlformats.org/officeDocument/2006/relationships/tags" Target="../tags/tag2.xml" /><Relationship Id="rId3" Type="http://schemas.openxmlformats.org/officeDocument/2006/relationships/tags" Target="../tags/tag3.xml" /><Relationship Id="rId4" Type="http://schemas.openxmlformats.org/officeDocument/2006/relationships/tags" Target="../tags/tag4.xml" /><Relationship Id="rId5" Type="http://schemas.openxmlformats.org/officeDocument/2006/relationships/tags" Target="../tags/tag5.xml" /><Relationship Id="rId6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6.xml" /><Relationship Id="rId2" Type="http://schemas.openxmlformats.org/officeDocument/2006/relationships/tags" Target="../tags/tag7.xml" /><Relationship Id="rId3" Type="http://schemas.openxmlformats.org/officeDocument/2006/relationships/tags" Target="../tags/tag8.xml" /><Relationship Id="rId4" Type="http://schemas.openxmlformats.org/officeDocument/2006/relationships/tags" Target="../tags/tag9.xml" /><Relationship Id="rId5" Type="http://schemas.openxmlformats.org/officeDocument/2006/relationships/tags" Target="../tags/tag10.xml" /><Relationship Id="rId6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1.xml" /><Relationship Id="rId2" Type="http://schemas.openxmlformats.org/officeDocument/2006/relationships/tags" Target="../tags/tag12.xml" /><Relationship Id="rId3" Type="http://schemas.openxmlformats.org/officeDocument/2006/relationships/tags" Target="../tags/tag13.xml" /><Relationship Id="rId4" Type="http://schemas.openxmlformats.org/officeDocument/2006/relationships/tags" Target="../tags/tag14.xml" /><Relationship Id="rId5" Type="http://schemas.openxmlformats.org/officeDocument/2006/relationships/tags" Target="../tags/tag15.xml" /><Relationship Id="rId6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6.xml" /><Relationship Id="rId2" Type="http://schemas.openxmlformats.org/officeDocument/2006/relationships/tags" Target="../tags/tag17.xml" /><Relationship Id="rId3" Type="http://schemas.openxmlformats.org/officeDocument/2006/relationships/tags" Target="../tags/tag18.xml" /><Relationship Id="rId4" Type="http://schemas.openxmlformats.org/officeDocument/2006/relationships/tags" Target="../tags/tag19.xml" /><Relationship Id="rId5" Type="http://schemas.openxmlformats.org/officeDocument/2006/relationships/tags" Target="../tags/tag20.xml" /><Relationship Id="rId6" Type="http://schemas.openxmlformats.org/officeDocument/2006/relationships/tags" Target="../tags/tag21.xml" /><Relationship Id="rId7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22.xml" /><Relationship Id="rId2" Type="http://schemas.openxmlformats.org/officeDocument/2006/relationships/tags" Target="../tags/tag23.xml" /><Relationship Id="rId3" Type="http://schemas.openxmlformats.org/officeDocument/2006/relationships/tags" Target="../tags/tag24.xml" /><Relationship Id="rId4" Type="http://schemas.openxmlformats.org/officeDocument/2006/relationships/tags" Target="../tags/tag25.xml" /><Relationship Id="rId5" Type="http://schemas.openxmlformats.org/officeDocument/2006/relationships/tags" Target="../tags/tag26.xml" /><Relationship Id="rId6" Type="http://schemas.openxmlformats.org/officeDocument/2006/relationships/tags" Target="../tags/tag27.xml" /><Relationship Id="rId7" Type="http://schemas.openxmlformats.org/officeDocument/2006/relationships/tags" Target="../tags/tag28.xml" /><Relationship Id="rId8" Type="http://schemas.openxmlformats.org/officeDocument/2006/relationships/tags" Target="../tags/tag29.xml" /><Relationship Id="rId9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0.xml" /><Relationship Id="rId2" Type="http://schemas.openxmlformats.org/officeDocument/2006/relationships/tags" Target="../tags/tag31.xml" /><Relationship Id="rId3" Type="http://schemas.openxmlformats.org/officeDocument/2006/relationships/tags" Target="../tags/tag32.xml" /><Relationship Id="rId4" Type="http://schemas.openxmlformats.org/officeDocument/2006/relationships/tags" Target="../tags/tag33.xml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4.xml" /><Relationship Id="rId2" Type="http://schemas.openxmlformats.org/officeDocument/2006/relationships/tags" Target="../tags/tag35.xml" /><Relationship Id="rId3" Type="http://schemas.openxmlformats.org/officeDocument/2006/relationships/tags" Target="../tags/tag36.xml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7.xml" /><Relationship Id="rId2" Type="http://schemas.openxmlformats.org/officeDocument/2006/relationships/tags" Target="../tags/tag38.xml" /><Relationship Id="rId3" Type="http://schemas.openxmlformats.org/officeDocument/2006/relationships/tags" Target="../tags/tag39.xml" /><Relationship Id="rId4" Type="http://schemas.openxmlformats.org/officeDocument/2006/relationships/tags" Target="../tags/tag40.xml" /><Relationship Id="rId5" Type="http://schemas.openxmlformats.org/officeDocument/2006/relationships/tags" Target="../tags/tag41.xml" /><Relationship Id="rId6" Type="http://schemas.openxmlformats.org/officeDocument/2006/relationships/tags" Target="../tags/tag42.xml" /><Relationship Id="rId7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43.xml" /><Relationship Id="rId2" Type="http://schemas.openxmlformats.org/officeDocument/2006/relationships/tags" Target="../tags/tag44.xml" /><Relationship Id="rId3" Type="http://schemas.openxmlformats.org/officeDocument/2006/relationships/tags" Target="../tags/tag45.xml" /><Relationship Id="rId4" Type="http://schemas.openxmlformats.org/officeDocument/2006/relationships/tags" Target="../tags/tag46.xml" /><Relationship Id="rId5" Type="http://schemas.openxmlformats.org/officeDocument/2006/relationships/tags" Target="../tags/tag47.xml" /><Relationship Id="rId6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48.xml" /><Relationship Id="rId2" Type="http://schemas.openxmlformats.org/officeDocument/2006/relationships/tags" Target="../tags/tag49.xml" /><Relationship Id="rId3" Type="http://schemas.openxmlformats.org/officeDocument/2006/relationships/tags" Target="../tags/tag50.xml" /><Relationship Id="rId4" Type="http://schemas.openxmlformats.org/officeDocument/2006/relationships/tags" Target="../tags/tag51.xml" /><Relationship Id="rId5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52.xml" /><Relationship Id="rId2" Type="http://schemas.openxmlformats.org/officeDocument/2006/relationships/tags" Target="../tags/tag53.xml" /><Relationship Id="rId3" Type="http://schemas.openxmlformats.org/officeDocument/2006/relationships/tags" Target="../tags/tag54.xml" /><Relationship Id="rId4" Type="http://schemas.openxmlformats.org/officeDocument/2006/relationships/tags" Target="../tags/tag55.xml" /><Relationship Id="rId5" Type="http://schemas.openxmlformats.org/officeDocument/2006/relationships/tags" Target="../tags/tag56.xml" /><Relationship Id="rId6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tags" Target="../tags/tag57.xml" /><Relationship Id="rId22" Type="http://schemas.openxmlformats.org/officeDocument/2006/relationships/tags" Target="../tags/tag58.xml" /><Relationship Id="rId23" Type="http://schemas.openxmlformats.org/officeDocument/2006/relationships/tags" Target="../tags/tag59.xml" /><Relationship Id="rId24" Type="http://schemas.openxmlformats.org/officeDocument/2006/relationships/tags" Target="../tags/tag60.xml" /><Relationship Id="rId25" Type="http://schemas.openxmlformats.org/officeDocument/2006/relationships/tags" Target="../tags/tag61.xml" /><Relationship Id="rId26" Type="http://schemas.openxmlformats.org/officeDocument/2006/relationships/image" Target="file:///D:\qq&#25991;&#20214;\712321467\Image\C2C\Image2\%7b75232B38-A165-1FB7-499C-2E1C792CACB5%7d.png" TargetMode="External" /><Relationship Id="rId27" Type="http://schemas.openxmlformats.org/officeDocument/2006/relationships/image" Target="../media/image1.png" /><Relationship Id="rId28" Type="http://schemas.openxmlformats.org/officeDocument/2006/relationships/image" Target="../media/image2.jpeg" /><Relationship Id="rId29" Type="http://schemas.openxmlformats.org/officeDocument/2006/relationships/tags" Target="../tags/tag62.xml" /><Relationship Id="rId3" Type="http://schemas.openxmlformats.org/officeDocument/2006/relationships/slideLayout" Target="../slideLayouts/slideLayout3.xml" /><Relationship Id="rId30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blipFill rotWithShape="0">
          <a:blip r:embed="rId2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0</a:t>
            </a:fld>
            <a:endParaRPr lang="zh-CN" altLang="en-US"/>
          </a:p>
        </p:txBody>
      </p:sp>
      <p:pic>
        <p:nvPicPr>
          <p:cNvPr id="7" name="图片 1073743875" descr="学科网 zxxk.com" title=""/>
          <p:cNvPicPr>
            <a:picLocks noChangeAspect="1"/>
          </p:cNvPicPr>
          <p:nvPr/>
        </p:nvPicPr>
        <p:blipFill>
          <a:blip r:embed="rId27" r:link="rId26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  <p:custDataLst>
      <p:tags r:id="rId2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ransition/>
  <p:timing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Override" Target="../theme/themeOverride1.xml" /><Relationship Id="rId3" Type="http://schemas.openxmlformats.org/officeDocument/2006/relationships/notesSlide" Target="../notesSlides/notesSlide1.xml" /><Relationship Id="rId4" Type="http://schemas.openxmlformats.org/officeDocument/2006/relationships/image" Target="../media/image3.jpe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Relationship Id="rId3" Type="http://schemas.microsoft.com/office/2007/relationships/hdphoto" Target="../media/image5.wdp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ags" Target="../tags/tag6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Relationship Id="rId3" Type="http://schemas.microsoft.com/office/2007/relationships/hdphoto" Target="../media/image7.wdp" /><Relationship Id="rId4" Type="http://schemas.openxmlformats.org/officeDocument/2006/relationships/tags" Target="../tags/tag6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jpeg" /><Relationship Id="rId3" Type="http://schemas.openxmlformats.org/officeDocument/2006/relationships/image" Target="../media/image9.jpe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Relationship Id="rId3" Type="http://schemas.microsoft.com/office/2007/relationships/hdphoto" Target="../media/image11.wdp" /><Relationship Id="rId4" Type="http://schemas.openxmlformats.org/officeDocument/2006/relationships/image" Target="../media/image12.jpe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Relationship Id="rId3" Type="http://schemas.microsoft.com/office/2007/relationships/hdphoto" Target="../media/image14.wdp" /><Relationship Id="rId4" Type="http://schemas.openxmlformats.org/officeDocument/2006/relationships/image" Target="../media/image15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tags" Target="../tags/tag73.xml" /><Relationship Id="rId11" Type="http://schemas.openxmlformats.org/officeDocument/2006/relationships/tags" Target="../tags/tag74.xml" /><Relationship Id="rId12" Type="http://schemas.openxmlformats.org/officeDocument/2006/relationships/tags" Target="../tags/tag75.xml" /><Relationship Id="rId13" Type="http://schemas.openxmlformats.org/officeDocument/2006/relationships/tags" Target="../tags/tag76.xml" /><Relationship Id="rId14" Type="http://schemas.openxmlformats.org/officeDocument/2006/relationships/tags" Target="../tags/tag77.xml" /><Relationship Id="rId15" Type="http://schemas.openxmlformats.org/officeDocument/2006/relationships/tags" Target="../tags/tag78.xml" /><Relationship Id="rId16" Type="http://schemas.openxmlformats.org/officeDocument/2006/relationships/tags" Target="../tags/tag79.xml" /><Relationship Id="rId17" Type="http://schemas.openxmlformats.org/officeDocument/2006/relationships/tags" Target="../tags/tag80.xml" /><Relationship Id="rId18" Type="http://schemas.openxmlformats.org/officeDocument/2006/relationships/tags" Target="../tags/tag81.xml" /><Relationship Id="rId19" Type="http://schemas.openxmlformats.org/officeDocument/2006/relationships/tags" Target="../tags/tag82.xml" /><Relationship Id="rId2" Type="http://schemas.openxmlformats.org/officeDocument/2006/relationships/tags" Target="../tags/tag65.xml" /><Relationship Id="rId20" Type="http://schemas.openxmlformats.org/officeDocument/2006/relationships/tags" Target="../tags/tag83.xml" /><Relationship Id="rId21" Type="http://schemas.openxmlformats.org/officeDocument/2006/relationships/tags" Target="../tags/tag84.xml" /><Relationship Id="rId22" Type="http://schemas.openxmlformats.org/officeDocument/2006/relationships/tags" Target="../tags/tag85.xml" /><Relationship Id="rId23" Type="http://schemas.openxmlformats.org/officeDocument/2006/relationships/tags" Target="../tags/tag86.xml" /><Relationship Id="rId24" Type="http://schemas.openxmlformats.org/officeDocument/2006/relationships/tags" Target="../tags/tag87.xml" /><Relationship Id="rId25" Type="http://schemas.openxmlformats.org/officeDocument/2006/relationships/tags" Target="../tags/tag88.xml" /><Relationship Id="rId26" Type="http://schemas.openxmlformats.org/officeDocument/2006/relationships/tags" Target="../tags/tag89.xml" /><Relationship Id="rId27" Type="http://schemas.openxmlformats.org/officeDocument/2006/relationships/tags" Target="../tags/tag90.xml" /><Relationship Id="rId3" Type="http://schemas.openxmlformats.org/officeDocument/2006/relationships/tags" Target="../tags/tag66.xml" /><Relationship Id="rId4" Type="http://schemas.openxmlformats.org/officeDocument/2006/relationships/tags" Target="../tags/tag67.xml" /><Relationship Id="rId5" Type="http://schemas.openxmlformats.org/officeDocument/2006/relationships/tags" Target="../tags/tag68.xml" /><Relationship Id="rId6" Type="http://schemas.openxmlformats.org/officeDocument/2006/relationships/tags" Target="../tags/tag69.xml" /><Relationship Id="rId7" Type="http://schemas.openxmlformats.org/officeDocument/2006/relationships/tags" Target="../tags/tag70.xml" /><Relationship Id="rId8" Type="http://schemas.openxmlformats.org/officeDocument/2006/relationships/tags" Target="../tags/tag71.xml" /><Relationship Id="rId9" Type="http://schemas.openxmlformats.org/officeDocument/2006/relationships/tags" Target="../tags/tag72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microsoft.com/office/2007/relationships/diagramDrawing" Target="../diagrams/drawing1.xml" /><Relationship Id="rId3" Type="http://schemas.openxmlformats.org/officeDocument/2006/relationships/diagramData" Target="../diagrams/data1.xml" /><Relationship Id="rId4" Type="http://schemas.openxmlformats.org/officeDocument/2006/relationships/diagramLayout" Target="../diagrams/layout1.xml" /><Relationship Id="rId5" Type="http://schemas.openxmlformats.org/officeDocument/2006/relationships/diagramQuickStyle" Target="../diagrams/quickStyle1.xml" /><Relationship Id="rId6" Type="http://schemas.openxmlformats.org/officeDocument/2006/relationships/diagramColors" Target="../diagrams/colors1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microsoft.com/office/2007/relationships/diagramDrawing" Target="../diagrams/drawing2.xml" /><Relationship Id="rId3" Type="http://schemas.openxmlformats.org/officeDocument/2006/relationships/diagramData" Target="../diagrams/data2.xml" /><Relationship Id="rId4" Type="http://schemas.openxmlformats.org/officeDocument/2006/relationships/diagramLayout" Target="../diagrams/layout2.xml" /><Relationship Id="rId5" Type="http://schemas.openxmlformats.org/officeDocument/2006/relationships/diagramQuickStyle" Target="../diagrams/quickStyle2.xml" /><Relationship Id="rId6" Type="http://schemas.openxmlformats.org/officeDocument/2006/relationships/diagramColors" Target="../diagrams/colors2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microsoft.com/office/2007/relationships/diagramDrawing" Target="../diagrams/drawing3.xml" /><Relationship Id="rId3" Type="http://schemas.openxmlformats.org/officeDocument/2006/relationships/diagramData" Target="../diagrams/data3.xml" /><Relationship Id="rId4" Type="http://schemas.openxmlformats.org/officeDocument/2006/relationships/diagramLayout" Target="../diagrams/layout3.xml" /><Relationship Id="rId5" Type="http://schemas.openxmlformats.org/officeDocument/2006/relationships/diagramQuickStyle" Target="../diagrams/quickStyle3.xml" /><Relationship Id="rId6" Type="http://schemas.openxmlformats.org/officeDocument/2006/relationships/diagramColors" Target="../diagrams/colors3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microsoft.com/office/2007/relationships/diagramDrawing" Target="../diagrams/drawing4.xml" /><Relationship Id="rId3" Type="http://schemas.openxmlformats.org/officeDocument/2006/relationships/diagramData" Target="../diagrams/data4.xml" /><Relationship Id="rId4" Type="http://schemas.openxmlformats.org/officeDocument/2006/relationships/diagramLayout" Target="../diagrams/layout4.xml" /><Relationship Id="rId5" Type="http://schemas.openxmlformats.org/officeDocument/2006/relationships/diagramQuickStyle" Target="../diagrams/quickStyle4.xml" /><Relationship Id="rId6" Type="http://schemas.openxmlformats.org/officeDocument/2006/relationships/diagramColors" Target="../diagrams/colors4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1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2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1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3.jpe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3.jpe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10" Type="http://schemas.openxmlformats.org/officeDocument/2006/relationships/tags" Target="../tags/tag99.xml" /><Relationship Id="rId11" Type="http://schemas.openxmlformats.org/officeDocument/2006/relationships/tags" Target="../tags/tag100.xml" /><Relationship Id="rId12" Type="http://schemas.openxmlformats.org/officeDocument/2006/relationships/tags" Target="../tags/tag101.xml" /><Relationship Id="rId13" Type="http://schemas.openxmlformats.org/officeDocument/2006/relationships/tags" Target="../tags/tag102.xml" /><Relationship Id="rId14" Type="http://schemas.openxmlformats.org/officeDocument/2006/relationships/image" Target="../media/image44.png" /><Relationship Id="rId15" Type="http://schemas.openxmlformats.org/officeDocument/2006/relationships/image" Target="../media/image45.svg" /><Relationship Id="rId16" Type="http://schemas.openxmlformats.org/officeDocument/2006/relationships/image" Target="../media/image46.png" /><Relationship Id="rId17" Type="http://schemas.openxmlformats.org/officeDocument/2006/relationships/image" Target="../media/image47.svg" /><Relationship Id="rId18" Type="http://schemas.openxmlformats.org/officeDocument/2006/relationships/image" Target="../media/image48.png" /><Relationship Id="rId19" Type="http://schemas.openxmlformats.org/officeDocument/2006/relationships/image" Target="../media/image49.svg" /><Relationship Id="rId2" Type="http://schemas.openxmlformats.org/officeDocument/2006/relationships/tags" Target="../tags/tag91.xml" /><Relationship Id="rId20" Type="http://schemas.openxmlformats.org/officeDocument/2006/relationships/tags" Target="../tags/tag103.xml" /><Relationship Id="rId3" Type="http://schemas.openxmlformats.org/officeDocument/2006/relationships/tags" Target="../tags/tag92.xml" /><Relationship Id="rId4" Type="http://schemas.openxmlformats.org/officeDocument/2006/relationships/tags" Target="../tags/tag93.xml" /><Relationship Id="rId5" Type="http://schemas.openxmlformats.org/officeDocument/2006/relationships/tags" Target="../tags/tag94.xml" /><Relationship Id="rId6" Type="http://schemas.openxmlformats.org/officeDocument/2006/relationships/tags" Target="../tags/tag95.xml" /><Relationship Id="rId7" Type="http://schemas.openxmlformats.org/officeDocument/2006/relationships/tags" Target="../tags/tag96.xml" /><Relationship Id="rId8" Type="http://schemas.openxmlformats.org/officeDocument/2006/relationships/tags" Target="../tags/tag97.xml" /><Relationship Id="rId9" Type="http://schemas.openxmlformats.org/officeDocument/2006/relationships/tags" Target="../tags/tag98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副标题 4" title=""/>
          <p:cNvSpPr>
            <a:spLocks noGrp="1"/>
          </p:cNvSpPr>
          <p:nvPr>
            <p:ph type="subTitle" idx="1"/>
          </p:nvPr>
        </p:nvSpPr>
        <p:spPr>
          <a:xfrm>
            <a:off x="2512060" y="2798445"/>
            <a:ext cx="8625205" cy="475615"/>
          </a:xfrm>
        </p:spPr>
        <p:txBody>
          <a:bodyPr>
            <a:noAutofit/>
          </a:bodyPr>
          <a:lstStyle/>
          <a:p>
            <a:pPr algn="ctr"/>
            <a:r>
              <a:rPr sz="4300" b="1">
                <a:solidFill>
                  <a:srgbClr val="FF0000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体态与外貌的描写方法</a:t>
            </a:r>
            <a:endParaRPr sz="4300" b="1">
              <a:solidFill>
                <a:srgbClr val="FF0000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 spd="slow"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>
          <a:xfrm>
            <a:off x="838200" y="33713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5400">
                <a:latin typeface="Calibri" panose="020f0502020204030204" pitchFamily="34" charset="0"/>
                <a:cs typeface="David" panose="020e0502060401010101" pitchFamily="34" charset="-79"/>
              </a:rPr>
              <a:t>Guess who she is</a:t>
            </a:r>
            <a:endParaRPr lang="en-US" altLang="zh-CN" sz="5400">
              <a:latin typeface="Calibri" panose="020f0502020204030204" pitchFamily="34" charset="0"/>
              <a:cs typeface="David" panose="020e0502060401010101" pitchFamily="34" charset="-79"/>
            </a:endParaRPr>
          </a:p>
        </p:txBody>
      </p:sp>
      <p:grpSp>
        <p:nvGrpSpPr>
          <p:cNvPr id="6" name="组合 5" title=""/>
          <p:cNvGrpSpPr/>
          <p:nvPr/>
        </p:nvGrpSpPr>
        <p:grpSpPr>
          <a:xfrm>
            <a:off x="2627928" y="1413783"/>
            <a:ext cx="1402165" cy="1611684"/>
            <a:chOff x="4915477" y="1829"/>
            <a:chExt cx="1402165" cy="1611684"/>
          </a:xfrm>
        </p:grpSpPr>
        <p:sp>
          <p:nvSpPr>
            <p:cNvPr id="25" name="六边形 24"/>
            <p:cNvSpPr/>
            <p:nvPr/>
          </p:nvSpPr>
          <p:spPr>
            <a:xfrm rot="5400000">
              <a:off x="4810718" y="106588"/>
              <a:ext cx="1611684" cy="1402165"/>
            </a:xfrm>
            <a:prstGeom prst="hexagon">
              <a:avLst>
                <a:gd name="adj" fmla="val 25000"/>
                <a:gd name="vf" fmla="val 11547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/>
          </p:txBody>
        </p:sp>
        <p:sp>
          <p:nvSpPr>
            <p:cNvPr id="26" name="六边形 4"/>
            <p:cNvSpPr txBox="1"/>
            <p:nvPr/>
          </p:nvSpPr>
          <p:spPr>
            <a:xfrm>
              <a:off x="4968019" y="252983"/>
              <a:ext cx="1295834" cy="11093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lvl="0" algn="ctr" defTabSz="6667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kern="1200">
                  <a:latin typeface="Segoe Print" panose="02000600000000000000" charset="0"/>
                </a:rPr>
                <a:t>She is a  girl with blonde hair. </a:t>
              </a:r>
              <a:endParaRPr lang="zh-CN" sz="2000" kern="1200">
                <a:latin typeface="Segoe Print" panose="02000600000000000000" charset="0"/>
              </a:endParaRPr>
            </a:p>
          </p:txBody>
        </p:sp>
      </p:grpSp>
      <p:sp>
        <p:nvSpPr>
          <p:cNvPr id="7" name="矩形 6" title=""/>
          <p:cNvSpPr/>
          <p:nvPr/>
        </p:nvSpPr>
        <p:spPr>
          <a:xfrm>
            <a:off x="7198393" y="1577496"/>
            <a:ext cx="1798639" cy="967010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8" name="组合 7" title=""/>
          <p:cNvGrpSpPr/>
          <p:nvPr/>
        </p:nvGrpSpPr>
        <p:grpSpPr>
          <a:xfrm>
            <a:off x="838200" y="1272987"/>
            <a:ext cx="1677554" cy="1752479"/>
            <a:chOff x="3401138" y="1829"/>
            <a:chExt cx="1402165" cy="1611684"/>
          </a:xfrm>
        </p:grpSpPr>
        <p:sp>
          <p:nvSpPr>
            <p:cNvPr id="23" name="六边形 22"/>
            <p:cNvSpPr/>
            <p:nvPr/>
          </p:nvSpPr>
          <p:spPr>
            <a:xfrm rot="5400000">
              <a:off x="3296379" y="106588"/>
              <a:ext cx="1611684" cy="1402165"/>
            </a:xfrm>
            <a:prstGeom prst="hexagon">
              <a:avLst>
                <a:gd name="adj" fmla="val 25000"/>
                <a:gd name="vf" fmla="val 11547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542120"/>
                <a:satOff val="20000"/>
                <a:lumOff val="-2924"/>
                <a:alphaOff val="0"/>
              </a:schemeClr>
            </a:fillRef>
            <a:effectRef idx="0">
              <a:schemeClr val="accent3">
                <a:hueOff val="542120"/>
                <a:satOff val="20000"/>
                <a:lumOff val="-2924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/>
          </p:txBody>
        </p:sp>
        <p:sp>
          <p:nvSpPr>
            <p:cNvPr id="24" name="六边形 7"/>
            <p:cNvSpPr txBox="1"/>
            <p:nvPr/>
          </p:nvSpPr>
          <p:spPr>
            <a:xfrm>
              <a:off x="3619642" y="252983"/>
              <a:ext cx="965157" cy="11093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kern="1200"/>
            </a:p>
          </p:txBody>
        </p:sp>
      </p:grpSp>
      <p:grpSp>
        <p:nvGrpSpPr>
          <p:cNvPr id="9" name="组合 8" title=""/>
          <p:cNvGrpSpPr/>
          <p:nvPr/>
        </p:nvGrpSpPr>
        <p:grpSpPr>
          <a:xfrm>
            <a:off x="1814672" y="2774313"/>
            <a:ext cx="1402165" cy="1611684"/>
            <a:chOff x="4155407" y="1369827"/>
            <a:chExt cx="1402165" cy="1611684"/>
          </a:xfrm>
        </p:grpSpPr>
        <p:sp>
          <p:nvSpPr>
            <p:cNvPr id="21" name="六边形 20"/>
            <p:cNvSpPr/>
            <p:nvPr/>
          </p:nvSpPr>
          <p:spPr>
            <a:xfrm rot="5400000">
              <a:off x="4050648" y="1474586"/>
              <a:ext cx="1611684" cy="1402165"/>
            </a:xfrm>
            <a:prstGeom prst="hexagon">
              <a:avLst>
                <a:gd name="adj" fmla="val 25000"/>
                <a:gd name="vf" fmla="val 11547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1084240"/>
                <a:satOff val="40000"/>
                <a:lumOff val="-5865"/>
                <a:alphaOff val="0"/>
              </a:schemeClr>
            </a:fillRef>
            <a:effectRef idx="0">
              <a:schemeClr val="accent3">
                <a:hueOff val="1084240"/>
                <a:satOff val="40000"/>
                <a:lumOff val="-5865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/>
          </p:txBody>
        </p:sp>
        <p:sp>
          <p:nvSpPr>
            <p:cNvPr id="22" name="六边形 9"/>
            <p:cNvSpPr txBox="1"/>
            <p:nvPr/>
          </p:nvSpPr>
          <p:spPr>
            <a:xfrm>
              <a:off x="4155407" y="1661316"/>
              <a:ext cx="1349019" cy="11093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lvl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kern="1200">
                  <a:latin typeface="Segoe Print" panose="02000600000000000000" charset="0"/>
                </a:rPr>
                <a:t>She has </a:t>
              </a:r>
              <a:r>
                <a:rPr lang="en-US" sz="2000">
                  <a:latin typeface="Segoe Print" panose="02000600000000000000" charset="0"/>
                </a:rPr>
                <a:t>a pair of crystal shoes. </a:t>
              </a:r>
              <a:endParaRPr lang="zh-CN" sz="2000" kern="1200">
                <a:latin typeface="Segoe Print" panose="02000600000000000000" charset="0"/>
              </a:endParaRPr>
            </a:p>
          </p:txBody>
        </p:sp>
      </p:grpSp>
      <p:sp>
        <p:nvSpPr>
          <p:cNvPr id="10" name="矩形 9" title=""/>
          <p:cNvSpPr/>
          <p:nvPr/>
        </p:nvSpPr>
        <p:spPr>
          <a:xfrm>
            <a:off x="3194968" y="2945494"/>
            <a:ext cx="1740619" cy="967010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11" name="组合 10" title=""/>
          <p:cNvGrpSpPr/>
          <p:nvPr/>
        </p:nvGrpSpPr>
        <p:grpSpPr>
          <a:xfrm>
            <a:off x="3382197" y="2781780"/>
            <a:ext cx="1553390" cy="1676809"/>
            <a:chOff x="5669746" y="1369827"/>
            <a:chExt cx="1402165" cy="1611684"/>
          </a:xfrm>
        </p:grpSpPr>
        <p:sp>
          <p:nvSpPr>
            <p:cNvPr id="19" name="六边形 18"/>
            <p:cNvSpPr/>
            <p:nvPr/>
          </p:nvSpPr>
          <p:spPr>
            <a:xfrm rot="5400000">
              <a:off x="5564987" y="1474586"/>
              <a:ext cx="1611684" cy="1402165"/>
            </a:xfrm>
            <a:prstGeom prst="hexagon">
              <a:avLst>
                <a:gd name="adj" fmla="val 25000"/>
                <a:gd name="vf" fmla="val 11547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1626359"/>
                <a:satOff val="60000"/>
                <a:lumOff val="-8807"/>
                <a:alphaOff val="0"/>
              </a:schemeClr>
            </a:fillRef>
            <a:effectRef idx="0">
              <a:schemeClr val="accent3">
                <a:hueOff val="1626359"/>
                <a:satOff val="60000"/>
                <a:lumOff val="-8807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/>
          </p:txBody>
        </p:sp>
        <p:sp>
          <p:nvSpPr>
            <p:cNvPr id="20" name="六边形 12"/>
            <p:cNvSpPr txBox="1"/>
            <p:nvPr/>
          </p:nvSpPr>
          <p:spPr>
            <a:xfrm>
              <a:off x="5888250" y="1620981"/>
              <a:ext cx="965157" cy="11093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kern="1200"/>
            </a:p>
          </p:txBody>
        </p:sp>
      </p:grpSp>
      <p:grpSp>
        <p:nvGrpSpPr>
          <p:cNvPr id="12" name="组合 11" title=""/>
          <p:cNvGrpSpPr/>
          <p:nvPr/>
        </p:nvGrpSpPr>
        <p:grpSpPr>
          <a:xfrm>
            <a:off x="2627928" y="4149779"/>
            <a:ext cx="1402165" cy="1611684"/>
            <a:chOff x="4915477" y="2737825"/>
            <a:chExt cx="1402165" cy="1611684"/>
          </a:xfrm>
        </p:grpSpPr>
        <p:sp>
          <p:nvSpPr>
            <p:cNvPr id="17" name="六边形 16"/>
            <p:cNvSpPr/>
            <p:nvPr/>
          </p:nvSpPr>
          <p:spPr>
            <a:xfrm rot="5400000">
              <a:off x="4810718" y="2842584"/>
              <a:ext cx="1611684" cy="1402165"/>
            </a:xfrm>
            <a:prstGeom prst="hexagon">
              <a:avLst>
                <a:gd name="adj" fmla="val 25000"/>
                <a:gd name="vf" fmla="val 11547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2168479"/>
                <a:satOff val="80000"/>
                <a:lumOff val="-11748"/>
                <a:alphaOff val="0"/>
              </a:schemeClr>
            </a:fillRef>
            <a:effectRef idx="0">
              <a:schemeClr val="accent3">
                <a:hueOff val="2168479"/>
                <a:satOff val="80000"/>
                <a:lumOff val="-11748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/>
          </p:txBody>
        </p:sp>
        <p:sp>
          <p:nvSpPr>
            <p:cNvPr id="18" name="六边形 14"/>
            <p:cNvSpPr txBox="1"/>
            <p:nvPr/>
          </p:nvSpPr>
          <p:spPr>
            <a:xfrm>
              <a:off x="5133981" y="2988979"/>
              <a:ext cx="965157" cy="11093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lvl="0" algn="ctr" defTabSz="6667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kern="1200">
                  <a:latin typeface="Segoe Print" panose="02000600000000000000" charset="0"/>
                </a:rPr>
                <a:t>Who is she? </a:t>
              </a:r>
              <a:endParaRPr lang="zh-CN" sz="2000" kern="1200">
                <a:latin typeface="Segoe Print" panose="02000600000000000000" charset="0"/>
              </a:endParaRPr>
            </a:p>
          </p:txBody>
        </p:sp>
      </p:grpSp>
      <p:sp>
        <p:nvSpPr>
          <p:cNvPr id="13" name="矩形 12" title=""/>
          <p:cNvSpPr/>
          <p:nvPr/>
        </p:nvSpPr>
        <p:spPr>
          <a:xfrm>
            <a:off x="7198393" y="4313492"/>
            <a:ext cx="1798639" cy="967010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14" name="组合 13" title=""/>
          <p:cNvGrpSpPr/>
          <p:nvPr/>
        </p:nvGrpSpPr>
        <p:grpSpPr>
          <a:xfrm>
            <a:off x="1113589" y="4149779"/>
            <a:ext cx="1402165" cy="1611684"/>
            <a:chOff x="3401138" y="2737825"/>
            <a:chExt cx="1402165" cy="1611684"/>
          </a:xfrm>
        </p:grpSpPr>
        <p:sp>
          <p:nvSpPr>
            <p:cNvPr id="15" name="六边形 14"/>
            <p:cNvSpPr/>
            <p:nvPr/>
          </p:nvSpPr>
          <p:spPr>
            <a:xfrm rot="5400000">
              <a:off x="3296379" y="2842584"/>
              <a:ext cx="1611684" cy="1402165"/>
            </a:xfrm>
            <a:prstGeom prst="hexagon">
              <a:avLst>
                <a:gd name="adj" fmla="val 25000"/>
                <a:gd name="vf" fmla="val 11547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2710599"/>
                <a:satOff val="100000"/>
                <a:lumOff val="-14689"/>
                <a:alphaOff val="0"/>
              </a:schemeClr>
            </a:fillRef>
            <a:effectRef idx="0">
              <a:schemeClr val="accent3">
                <a:hueOff val="2710599"/>
                <a:satOff val="100000"/>
                <a:lumOff val="-14689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/>
          </p:txBody>
        </p:sp>
        <p:sp>
          <p:nvSpPr>
            <p:cNvPr id="16" name="六边形 17"/>
            <p:cNvSpPr txBox="1"/>
            <p:nvPr/>
          </p:nvSpPr>
          <p:spPr>
            <a:xfrm>
              <a:off x="3619642" y="2988979"/>
              <a:ext cx="965157" cy="110937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altLang="en-US" sz="4800" kern="1200"/>
            </a:p>
          </p:txBody>
        </p:sp>
      </p:grpSp>
      <p:sp>
        <p:nvSpPr>
          <p:cNvPr id="28" name="文本框 27" title=""/>
          <p:cNvSpPr txBox="1"/>
          <p:nvPr/>
        </p:nvSpPr>
        <p:spPr>
          <a:xfrm>
            <a:off x="8695766" y="2918434"/>
            <a:ext cx="3078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Segoe Print" panose="02000600000000000000" charset="0"/>
              </a:rPr>
              <a:t>Cinderella</a:t>
            </a:r>
            <a:endParaRPr lang="zh-CN" altLang="en-US" sz="4000">
              <a:latin typeface="Segoe Print" panose="02000600000000000000" charset="0"/>
            </a:endParaRPr>
          </a:p>
        </p:txBody>
      </p:sp>
      <p:sp>
        <p:nvSpPr>
          <p:cNvPr id="30" name="文本框 29" title=""/>
          <p:cNvSpPr txBox="1"/>
          <p:nvPr/>
        </p:nvSpPr>
        <p:spPr>
          <a:xfrm>
            <a:off x="2515638" y="5937632"/>
            <a:ext cx="86838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solidFill>
                  <a:srgbClr val="B8222F"/>
                </a:solidFill>
                <a:latin typeface="Segoe Print" panose="02000600000000000000" charset="0"/>
              </a:rPr>
              <a:t>A character from classics</a:t>
            </a:r>
            <a:endParaRPr lang="zh-CN" altLang="en-US" sz="4000">
              <a:solidFill>
                <a:srgbClr val="B8222F"/>
              </a:solidFill>
              <a:latin typeface="Segoe Print" panose="02000600000000000000" charset="0"/>
            </a:endParaRPr>
          </a:p>
        </p:txBody>
      </p:sp>
      <p:sp>
        <p:nvSpPr>
          <p:cNvPr id="29" name="六边形 9" title=""/>
          <p:cNvSpPr txBox="1"/>
          <p:nvPr/>
        </p:nvSpPr>
        <p:spPr>
          <a:xfrm>
            <a:off x="3337976" y="3164299"/>
            <a:ext cx="1606576" cy="110937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0" tIns="57150" rIns="57150" bIns="57150" numCol="1" spcCol="1270" anchor="ctr" anchorCtr="0">
            <a:noAutofit/>
          </a:bodyPr>
          <a:lstStyle/>
          <a:p>
            <a:pPr lvl="0" algn="ctr" defTabSz="6667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kern="1200">
                <a:latin typeface="Segoe Print" panose="02000600000000000000" charset="0"/>
              </a:rPr>
              <a:t>She </a:t>
            </a:r>
            <a:r>
              <a:rPr lang="en-US" sz="2000">
                <a:latin typeface="Segoe Print" panose="02000600000000000000" charset="0"/>
              </a:rPr>
              <a:t>has </a:t>
            </a:r>
            <a:endParaRPr lang="en-US" sz="2000">
              <a:latin typeface="Segoe Print" panose="02000600000000000000" charset="0"/>
            </a:endParaRPr>
          </a:p>
          <a:p>
            <a:pPr lvl="0" algn="ctr" defTabSz="6667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>
                <a:latin typeface="Segoe Print" panose="02000600000000000000" charset="0"/>
              </a:rPr>
              <a:t>an evil stepmother</a:t>
            </a:r>
            <a:r>
              <a:rPr lang="en-US" sz="2000" kern="1200">
                <a:latin typeface="Segoe Print" panose="02000600000000000000" charset="0"/>
              </a:rPr>
              <a:t>. </a:t>
            </a:r>
            <a:endParaRPr lang="zh-CN" sz="2000" kern="1200">
              <a:latin typeface="Segoe Print" panose="02000600000000000000" charset="0"/>
            </a:endParaRPr>
          </a:p>
        </p:txBody>
      </p:sp>
      <p:sp>
        <p:nvSpPr>
          <p:cNvPr id="31" name="六边形 4" title=""/>
          <p:cNvSpPr txBox="1"/>
          <p:nvPr/>
        </p:nvSpPr>
        <p:spPr>
          <a:xfrm>
            <a:off x="932328" y="1559225"/>
            <a:ext cx="1479177" cy="110937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0" tIns="57150" rIns="57150" bIns="57150" numCol="1" spcCol="1270" anchor="ctr" anchorCtr="0">
            <a:noAutofit/>
          </a:bodyPr>
          <a:lstStyle/>
          <a:p>
            <a:pPr lvl="0" algn="ctr" defTabSz="6667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kern="1200">
                <a:latin typeface="Segoe Print" panose="02000600000000000000" charset="0"/>
              </a:rPr>
              <a:t>She wears a beautiful blue dress to a ball. </a:t>
            </a:r>
            <a:endParaRPr lang="zh-CN" sz="2000" kern="1200">
              <a:latin typeface="Segoe Print" panose="02000600000000000000" charset="0"/>
            </a:endParaRPr>
          </a:p>
        </p:txBody>
      </p:sp>
      <p:pic>
        <p:nvPicPr>
          <p:cNvPr id="3" name="图片 2" title="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b="89937" l="10000" r="90000" t="21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517" y="1594545"/>
            <a:ext cx="4762500" cy="4543425"/>
          </a:xfrm>
          <a:prstGeom prst="rect">
            <a:avLst/>
          </a:prstGeom>
        </p:spPr>
      </p:pic>
      <p:sp>
        <p:nvSpPr>
          <p:cNvPr id="32" name="六边形 9" title=""/>
          <p:cNvSpPr txBox="1"/>
          <p:nvPr/>
        </p:nvSpPr>
        <p:spPr>
          <a:xfrm>
            <a:off x="1021351" y="4436649"/>
            <a:ext cx="1606576" cy="1109376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57150" tIns="57150" rIns="57150" bIns="57150" numCol="1" spcCol="1270" anchor="ctr" anchorCtr="0">
            <a:noAutofit/>
          </a:bodyPr>
          <a:lstStyle/>
          <a:p>
            <a:pPr lvl="0" algn="ctr" defTabSz="6667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>
                <a:latin typeface="Segoe Print" panose="02000600000000000000" charset="0"/>
              </a:rPr>
              <a:t>Her clothes are dirty and old</a:t>
            </a:r>
            <a:r>
              <a:rPr lang="en-US" sz="2000" kern="1200">
                <a:latin typeface="Segoe Print" panose="02000600000000000000" charset="0"/>
              </a:rPr>
              <a:t>. </a:t>
            </a:r>
            <a:endParaRPr lang="zh-CN" sz="2000" kern="1200">
              <a:latin typeface="Segoe Print" panose="02000600000000000000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  <p:bldP spid="29" grpId="0" animBg="1"/>
      <p:bldP spid="31" grpId="0" animBg="1"/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>
          <a:xfrm>
            <a:off x="465667" y="10115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800" b="1">
                <a:latin typeface="Book Antiqua" panose="02040602050305030304" pitchFamily="18" charset="0"/>
                <a:cs typeface="Arabic Typesetting" panose="03020402040406030203" pitchFamily="66" charset="-78"/>
              </a:rPr>
              <a:t>Now, we are going to… </a:t>
            </a:r>
            <a:endParaRPr lang="zh-CN" altLang="en-US" sz="4800" b="1">
              <a:latin typeface="Book Antiqua" panose="02040602050305030304" pitchFamily="18" charset="0"/>
              <a:cs typeface="Arabic Typesetting" panose="03020402040406030203" pitchFamily="66" charset="-78"/>
            </a:endParaRPr>
          </a:p>
        </p:txBody>
      </p:sp>
      <p:sp>
        <p:nvSpPr>
          <p:cNvPr id="5" name="燕尾形箭头 4" title=""/>
          <p:cNvSpPr/>
          <p:nvPr/>
        </p:nvSpPr>
        <p:spPr>
          <a:xfrm>
            <a:off x="838200" y="3058466"/>
            <a:ext cx="10515600" cy="1740535"/>
          </a:xfrm>
          <a:prstGeom prst="notchedRightArrow">
            <a:avLst/>
          </a:prstGeom>
          <a:solidFill>
            <a:schemeClr val="accent4">
              <a:lumMod val="75000"/>
            </a:schemeClr>
          </a:soli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accent4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6" name="组合 5" title=""/>
          <p:cNvGrpSpPr/>
          <p:nvPr/>
        </p:nvGrpSpPr>
        <p:grpSpPr>
          <a:xfrm>
            <a:off x="842820" y="1753065"/>
            <a:ext cx="3805379" cy="1740535"/>
            <a:chOff x="4620" y="0"/>
            <a:chExt cx="3805379" cy="1740535"/>
          </a:xfrm>
        </p:grpSpPr>
        <p:sp>
          <p:nvSpPr>
            <p:cNvPr id="16" name="矩形 15"/>
            <p:cNvSpPr/>
            <p:nvPr/>
          </p:nvSpPr>
          <p:spPr>
            <a:xfrm>
              <a:off x="4621" y="0"/>
              <a:ext cx="3049934" cy="174053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17" name="矩形 16"/>
            <p:cNvSpPr/>
            <p:nvPr/>
          </p:nvSpPr>
          <p:spPr>
            <a:xfrm>
              <a:off x="4620" y="0"/>
              <a:ext cx="3805379" cy="174053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84480" tIns="284480" rIns="284480" bIns="284480" numCol="1" spcCol="1270" anchor="b" anchorCtr="0">
              <a:noAutofit/>
            </a:bodyPr>
            <a:lstStyle/>
            <a:p>
              <a:pPr lvl="0" algn="ctr" defTabSz="1778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b="1" kern="1200">
                  <a:latin typeface="Book Antiqua" panose="02040602050305030304" pitchFamily="18" charset="0"/>
                  <a:cs typeface="Arabic Typesetting" panose="03020402040406030203" pitchFamily="66" charset="-78"/>
                </a:rPr>
                <a:t>observe sentences from classics </a:t>
              </a:r>
              <a:endParaRPr lang="zh-CN" sz="3200" b="1" kern="1200">
                <a:latin typeface="Book Antiqua" panose="02040602050305030304" pitchFamily="18" charset="0"/>
                <a:cs typeface="Arabic Typesetting" panose="03020402040406030203" pitchFamily="66" charset="-78"/>
              </a:endParaRPr>
            </a:p>
          </p:txBody>
        </p:sp>
      </p:grpSp>
      <p:sp>
        <p:nvSpPr>
          <p:cNvPr id="7" name="椭圆 6" title=""/>
          <p:cNvSpPr/>
          <p:nvPr/>
        </p:nvSpPr>
        <p:spPr>
          <a:xfrm>
            <a:off x="2150221" y="3711167"/>
            <a:ext cx="435133" cy="43513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/>
        </p:txBody>
      </p:sp>
      <p:grpSp>
        <p:nvGrpSpPr>
          <p:cNvPr id="8" name="组合 7" title=""/>
          <p:cNvGrpSpPr/>
          <p:nvPr/>
        </p:nvGrpSpPr>
        <p:grpSpPr>
          <a:xfrm>
            <a:off x="4045252" y="4363867"/>
            <a:ext cx="3049934" cy="1740535"/>
            <a:chOff x="3207052" y="2610802"/>
            <a:chExt cx="3049934" cy="1740535"/>
          </a:xfrm>
        </p:grpSpPr>
        <p:sp>
          <p:nvSpPr>
            <p:cNvPr id="14" name="矩形 13"/>
            <p:cNvSpPr/>
            <p:nvPr/>
          </p:nvSpPr>
          <p:spPr>
            <a:xfrm>
              <a:off x="3207052" y="2610802"/>
              <a:ext cx="3049934" cy="174053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15" name="矩形 14"/>
            <p:cNvSpPr/>
            <p:nvPr/>
          </p:nvSpPr>
          <p:spPr>
            <a:xfrm>
              <a:off x="3207052" y="2610802"/>
              <a:ext cx="3049934" cy="174053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84480" tIns="284480" rIns="284480" bIns="284480" numCol="1" spcCol="1270" anchor="t" anchorCtr="0">
              <a:noAutofit/>
            </a:bodyPr>
            <a:lstStyle/>
            <a:p>
              <a:pPr lvl="0" algn="ctr" defTabSz="1778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b="1" kern="1200">
                  <a:latin typeface="Book Antiqua" panose="02040602050305030304" pitchFamily="18" charset="0"/>
                  <a:cs typeface="Arabic Typesetting" panose="03020402040406030203" pitchFamily="66" charset="-78"/>
                </a:rPr>
                <a:t>learn how to write about appearance from classics</a:t>
              </a:r>
              <a:endParaRPr lang="zh-CN" sz="3200" b="1" kern="1200">
                <a:latin typeface="Book Antiqua" panose="02040602050305030304" pitchFamily="18" charset="0"/>
                <a:cs typeface="Arabic Typesetting" panose="03020402040406030203" pitchFamily="66" charset="-78"/>
              </a:endParaRPr>
            </a:p>
          </p:txBody>
        </p:sp>
      </p:grpSp>
      <p:sp>
        <p:nvSpPr>
          <p:cNvPr id="9" name="椭圆 8" title=""/>
          <p:cNvSpPr/>
          <p:nvPr/>
        </p:nvSpPr>
        <p:spPr>
          <a:xfrm>
            <a:off x="5352653" y="3711167"/>
            <a:ext cx="435133" cy="435133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-2232385"/>
              <a:satOff val="13449"/>
              <a:lumOff val="1078"/>
              <a:alphaOff val="0"/>
            </a:schemeClr>
          </a:fillRef>
          <a:effectRef idx="0">
            <a:schemeClr val="accent4">
              <a:hueOff val="-2232385"/>
              <a:satOff val="13449"/>
              <a:lumOff val="1078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/>
        </p:txBody>
      </p:sp>
      <p:grpSp>
        <p:nvGrpSpPr>
          <p:cNvPr id="10" name="组合 9" title=""/>
          <p:cNvGrpSpPr/>
          <p:nvPr/>
        </p:nvGrpSpPr>
        <p:grpSpPr>
          <a:xfrm>
            <a:off x="6646333" y="1753065"/>
            <a:ext cx="3651285" cy="1740535"/>
            <a:chOff x="5808133" y="0"/>
            <a:chExt cx="3651285" cy="1740535"/>
          </a:xfrm>
        </p:grpSpPr>
        <p:sp>
          <p:nvSpPr>
            <p:cNvPr id="12" name="矩形 11"/>
            <p:cNvSpPr/>
            <p:nvPr/>
          </p:nvSpPr>
          <p:spPr>
            <a:xfrm>
              <a:off x="6409484" y="0"/>
              <a:ext cx="3049934" cy="1740535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13" name="矩形 12"/>
            <p:cNvSpPr/>
            <p:nvPr/>
          </p:nvSpPr>
          <p:spPr>
            <a:xfrm>
              <a:off x="5808133" y="0"/>
              <a:ext cx="3651285" cy="174053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84480" tIns="284480" rIns="284480" bIns="284480" numCol="1" spcCol="1270" anchor="b" anchorCtr="0">
              <a:noAutofit/>
            </a:bodyPr>
            <a:lstStyle/>
            <a:p>
              <a:pPr lvl="0" algn="ctr" defTabSz="1778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200" b="1" kern="1200">
                  <a:latin typeface="Book Antiqua" panose="02040602050305030304" pitchFamily="18" charset="0"/>
                  <a:cs typeface="Arabic Typesetting" panose="03020402040406030203" pitchFamily="66" charset="-78"/>
                </a:rPr>
                <a:t>try to write about a person </a:t>
              </a:r>
              <a:r>
                <a:rPr lang="en-US" sz="3200" b="1">
                  <a:latin typeface="Book Antiqua" panose="02040602050305030304" pitchFamily="18" charset="0"/>
                  <a:cs typeface="Arabic Typesetting" panose="03020402040406030203" pitchFamily="66" charset="-78"/>
                </a:rPr>
                <a:t>by using what we have learned</a:t>
              </a:r>
              <a:endParaRPr lang="zh-CN" sz="3200" b="1" kern="1200">
                <a:latin typeface="Book Antiqua" panose="02040602050305030304" pitchFamily="18" charset="0"/>
                <a:cs typeface="Arabic Typesetting" panose="03020402040406030203" pitchFamily="66" charset="-78"/>
              </a:endParaRPr>
            </a:p>
          </p:txBody>
        </p:sp>
      </p:grpSp>
      <p:sp>
        <p:nvSpPr>
          <p:cNvPr id="11" name="椭圆 10" title=""/>
          <p:cNvSpPr/>
          <p:nvPr/>
        </p:nvSpPr>
        <p:spPr>
          <a:xfrm>
            <a:off x="8555084" y="3711167"/>
            <a:ext cx="435133" cy="435133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-4464770"/>
              <a:satOff val="26899"/>
              <a:lumOff val="2156"/>
              <a:alphaOff val="0"/>
            </a:schemeClr>
          </a:fillRef>
          <a:effectRef idx="0">
            <a:schemeClr val="accent4">
              <a:hueOff val="-4464770"/>
              <a:satOff val="26899"/>
              <a:lumOff val="2156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/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内容占位符 2" title=""/>
          <p:cNvSpPr>
            <a:spLocks noGrp="1"/>
          </p:cNvSpPr>
          <p:nvPr>
            <p:ph idx="1"/>
          </p:nvPr>
        </p:nvSpPr>
        <p:spPr>
          <a:xfrm>
            <a:off x="317241" y="1557743"/>
            <a:ext cx="11756570" cy="4295258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1. He was about medium height, strongly built, and probably in his mid-thirties. 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-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2000" i="1">
                <a:solidFill>
                  <a:schemeClr val="accent5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Jane Eyre</a:t>
            </a:r>
            <a:endParaRPr lang="en-US" altLang="zh-CN" sz="2000" i="1">
              <a:solidFill>
                <a:schemeClr val="accent5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2. She had grey hair and quick, bright eyes and had a handkerchief tied over her head. She was wearing gardening gloves and held a knife. –</a:t>
            </a:r>
            <a:r>
              <a:rPr lang="en-US" altLang="zh-CN" sz="2000" i="1">
                <a:solidFill>
                  <a:schemeClr val="accent5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David Copperfield  </a:t>
            </a:r>
            <a:endParaRPr lang="en-US" altLang="zh-CN" sz="2000" i="1">
              <a:solidFill>
                <a:schemeClr val="accent5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3. I remember him as if it were yesterday. A tall nut-brown man with broken nails and a white scar across one cheek.  - </a:t>
            </a:r>
            <a:r>
              <a:rPr lang="en-US" altLang="zh-CN" sz="2000" i="1">
                <a:solidFill>
                  <a:schemeClr val="accent5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Treasure Island </a:t>
            </a:r>
            <a:endParaRPr lang="en-US" altLang="zh-CN" sz="2000" i="1">
              <a:solidFill>
                <a:schemeClr val="accent5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4. He was a tall, broad-chested man with a red face. His eyebrows are very black which made him look short-tempered. –</a:t>
            </a:r>
            <a:r>
              <a:rPr lang="en-US" altLang="zh-CN" sz="2000" i="1">
                <a:solidFill>
                  <a:schemeClr val="accent5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Treasure Island</a:t>
            </a:r>
            <a:endParaRPr lang="en-US" altLang="zh-CN" sz="2000" i="1">
              <a:solidFill>
                <a:schemeClr val="accent5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5.He was a lad eighteen or nineteen years of age, small in stature, with irregular but delicate features, and of a constitution (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体格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) apparently weakly. –</a:t>
            </a:r>
            <a:r>
              <a:rPr lang="en-US" altLang="zh-CN" sz="2000" i="1">
                <a:solidFill>
                  <a:schemeClr val="accent5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The Red and the Black </a:t>
            </a:r>
            <a:endParaRPr lang="en-US" altLang="zh-CN" sz="2000" i="1">
              <a:solidFill>
                <a:schemeClr val="accent5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6. The boy had huge, dark eyes that seemed too big for his thin, pale face –</a:t>
            </a:r>
            <a:r>
              <a:rPr lang="en-US" altLang="zh-CN" sz="2000" i="1">
                <a:solidFill>
                  <a:schemeClr val="accent5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The Secret Garden</a:t>
            </a:r>
            <a:endParaRPr lang="en-US" altLang="zh-CN" sz="2000" i="1">
              <a:solidFill>
                <a:schemeClr val="accent5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7. She wore a brown sailor hat, and beneath the hat were two braids of very red hair, which ran almost all the way down her back. </a:t>
            </a:r>
            <a:r>
              <a:rPr lang="en-US" altLang="zh-CN" sz="2200">
                <a:latin typeface="Book Antiqua" panose="02040602050305030304" pitchFamily="18" charset="0"/>
              </a:rPr>
              <a:t>-</a:t>
            </a:r>
            <a:r>
              <a:rPr lang="en-US" altLang="zh-CN" sz="2200" i="1">
                <a:solidFill>
                  <a:schemeClr val="accent5">
                    <a:lumMod val="75000"/>
                  </a:schemeClr>
                </a:solidFill>
                <a:latin typeface="Book Antiqua" panose="02040602050305030304" pitchFamily="18" charset="0"/>
              </a:rPr>
              <a:t>Anne of Green Gables </a:t>
            </a:r>
            <a:endParaRPr lang="en-US" altLang="zh-CN" sz="2200" i="1">
              <a:solidFill>
                <a:schemeClr val="accent5">
                  <a:lumMod val="75000"/>
                </a:schemeClr>
              </a:solidFill>
              <a:latin typeface="Book Antiqua" panose="02040602050305030304" pitchFamily="18" charset="0"/>
            </a:endParaRPr>
          </a:p>
          <a:p>
            <a:pPr marL="0" indent="0">
              <a:buNone/>
            </a:pPr>
            <a:endParaRPr lang="en-US" altLang="zh-CN" sz="2200" i="1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altLang="zh-CN" sz="2200" i="1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altLang="zh-CN" sz="2200" i="1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altLang="zh-CN" sz="2200" i="1">
              <a:solidFill>
                <a:schemeClr val="accent5">
                  <a:lumMod val="75000"/>
                </a:schemeClr>
              </a:solidFill>
            </a:endParaRPr>
          </a:p>
          <a:p>
            <a:endParaRPr lang="en-US" altLang="zh-CN" sz="2200" i="1">
              <a:solidFill>
                <a:schemeClr val="accent5">
                  <a:lumMod val="75000"/>
                </a:schemeClr>
              </a:solidFill>
            </a:endParaRPr>
          </a:p>
          <a:p>
            <a:endParaRPr lang="en-US" altLang="zh-CN" sz="2200">
              <a:solidFill>
                <a:schemeClr val="accent5">
                  <a:lumMod val="75000"/>
                </a:schemeClr>
              </a:solidFill>
            </a:endParaRPr>
          </a:p>
          <a:p>
            <a:endParaRPr lang="zh-CN" altLang="en-US" sz="2200"/>
          </a:p>
        </p:txBody>
      </p:sp>
      <p:pic>
        <p:nvPicPr>
          <p:cNvPr id="2" name="图片 1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b="90000" l="10000" r="90000" t="10000">
                        <a14:foregroundMark x1="14125" x2="14125" y1="68018" y2="68018"/>
                        <a14:foregroundMark x1="13500" x2="29375" y1="67417" y2="68619"/>
                        <a14:foregroundMark x1="40875" x2="71625" y1="68318" y2="68318"/>
                        <a14:foregroundMark x1="11375" x2="12875" y1="66517" y2="71171"/>
                        <a14:foregroundMark x1="33250" x2="33250" y1="62312" y2="72222"/>
                        <a14:foregroundMark x1="37875" x2="39250" y1="64414" y2="67417"/>
                        <a14:foregroundMark x1="72500" x2="75250" y1="66216" y2="72072"/>
                        <a14:backgroundMark x1="24125" x2="24375" y1="68018" y2="68919"/>
                        <a14:backgroundMark x1="27000" x2="27000" y1="69219" y2="70571"/>
                        <a14:backgroundMark x1="18625" x2="19750" y1="68168" y2="68168"/>
                        <a14:backgroundMark x1="18625" x2="19750" y1="67568" y2="68018"/>
                        <a14:backgroundMark x1="66500" x2="67625" y1="69219" y2="72823"/>
                        <a14:backgroundMark x1="69000" x2="69750" y1="68018" y2="70420"/>
                        <a14:backgroundMark x1="71750" x2="74875" y1="69369" y2="65916"/>
                        <a14:backgroundMark x1="74750" x2="74250" y1="70571" y2="6952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51655" y="-492760"/>
            <a:ext cx="3245485" cy="2701925"/>
          </a:xfrm>
          <a:prstGeom prst="rect">
            <a:avLst/>
          </a:prstGeom>
        </p:spPr>
      </p:pic>
      <p:sp>
        <p:nvSpPr>
          <p:cNvPr id="5" name="文本框 4" title=""/>
          <p:cNvSpPr txBox="1"/>
          <p:nvPr/>
        </p:nvSpPr>
        <p:spPr>
          <a:xfrm>
            <a:off x="317500" y="214630"/>
            <a:ext cx="4583430" cy="829945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t">
            <a:spAutoFit/>
          </a:bodyPr>
          <a:lstStyle/>
          <a:p>
            <a:r>
              <a:rPr lang="en-US" altLang="zh-CN" sz="2400">
                <a:latin typeface="Book Antiqua" panose="02040602050305030304" pitchFamily="18" charset="0"/>
                <a:cs typeface="Book Antiqua" panose="02040602050305030304" pitchFamily="18" charset="0"/>
                <a:sym typeface="+mn-ea"/>
              </a:rPr>
              <a:t>1. How many sentences are used </a:t>
            </a:r>
            <a:endParaRPr lang="en-US" altLang="zh-CN" sz="2400">
              <a:latin typeface="Book Antiqua" panose="02040602050305030304" pitchFamily="18" charset="0"/>
              <a:cs typeface="Book Antiqua" panose="02040602050305030304" pitchFamily="18" charset="0"/>
              <a:sym typeface="+mn-ea"/>
            </a:endParaRPr>
          </a:p>
          <a:p>
            <a:r>
              <a:rPr lang="en-US" altLang="zh-CN" sz="2400">
                <a:latin typeface="Book Antiqua" panose="02040602050305030304" pitchFamily="18" charset="0"/>
                <a:cs typeface="Book Antiqua" panose="02040602050305030304" pitchFamily="18" charset="0"/>
                <a:sym typeface="+mn-ea"/>
              </a:rPr>
              <a:t>to introduce a character? </a:t>
            </a:r>
            <a:endParaRPr lang="en-US" altLang="zh-CN" sz="2400">
              <a:latin typeface="Book Antiqua" panose="02040602050305030304" pitchFamily="18" charset="0"/>
              <a:cs typeface="Book Antiqua" panose="02040602050305030304" pitchFamily="18" charset="0"/>
              <a:sym typeface="+mn-ea"/>
            </a:endParaRPr>
          </a:p>
        </p:txBody>
      </p:sp>
      <p:sp>
        <p:nvSpPr>
          <p:cNvPr id="7" name="文本框 6" title=""/>
          <p:cNvSpPr txBox="1"/>
          <p:nvPr/>
        </p:nvSpPr>
        <p:spPr>
          <a:xfrm>
            <a:off x="6934835" y="249555"/>
            <a:ext cx="4683760" cy="829945"/>
          </a:xfrm>
          <a:prstGeom prst="rect">
            <a:avLst/>
          </a:prstGeom>
          <a:solidFill>
            <a:srgbClr val="FFC000"/>
          </a:solidFill>
        </p:spPr>
        <p:txBody>
          <a:bodyPr wrap="none" rtlCol="0" anchor="t">
            <a:spAutoFit/>
          </a:bodyPr>
          <a:lstStyle/>
          <a:p>
            <a:r>
              <a:rPr lang="en-US" altLang="zh-CN" sz="2400">
                <a:latin typeface="Book Antiqua" panose="02040602050305030304" pitchFamily="18" charset="0"/>
                <a:cs typeface="Book Antiqua" panose="02040602050305030304" pitchFamily="18" charset="0"/>
                <a:sym typeface="+mn-ea"/>
              </a:rPr>
              <a:t>2. which aspects of appearnce are </a:t>
            </a:r>
            <a:endParaRPr lang="en-US" altLang="zh-CN" sz="2400">
              <a:latin typeface="Book Antiqua" panose="02040602050305030304" pitchFamily="18" charset="0"/>
              <a:cs typeface="Book Antiqua" panose="02040602050305030304" pitchFamily="18" charset="0"/>
              <a:sym typeface="+mn-ea"/>
            </a:endParaRPr>
          </a:p>
          <a:p>
            <a:r>
              <a:rPr lang="en-US" altLang="zh-CN" sz="2400">
                <a:latin typeface="Book Antiqua" panose="02040602050305030304" pitchFamily="18" charset="0"/>
                <a:cs typeface="Book Antiqua" panose="02040602050305030304" pitchFamily="18" charset="0"/>
                <a:sym typeface="+mn-ea"/>
              </a:rPr>
              <a:t>                  talked about? </a:t>
            </a:r>
            <a:endParaRPr lang="en-US" altLang="zh-CN" sz="2400">
              <a:latin typeface="Book Antiqua" panose="02040602050305030304" pitchFamily="18" charset="0"/>
              <a:cs typeface="Book Antiqua" panose="02040602050305030304" pitchFamily="18" charset="0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>
          <a:xfrm>
            <a:off x="283210" y="114935"/>
            <a:ext cx="11771630" cy="1325880"/>
          </a:xfrm>
        </p:spPr>
        <p:txBody>
          <a:bodyPr/>
          <a:lstStyle/>
          <a:p>
            <a:r>
              <a:rPr lang="en-US" altLang="zh-CN" b="1">
                <a:solidFill>
                  <a:srgbClr val="B8222F"/>
                </a:solidFill>
              </a:rPr>
              <a:t>2. Which aspects of appearance are talked about? </a:t>
            </a:r>
            <a:endParaRPr lang="en-US" altLang="zh-CN" b="1">
              <a:solidFill>
                <a:srgbClr val="B8222F"/>
              </a:solidFill>
            </a:endParaRPr>
          </a:p>
        </p:txBody>
      </p:sp>
      <p:sp>
        <p:nvSpPr>
          <p:cNvPr id="3" name="内容占位符 2" title=""/>
          <p:cNvSpPr>
            <a:spLocks noGrp="1"/>
          </p:cNvSpPr>
          <p:nvPr>
            <p:ph sz="half" idx="1"/>
          </p:nvPr>
        </p:nvSpPr>
        <p:spPr>
          <a:xfrm>
            <a:off x="2185696" y="1463661"/>
            <a:ext cx="5181600" cy="2472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/>
              <a:t>1. He was about medium height, strongly built, and probably in his mid-thirties. </a:t>
            </a:r>
            <a:r>
              <a:rPr lang="zh-CN" altLang="en-US"/>
              <a:t> </a:t>
            </a:r>
            <a:r>
              <a:rPr lang="en-US" altLang="zh-CN"/>
              <a:t>-</a:t>
            </a:r>
            <a:r>
              <a:rPr lang="zh-CN" altLang="en-US"/>
              <a:t> </a:t>
            </a:r>
            <a:r>
              <a:rPr lang="en-US" altLang="zh-CN" i="1">
                <a:solidFill>
                  <a:schemeClr val="accent5">
                    <a:lumMod val="75000"/>
                  </a:schemeClr>
                </a:solidFill>
              </a:rPr>
              <a:t>Jane Eyre</a:t>
            </a:r>
            <a:endParaRPr lang="en-US" altLang="zh-CN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5" name="内容占位符 4" title="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79" y="1405748"/>
            <a:ext cx="1771415" cy="2533797"/>
          </a:xfrm>
        </p:spPr>
      </p:pic>
      <p:sp>
        <p:nvSpPr>
          <p:cNvPr id="6" name="内容占位符 2" title=""/>
          <p:cNvSpPr txBox="1"/>
          <p:nvPr/>
        </p:nvSpPr>
        <p:spPr>
          <a:xfrm>
            <a:off x="3957111" y="2618721"/>
            <a:ext cx="5963815" cy="29516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altLang="zh-CN" i="1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/>
              <a:t>2. She had grey hair and quick, bright eyes and had a handkerchief tied over her head. She was wearing gardening gloves and held a knife. –</a:t>
            </a:r>
            <a:r>
              <a:rPr lang="en-US" altLang="zh-CN" i="1">
                <a:solidFill>
                  <a:schemeClr val="accent5">
                    <a:lumMod val="75000"/>
                  </a:schemeClr>
                </a:solidFill>
              </a:rPr>
              <a:t>David Copperfield  </a:t>
            </a:r>
            <a:endParaRPr lang="en-US" altLang="zh-CN" i="1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7" name="内容占位符 5" title="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3" t="7059" r="7725" b="6515"/>
          <a:stretch>
            <a:fillRect/>
          </a:stretch>
        </p:blipFill>
        <p:spPr>
          <a:xfrm>
            <a:off x="9864941" y="2534752"/>
            <a:ext cx="2204688" cy="3343534"/>
          </a:xfrm>
          <a:prstGeom prst="rect">
            <a:avLst/>
          </a:prstGeom>
        </p:spPr>
      </p:pic>
      <p:sp>
        <p:nvSpPr>
          <p:cNvPr id="8" name="文本框 7" title=""/>
          <p:cNvSpPr txBox="1"/>
          <p:nvPr/>
        </p:nvSpPr>
        <p:spPr>
          <a:xfrm>
            <a:off x="10756791" y="2165420"/>
            <a:ext cx="11817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/>
              <a:t>Betsey</a:t>
            </a:r>
            <a:endParaRPr lang="zh-CN" altLang="en-US" sz="2800"/>
          </a:p>
        </p:txBody>
      </p:sp>
      <p:sp>
        <p:nvSpPr>
          <p:cNvPr id="9" name="矩形 8" title=""/>
          <p:cNvSpPr/>
          <p:nvPr/>
        </p:nvSpPr>
        <p:spPr>
          <a:xfrm>
            <a:off x="538728" y="3936371"/>
            <a:ext cx="15584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Mr. Rochester</a:t>
            </a:r>
            <a:endParaRPr lang="en-US" altLang="zh-CN"/>
          </a:p>
        </p:txBody>
      </p:sp>
      <p:sp>
        <p:nvSpPr>
          <p:cNvPr id="10" name="文本框 9" title=""/>
          <p:cNvSpPr txBox="1"/>
          <p:nvPr/>
        </p:nvSpPr>
        <p:spPr>
          <a:xfrm>
            <a:off x="614189" y="5421080"/>
            <a:ext cx="2332308" cy="4603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400"/>
              <a:t>height</a:t>
            </a:r>
            <a:endParaRPr lang="zh-CN" altLang="en-US" sz="2400"/>
          </a:p>
        </p:txBody>
      </p:sp>
      <p:sp>
        <p:nvSpPr>
          <p:cNvPr id="11" name="文本框 10" title=""/>
          <p:cNvSpPr txBox="1"/>
          <p:nvPr/>
        </p:nvSpPr>
        <p:spPr>
          <a:xfrm>
            <a:off x="1728496" y="5421080"/>
            <a:ext cx="1941033" cy="460375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400"/>
              <a:t>build </a:t>
            </a:r>
            <a:endParaRPr lang="zh-CN" altLang="en-US" sz="2400"/>
          </a:p>
        </p:txBody>
      </p:sp>
      <p:sp>
        <p:nvSpPr>
          <p:cNvPr id="14" name="文本框 13" title=""/>
          <p:cNvSpPr txBox="1"/>
          <p:nvPr/>
        </p:nvSpPr>
        <p:spPr>
          <a:xfrm>
            <a:off x="2505641" y="5421080"/>
            <a:ext cx="1163888" cy="4603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400"/>
              <a:t>age</a:t>
            </a:r>
            <a:endParaRPr lang="zh-CN" altLang="en-US" sz="2400"/>
          </a:p>
        </p:txBody>
      </p:sp>
      <p:sp>
        <p:nvSpPr>
          <p:cNvPr id="12" name="文本框 11" title=""/>
          <p:cNvSpPr txBox="1"/>
          <p:nvPr/>
        </p:nvSpPr>
        <p:spPr>
          <a:xfrm>
            <a:off x="3871781" y="5424000"/>
            <a:ext cx="1709656" cy="4603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400"/>
              <a:t>hair </a:t>
            </a:r>
            <a:endParaRPr lang="zh-CN" altLang="en-US" sz="2400"/>
          </a:p>
        </p:txBody>
      </p:sp>
      <p:sp>
        <p:nvSpPr>
          <p:cNvPr id="13" name="文本框 12" title=""/>
          <p:cNvSpPr txBox="1"/>
          <p:nvPr/>
        </p:nvSpPr>
        <p:spPr>
          <a:xfrm>
            <a:off x="4551869" y="5423066"/>
            <a:ext cx="1260946" cy="46166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400"/>
              <a:t>tools</a:t>
            </a:r>
            <a:endParaRPr lang="zh-CN" altLang="en-US" sz="2400"/>
          </a:p>
        </p:txBody>
      </p:sp>
      <p:sp>
        <p:nvSpPr>
          <p:cNvPr id="15" name="文本框 14" title=""/>
          <p:cNvSpPr txBox="1"/>
          <p:nvPr/>
        </p:nvSpPr>
        <p:spPr>
          <a:xfrm>
            <a:off x="4551869" y="5881373"/>
            <a:ext cx="2404197" cy="460375"/>
          </a:xfrm>
          <a:prstGeom prst="rect">
            <a:avLst/>
          </a:prstGeom>
          <a:solidFill>
            <a:srgbClr val="B5A0A3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400"/>
              <a:t>a special feature</a:t>
            </a:r>
            <a:endParaRPr lang="zh-CN" altLang="en-US" sz="2400"/>
          </a:p>
        </p:txBody>
      </p:sp>
      <p:sp>
        <p:nvSpPr>
          <p:cNvPr id="21" name="文本框 20" title=""/>
          <p:cNvSpPr txBox="1"/>
          <p:nvPr/>
        </p:nvSpPr>
        <p:spPr>
          <a:xfrm>
            <a:off x="4858385" y="1549400"/>
            <a:ext cx="2310130" cy="368300"/>
          </a:xfrm>
          <a:prstGeom prst="rect">
            <a:avLst/>
          </a:prstGeom>
          <a:solidFill>
            <a:schemeClr val="accent6">
              <a:alpha val="29000"/>
            </a:schemeClr>
          </a:solidFill>
          <a:ln>
            <a:solidFill>
              <a:schemeClr val="accent6">
                <a:alpha val="39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22" name="文本框 21" title=""/>
          <p:cNvSpPr txBox="1"/>
          <p:nvPr/>
        </p:nvSpPr>
        <p:spPr>
          <a:xfrm>
            <a:off x="2192655" y="1842770"/>
            <a:ext cx="2071370" cy="368300"/>
          </a:xfrm>
          <a:prstGeom prst="rect">
            <a:avLst/>
          </a:prstGeom>
          <a:solidFill>
            <a:schemeClr val="accent6">
              <a:alpha val="29000"/>
            </a:schemeClr>
          </a:solidFill>
          <a:ln>
            <a:solidFill>
              <a:schemeClr val="accent6">
                <a:alpha val="39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28" name="文本框 27" title=""/>
          <p:cNvSpPr txBox="1"/>
          <p:nvPr/>
        </p:nvSpPr>
        <p:spPr>
          <a:xfrm>
            <a:off x="3186430" y="5417820"/>
            <a:ext cx="770890" cy="4603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400"/>
              <a:t>eyes</a:t>
            </a:r>
            <a:endParaRPr lang="zh-CN" altLang="en-US" sz="2400"/>
          </a:p>
        </p:txBody>
      </p:sp>
      <p:sp>
        <p:nvSpPr>
          <p:cNvPr id="4" name="文本框 3" title=""/>
          <p:cNvSpPr txBox="1"/>
          <p:nvPr/>
        </p:nvSpPr>
        <p:spPr>
          <a:xfrm>
            <a:off x="2800350" y="2250440"/>
            <a:ext cx="1942465" cy="368300"/>
          </a:xfrm>
          <a:prstGeom prst="rect">
            <a:avLst/>
          </a:prstGeom>
          <a:solidFill>
            <a:schemeClr val="accent6">
              <a:alpha val="29000"/>
            </a:schemeClr>
          </a:solidFill>
          <a:ln>
            <a:solidFill>
              <a:schemeClr val="accent6">
                <a:alpha val="39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内容占位符 2" title=""/>
          <p:cNvSpPr>
            <a:spLocks noGrp="1"/>
          </p:cNvSpPr>
          <p:nvPr>
            <p:ph idx="1"/>
          </p:nvPr>
        </p:nvSpPr>
        <p:spPr>
          <a:xfrm>
            <a:off x="2740153" y="1207690"/>
            <a:ext cx="6309049" cy="4313918"/>
          </a:xfrm>
        </p:spPr>
        <p:txBody>
          <a:bodyPr/>
          <a:lstStyle/>
          <a:p>
            <a:pPr marL="0" indent="0">
              <a:buNone/>
            </a:pPr>
            <a:r>
              <a:rPr lang="en-US" altLang="zh-CN"/>
              <a:t>5.He was a lad eighteen or nineteen years of age, small in stature, with irregular but delicate features, and of a constitution (</a:t>
            </a:r>
            <a:r>
              <a:rPr lang="zh-CN" altLang="en-US"/>
              <a:t>体格</a:t>
            </a:r>
            <a:r>
              <a:rPr lang="en-US" altLang="zh-CN"/>
              <a:t>) apparently weakly. –</a:t>
            </a:r>
            <a:r>
              <a:rPr lang="en-US" altLang="zh-CN" i="1">
                <a:solidFill>
                  <a:schemeClr val="accent5">
                    <a:lumMod val="75000"/>
                  </a:schemeClr>
                </a:solidFill>
              </a:rPr>
              <a:t>The Red and the Black </a:t>
            </a:r>
            <a:endParaRPr lang="en-US" altLang="zh-CN" i="1">
              <a:solidFill>
                <a:schemeClr val="accent5">
                  <a:lumMod val="75000"/>
                </a:schemeClr>
              </a:solidFill>
            </a:endParaRPr>
          </a:p>
          <a:p>
            <a:endParaRPr lang="en-US" altLang="zh-CN"/>
          </a:p>
        </p:txBody>
      </p:sp>
      <p:grpSp>
        <p:nvGrpSpPr>
          <p:cNvPr id="6" name="组合 5" title=""/>
          <p:cNvGrpSpPr/>
          <p:nvPr/>
        </p:nvGrpSpPr>
        <p:grpSpPr>
          <a:xfrm>
            <a:off x="-3592611" y="958320"/>
            <a:ext cx="6096000" cy="4954811"/>
            <a:chOff x="5697894" y="572537"/>
            <a:chExt cx="6096000" cy="4954811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b="100000" l="10000" r="99792" t="284">
                          <a14:backgroundMark x1="60000" x2="49583" y1="32670" y2="86364"/>
                          <a14:backgroundMark x1="60625" x2="63333" y1="89489" y2="9801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7894" y="572537"/>
              <a:ext cx="6096000" cy="4470400"/>
            </a:xfrm>
            <a:prstGeom prst="rect">
              <a:avLst/>
            </a:prstGeom>
          </p:spPr>
        </p:pic>
        <p:sp>
          <p:nvSpPr>
            <p:cNvPr id="5" name="矩形 4"/>
            <p:cNvSpPr/>
            <p:nvPr/>
          </p:nvSpPr>
          <p:spPr>
            <a:xfrm>
              <a:off x="10485761" y="5065683"/>
              <a:ext cx="92525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/>
                <a:t>Julien</a:t>
              </a:r>
              <a:endParaRPr lang="en-US" altLang="zh-CN" sz="2400"/>
            </a:p>
          </p:txBody>
        </p:sp>
      </p:grpSp>
      <p:sp>
        <p:nvSpPr>
          <p:cNvPr id="7" name="内容占位符 2" title=""/>
          <p:cNvSpPr txBox="1"/>
          <p:nvPr/>
        </p:nvSpPr>
        <p:spPr>
          <a:xfrm>
            <a:off x="3296879" y="4327816"/>
            <a:ext cx="6309049" cy="4313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/>
              <a:t>6. The boy had huge, dark eyes that seemed too big for his thin, pale face –</a:t>
            </a:r>
            <a:r>
              <a:rPr lang="en-US" altLang="zh-CN" i="1">
                <a:solidFill>
                  <a:schemeClr val="accent5">
                    <a:lumMod val="75000"/>
                  </a:schemeClr>
                </a:solidFill>
              </a:rPr>
              <a:t>The Secret Garden</a:t>
            </a:r>
            <a:endParaRPr lang="en-US" altLang="zh-CN" i="1">
              <a:solidFill>
                <a:schemeClr val="accent5">
                  <a:lumMod val="75000"/>
                </a:schemeClr>
              </a:solidFill>
            </a:endParaRPr>
          </a:p>
          <a:p>
            <a:endParaRPr lang="en-US" altLang="zh-CN"/>
          </a:p>
        </p:txBody>
      </p:sp>
      <p:pic>
        <p:nvPicPr>
          <p:cNvPr id="8" name="图片 7" title="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69" r="25688"/>
          <a:stretch>
            <a:fillRect/>
          </a:stretch>
        </p:blipFill>
        <p:spPr>
          <a:xfrm>
            <a:off x="9432082" y="3519796"/>
            <a:ext cx="2612572" cy="3291840"/>
          </a:xfrm>
          <a:prstGeom prst="rect">
            <a:avLst/>
          </a:prstGeom>
        </p:spPr>
      </p:pic>
      <p:sp>
        <p:nvSpPr>
          <p:cNvPr id="10" name="文本框 9" title=""/>
          <p:cNvSpPr txBox="1"/>
          <p:nvPr/>
        </p:nvSpPr>
        <p:spPr>
          <a:xfrm>
            <a:off x="2587808" y="3287394"/>
            <a:ext cx="2332308" cy="46166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400"/>
              <a:t>age</a:t>
            </a:r>
            <a:endParaRPr lang="zh-CN" altLang="en-US" sz="2400"/>
          </a:p>
        </p:txBody>
      </p:sp>
      <p:sp>
        <p:nvSpPr>
          <p:cNvPr id="12" name="文本框 11" title=""/>
          <p:cNvSpPr txBox="1"/>
          <p:nvPr/>
        </p:nvSpPr>
        <p:spPr>
          <a:xfrm>
            <a:off x="3520552" y="3290511"/>
            <a:ext cx="924031" cy="460375"/>
          </a:xfrm>
          <a:prstGeom prst="rect">
            <a:avLst/>
          </a:prstGeom>
          <a:solidFill>
            <a:srgbClr val="48423C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400"/>
              <a:t>build</a:t>
            </a:r>
            <a:endParaRPr lang="zh-CN" altLang="en-US" sz="2400"/>
          </a:p>
        </p:txBody>
      </p:sp>
      <p:sp>
        <p:nvSpPr>
          <p:cNvPr id="13" name="文本框 12" title=""/>
          <p:cNvSpPr txBox="1"/>
          <p:nvPr/>
        </p:nvSpPr>
        <p:spPr>
          <a:xfrm>
            <a:off x="3676700" y="5675756"/>
            <a:ext cx="1710164" cy="460375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400"/>
              <a:t>eyes </a:t>
            </a:r>
            <a:endParaRPr lang="zh-CN" altLang="en-US" sz="2400"/>
          </a:p>
        </p:txBody>
      </p:sp>
      <p:sp>
        <p:nvSpPr>
          <p:cNvPr id="14" name="文本框 13" title=""/>
          <p:cNvSpPr txBox="1"/>
          <p:nvPr/>
        </p:nvSpPr>
        <p:spPr>
          <a:xfrm>
            <a:off x="4444583" y="5672262"/>
            <a:ext cx="942282" cy="460375"/>
          </a:xfrm>
          <a:prstGeom prst="rect">
            <a:avLst/>
          </a:prstGeom>
          <a:solidFill>
            <a:srgbClr val="48423C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400"/>
              <a:t>face </a:t>
            </a:r>
            <a:endParaRPr lang="zh-CN" altLang="en-US" sz="2400"/>
          </a:p>
        </p:txBody>
      </p:sp>
      <p:sp>
        <p:nvSpPr>
          <p:cNvPr id="16" name="文本框 15" title=""/>
          <p:cNvSpPr txBox="1"/>
          <p:nvPr/>
        </p:nvSpPr>
        <p:spPr>
          <a:xfrm>
            <a:off x="5386863" y="5668768"/>
            <a:ext cx="2404197" cy="460375"/>
          </a:xfrm>
          <a:prstGeom prst="rect">
            <a:avLst/>
          </a:prstGeom>
          <a:solidFill>
            <a:srgbClr val="48423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400"/>
              <a:t>a special feature</a:t>
            </a:r>
            <a:endParaRPr lang="zh-CN" altLang="en-US" sz="2400"/>
          </a:p>
        </p:txBody>
      </p:sp>
      <p:sp>
        <p:nvSpPr>
          <p:cNvPr id="17" name="文本框 16" title=""/>
          <p:cNvSpPr txBox="1"/>
          <p:nvPr/>
        </p:nvSpPr>
        <p:spPr>
          <a:xfrm>
            <a:off x="4444583" y="3283523"/>
            <a:ext cx="2404197" cy="460375"/>
          </a:xfrm>
          <a:prstGeom prst="rect">
            <a:avLst/>
          </a:prstGeom>
          <a:solidFill>
            <a:srgbClr val="48423C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400"/>
              <a:t>a special feature</a:t>
            </a:r>
            <a:endParaRPr lang="zh-CN" altLang="en-US" sz="2400"/>
          </a:p>
        </p:txBody>
      </p:sp>
      <p:sp>
        <p:nvSpPr>
          <p:cNvPr id="2" name="文本框 1" title=""/>
          <p:cNvSpPr txBox="1"/>
          <p:nvPr/>
        </p:nvSpPr>
        <p:spPr>
          <a:xfrm>
            <a:off x="2807970" y="1979295"/>
            <a:ext cx="4514850" cy="368300"/>
          </a:xfrm>
          <a:prstGeom prst="rect">
            <a:avLst/>
          </a:prstGeom>
          <a:solidFill>
            <a:schemeClr val="accent5">
              <a:lumMod val="75000"/>
              <a:alpha val="29000"/>
            </a:schemeClr>
          </a:solidFill>
          <a:ln>
            <a:solidFill>
              <a:schemeClr val="accent6">
                <a:alpha val="39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11" name="文本框 10" title=""/>
          <p:cNvSpPr txBox="1"/>
          <p:nvPr/>
        </p:nvSpPr>
        <p:spPr>
          <a:xfrm>
            <a:off x="5163820" y="1325245"/>
            <a:ext cx="3201035" cy="368300"/>
          </a:xfrm>
          <a:prstGeom prst="rect">
            <a:avLst/>
          </a:prstGeom>
          <a:solidFill>
            <a:schemeClr val="accent5">
              <a:lumMod val="75000"/>
              <a:alpha val="29000"/>
            </a:schemeClr>
          </a:solidFill>
          <a:ln>
            <a:solidFill>
              <a:schemeClr val="accent6">
                <a:alpha val="39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20" name="标题 19" title=""/>
          <p:cNvSpPr>
            <a:spLocks noGrp="1"/>
          </p:cNvSpPr>
          <p:nvPr>
            <p:ph type="title"/>
          </p:nvPr>
        </p:nvSpPr>
        <p:spPr>
          <a:xfrm>
            <a:off x="273050" y="-118110"/>
            <a:ext cx="11771630" cy="1325880"/>
          </a:xfrm>
        </p:spPr>
        <p:txBody>
          <a:bodyPr/>
          <a:lstStyle/>
          <a:p>
            <a:r>
              <a:rPr lang="en-US" altLang="zh-CN" b="1">
                <a:solidFill>
                  <a:srgbClr val="B8222F"/>
                </a:solidFill>
              </a:rPr>
              <a:t>2. Which aspects of appearance are talked about? </a:t>
            </a:r>
            <a:endParaRPr lang="en-US" altLang="zh-CN" b="1">
              <a:solidFill>
                <a:srgbClr val="B8222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内容占位符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7. She wore a brown sailor hat, and beneath the hat were two braids of very red hair, which ran almost all the way down her back. </a:t>
            </a:r>
            <a:endParaRPr lang="en-US" altLang="zh-CN"/>
          </a:p>
          <a:p>
            <a:r>
              <a:rPr lang="en-US" altLang="zh-CN"/>
              <a:t>-</a:t>
            </a:r>
            <a:r>
              <a:rPr lang="en-US" altLang="zh-CN" i="1">
                <a:solidFill>
                  <a:srgbClr val="481E0D"/>
                </a:solidFill>
              </a:rPr>
              <a:t>Anne of Green Gables</a:t>
            </a:r>
            <a:r>
              <a:rPr lang="en-US" altLang="zh-CN" i="1"/>
              <a:t> </a:t>
            </a:r>
            <a:endParaRPr lang="en-US" altLang="zh-CN" i="1"/>
          </a:p>
        </p:txBody>
      </p:sp>
      <p:pic>
        <p:nvPicPr>
          <p:cNvPr id="4" name="图片 3" title="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b="98000" l="10000" r="99500" t="2750">
                        <a14:foregroundMark x1="60000" x2="64500" y1="84250" y2="69750"/>
                        <a14:foregroundMark x1="71000" x2="64500" y1="66250" y2="76500"/>
                        <a14:foregroundMark x1="46000" x2="53000" y1="8250" y2="9000"/>
                        <a14:foregroundMark x1="44250" x2="58000" y1="94250" y2="96500"/>
                        <a14:foregroundMark x1="64000" x2="67000" y1="83500" y2="72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9313" y="2585373"/>
            <a:ext cx="4138127" cy="4138127"/>
          </a:xfrm>
          <a:prstGeom prst="rect">
            <a:avLst/>
          </a:prstGeom>
        </p:spPr>
      </p:pic>
      <p:sp>
        <p:nvSpPr>
          <p:cNvPr id="5" name="文本框 4" title=""/>
          <p:cNvSpPr txBox="1"/>
          <p:nvPr/>
        </p:nvSpPr>
        <p:spPr>
          <a:xfrm>
            <a:off x="1088463" y="3408417"/>
            <a:ext cx="1710164" cy="461665"/>
          </a:xfrm>
          <a:prstGeom prst="rect">
            <a:avLst/>
          </a:prstGeom>
          <a:solidFill>
            <a:srgbClr val="AC7C3A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400"/>
              <a:t>hat </a:t>
            </a:r>
            <a:endParaRPr lang="zh-CN" altLang="en-US" sz="2400"/>
          </a:p>
        </p:txBody>
      </p:sp>
      <p:sp>
        <p:nvSpPr>
          <p:cNvPr id="6" name="文本框 5" title=""/>
          <p:cNvSpPr txBox="1"/>
          <p:nvPr/>
        </p:nvSpPr>
        <p:spPr>
          <a:xfrm>
            <a:off x="1856346" y="3404923"/>
            <a:ext cx="1372046" cy="461665"/>
          </a:xfrm>
          <a:prstGeom prst="rect">
            <a:avLst/>
          </a:prstGeom>
          <a:solidFill>
            <a:srgbClr val="816D47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400"/>
              <a:t>braids</a:t>
            </a:r>
            <a:endParaRPr lang="zh-CN" altLang="en-US" sz="2400"/>
          </a:p>
        </p:txBody>
      </p:sp>
      <p:sp>
        <p:nvSpPr>
          <p:cNvPr id="7" name="文本框 6" title=""/>
          <p:cNvSpPr txBox="1"/>
          <p:nvPr/>
        </p:nvSpPr>
        <p:spPr>
          <a:xfrm>
            <a:off x="2798648" y="3404607"/>
            <a:ext cx="1558217" cy="461665"/>
          </a:xfrm>
          <a:prstGeom prst="rect">
            <a:avLst/>
          </a:prstGeom>
          <a:solidFill>
            <a:srgbClr val="4E241A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400"/>
              <a:t>red hair</a:t>
            </a:r>
            <a:endParaRPr lang="zh-CN" altLang="en-US" sz="2400"/>
          </a:p>
        </p:txBody>
      </p:sp>
      <p:sp>
        <p:nvSpPr>
          <p:cNvPr id="8" name="文本框 7" title=""/>
          <p:cNvSpPr txBox="1"/>
          <p:nvPr/>
        </p:nvSpPr>
        <p:spPr>
          <a:xfrm>
            <a:off x="4173883" y="3400481"/>
            <a:ext cx="2404197" cy="461665"/>
          </a:xfrm>
          <a:prstGeom prst="rect">
            <a:avLst/>
          </a:prstGeom>
          <a:solidFill>
            <a:srgbClr val="4E241A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400"/>
              <a:t>A special feature</a:t>
            </a:r>
            <a:endParaRPr lang="zh-CN" altLang="en-US" sz="2400"/>
          </a:p>
        </p:txBody>
      </p:sp>
      <p:sp>
        <p:nvSpPr>
          <p:cNvPr id="2" name="文本框 1" title=""/>
          <p:cNvSpPr txBox="1"/>
          <p:nvPr/>
        </p:nvSpPr>
        <p:spPr>
          <a:xfrm>
            <a:off x="2774950" y="1837055"/>
            <a:ext cx="2779395" cy="368300"/>
          </a:xfrm>
          <a:prstGeom prst="rect">
            <a:avLst/>
          </a:prstGeom>
          <a:solidFill>
            <a:schemeClr val="accent5">
              <a:lumMod val="75000"/>
              <a:alpha val="29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10" name="文本框 9" title=""/>
          <p:cNvSpPr txBox="1"/>
          <p:nvPr/>
        </p:nvSpPr>
        <p:spPr>
          <a:xfrm>
            <a:off x="815340" y="2216785"/>
            <a:ext cx="3413760" cy="368300"/>
          </a:xfrm>
          <a:prstGeom prst="rect">
            <a:avLst/>
          </a:prstGeom>
          <a:solidFill>
            <a:schemeClr val="accent5">
              <a:lumMod val="75000"/>
              <a:alpha val="29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20" name="标题 19" title=""/>
          <p:cNvSpPr>
            <a:spLocks noGrp="1"/>
          </p:cNvSpPr>
          <p:nvPr>
            <p:ph type="title"/>
          </p:nvPr>
        </p:nvSpPr>
        <p:spPr>
          <a:xfrm>
            <a:off x="273050" y="-118110"/>
            <a:ext cx="11771630" cy="1325880"/>
          </a:xfrm>
        </p:spPr>
        <p:txBody>
          <a:bodyPr/>
          <a:lstStyle/>
          <a:p>
            <a:r>
              <a:rPr lang="en-US" altLang="zh-CN" b="1">
                <a:solidFill>
                  <a:srgbClr val="B8222F"/>
                </a:solidFill>
              </a:rPr>
              <a:t>2. Which aspects of appearance are talked about? </a:t>
            </a:r>
            <a:endParaRPr lang="en-US" altLang="zh-CN" b="1">
              <a:solidFill>
                <a:srgbClr val="B8222F"/>
              </a:solidFill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633200" y="12357100"/>
            <a:ext cx="0" cy="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>
          <a:xfrm>
            <a:off x="1045845" y="0"/>
            <a:ext cx="3922395" cy="1325880"/>
          </a:xfrm>
        </p:spPr>
        <p:txBody>
          <a:bodyPr/>
          <a:lstStyle/>
          <a:p>
            <a:pPr algn="ctr"/>
            <a:r>
              <a:rPr lang="en-US" altLang="zh-CN">
                <a:latin typeface="Book Antiqua" panose="02040602050305030304" pitchFamily="18" charset="0"/>
                <a:cs typeface="Book Antiqua" panose="02040602050305030304" pitchFamily="18" charset="0"/>
              </a:rPr>
              <a:t>Appearance </a:t>
            </a:r>
            <a:endParaRPr lang="en-US" altLang="zh-CN">
              <a:latin typeface="Book Antiqua" panose="02040602050305030304" pitchFamily="18" charset="0"/>
              <a:cs typeface="Book Antiqua" panose="02040602050305030304" pitchFamily="18" charset="0"/>
            </a:endParaRPr>
          </a:p>
        </p:txBody>
      </p:sp>
      <p:sp>
        <p:nvSpPr>
          <p:cNvPr id="13" name="圆角矩形 12" title=""/>
          <p:cNvSpPr/>
          <p:nvPr>
            <p:custDataLst>
              <p:tags r:id="rId2"/>
            </p:custDataLst>
          </p:nvPr>
        </p:nvSpPr>
        <p:spPr>
          <a:xfrm rot="21439216">
            <a:off x="4550671" y="4156721"/>
            <a:ext cx="990174" cy="1002153"/>
          </a:xfrm>
          <a:prstGeom prst="roundRect">
            <a:avLst>
              <a:gd name="adj" fmla="val 18567"/>
            </a:avLst>
          </a:prstGeom>
          <a:solidFill>
            <a:srgbClr val="9BBB59"/>
          </a:solidFill>
          <a:ln>
            <a:solidFill>
              <a:srgbClr val="9BBB59">
                <a:lumMod val="75000"/>
              </a:srgbClr>
            </a:solidFill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 fontScale="87500" lnSpcReduction="100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4800">
                <a:solidFill>
                  <a:sysClr val="window" lastClr="FFFFFF"/>
                </a:solidFill>
                <a:latin typeface="Arial" panose="020b0604020202020204" pitchFamily="34" charset="0"/>
                <a:ea typeface="微软雅黑"/>
                <a:sym typeface="Arial" panose="020b0604020202020204" pitchFamily="34" charset="0"/>
              </a:rPr>
              <a:t>2</a:t>
            </a:r>
            <a:endParaRPr lang="zh-CN" altLang="en-US" sz="4800">
              <a:solidFill>
                <a:sysClr val="window" lastClr="FFFFFF"/>
              </a:solidFill>
              <a:latin typeface="Arial" panose="020b0604020202020204" pitchFamily="34" charset="0"/>
              <a:ea typeface="微软雅黑"/>
              <a:sym typeface="Arial" panose="020b0604020202020204" pitchFamily="34" charset="0"/>
            </a:endParaRPr>
          </a:p>
        </p:txBody>
      </p:sp>
      <p:cxnSp>
        <p:nvCxnSpPr>
          <p:cNvPr id="18" name="直接箭头连接符 17" title=""/>
          <p:cNvCxnSpPr/>
          <p:nvPr>
            <p:custDataLst>
              <p:tags r:id="rId3"/>
            </p:custDataLst>
          </p:nvPr>
        </p:nvCxnSpPr>
        <p:spPr>
          <a:xfrm>
            <a:off x="5563731" y="4568377"/>
            <a:ext cx="1190485" cy="0"/>
          </a:xfrm>
          <a:prstGeom prst="straightConnector1">
            <a:avLst/>
          </a:prstGeom>
          <a:ln>
            <a:solidFill>
              <a:sysClr val="window" lastClr="FFFFFF">
                <a:lumMod val="75000"/>
              </a:sysClr>
            </a:solidFill>
            <a:tailEnd type="triangle"/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19" name="标题 1" title=""/>
          <p:cNvSpPr txBox="1"/>
          <p:nvPr>
            <p:custDataLst>
              <p:tags r:id="rId4"/>
            </p:custDataLst>
          </p:nvPr>
        </p:nvSpPr>
        <p:spPr>
          <a:xfrm>
            <a:off x="6839067" y="4339538"/>
            <a:ext cx="4068862" cy="474760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/>
            </a:lvl1pPr>
          </a:lstStyle>
          <a:p>
            <a:pPr>
              <a:lnSpc>
                <a:spcPct val="120000"/>
              </a:lnSpc>
            </a:pPr>
            <a:r>
              <a:rPr lang="en-US" altLang="zh-CN" sz="3200" b="1" spc="300">
                <a:solidFill>
                  <a:srgbClr val="9BBB59"/>
                </a:solidFill>
                <a:latin typeface="Arial" panose="020b0604020202020204" pitchFamily="34" charset="0"/>
                <a:ea typeface="微软雅黑"/>
                <a:cs typeface="+mn-ea"/>
                <a:sym typeface="Arial" panose="020b0604020202020204" pitchFamily="34" charset="0"/>
              </a:rPr>
              <a:t>age</a:t>
            </a:r>
            <a:endParaRPr lang="en-US" altLang="zh-CN" sz="3200" b="1" spc="300">
              <a:solidFill>
                <a:srgbClr val="9BBB59"/>
              </a:solidFill>
              <a:latin typeface="Arial" panose="020b0604020202020204" pitchFamily="34" charset="0"/>
              <a:ea typeface="微软雅黑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圆角矩形 11" title=""/>
          <p:cNvSpPr/>
          <p:nvPr>
            <p:custDataLst>
              <p:tags r:id="rId5"/>
            </p:custDataLst>
          </p:nvPr>
        </p:nvSpPr>
        <p:spPr>
          <a:xfrm rot="21439216">
            <a:off x="4781271" y="3175504"/>
            <a:ext cx="990175" cy="1002152"/>
          </a:xfrm>
          <a:prstGeom prst="roundRect">
            <a:avLst>
              <a:gd name="adj" fmla="val 18567"/>
            </a:avLst>
          </a:prstGeom>
          <a:solidFill>
            <a:srgbClr val="69A35B"/>
          </a:solidFill>
          <a:ln>
            <a:solidFill>
              <a:srgbClr val="69A35B">
                <a:lumMod val="75000"/>
              </a:srgbClr>
            </a:solidFill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 fontScale="87500" lnSpcReduction="100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4800">
                <a:solidFill>
                  <a:sysClr val="window" lastClr="FFFFFF"/>
                </a:solidFill>
                <a:latin typeface="Arial" panose="020b0604020202020204" pitchFamily="34" charset="0"/>
                <a:ea typeface="微软雅黑"/>
                <a:sym typeface="Arial" panose="020b0604020202020204" pitchFamily="34" charset="0"/>
              </a:rPr>
              <a:t>3</a:t>
            </a:r>
            <a:endParaRPr lang="zh-CN" altLang="en-US" sz="4800">
              <a:solidFill>
                <a:sysClr val="window" lastClr="FFFFFF"/>
              </a:solidFill>
              <a:latin typeface="Arial" panose="020b0604020202020204" pitchFamily="34" charset="0"/>
              <a:ea typeface="微软雅黑"/>
              <a:sym typeface="Arial" panose="020b0604020202020204" pitchFamily="34" charset="0"/>
            </a:endParaRPr>
          </a:p>
        </p:txBody>
      </p:sp>
      <p:cxnSp>
        <p:nvCxnSpPr>
          <p:cNvPr id="21" name="直接箭头连接符 20" title=""/>
          <p:cNvCxnSpPr/>
          <p:nvPr>
            <p:custDataLst>
              <p:tags r:id="rId6"/>
            </p:custDataLst>
          </p:nvPr>
        </p:nvCxnSpPr>
        <p:spPr>
          <a:xfrm>
            <a:off x="5769920" y="3527390"/>
            <a:ext cx="1190485" cy="0"/>
          </a:xfrm>
          <a:prstGeom prst="straightConnector1">
            <a:avLst/>
          </a:prstGeom>
          <a:ln>
            <a:solidFill>
              <a:sysClr val="window" lastClr="FFFFFF">
                <a:lumMod val="75000"/>
              </a:sysClr>
            </a:solidFill>
            <a:tailEnd type="triangle"/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22" name="标题 1" title=""/>
          <p:cNvSpPr txBox="1"/>
          <p:nvPr>
            <p:custDataLst>
              <p:tags r:id="rId7"/>
            </p:custDataLst>
          </p:nvPr>
        </p:nvSpPr>
        <p:spPr>
          <a:xfrm>
            <a:off x="7045254" y="3298548"/>
            <a:ext cx="4068862" cy="474760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/>
            </a:lvl1pPr>
          </a:lstStyle>
          <a:p>
            <a:pPr>
              <a:lnSpc>
                <a:spcPct val="120000"/>
              </a:lnSpc>
            </a:pPr>
            <a:r>
              <a:rPr lang="en-US" altLang="zh-CN" sz="3200" b="1" spc="300">
                <a:solidFill>
                  <a:srgbClr val="69A35B"/>
                </a:solidFill>
                <a:latin typeface="Arial" panose="020b0604020202020204" pitchFamily="34" charset="0"/>
                <a:ea typeface="微软雅黑"/>
                <a:cs typeface="+mn-ea"/>
                <a:sym typeface="Arial" panose="020b0604020202020204" pitchFamily="34" charset="0"/>
              </a:rPr>
              <a:t>hair</a:t>
            </a:r>
            <a:endParaRPr lang="en-US" altLang="zh-CN" sz="3200" b="1" spc="300">
              <a:solidFill>
                <a:srgbClr val="69A35B"/>
              </a:solidFill>
              <a:latin typeface="Arial" panose="020b0604020202020204" pitchFamily="34" charset="0"/>
              <a:ea typeface="微软雅黑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圆角矩形 10" title=""/>
          <p:cNvSpPr/>
          <p:nvPr>
            <p:custDataLst>
              <p:tags r:id="rId8"/>
            </p:custDataLst>
          </p:nvPr>
        </p:nvSpPr>
        <p:spPr>
          <a:xfrm rot="21439216">
            <a:off x="4419602" y="2203640"/>
            <a:ext cx="990174" cy="1002153"/>
          </a:xfrm>
          <a:prstGeom prst="roundRect">
            <a:avLst>
              <a:gd name="adj" fmla="val 18567"/>
            </a:avLst>
          </a:prstGeom>
          <a:solidFill>
            <a:srgbClr val="1AA3AA"/>
          </a:solidFill>
          <a:ln>
            <a:solidFill>
              <a:srgbClr val="1AA3AA">
                <a:lumMod val="75000"/>
              </a:srgbClr>
            </a:solidFill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 fontScale="87500" lnSpcReduction="100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4800">
                <a:solidFill>
                  <a:sysClr val="window" lastClr="FFFFFF"/>
                </a:solidFill>
                <a:latin typeface="Arial" panose="020b0604020202020204" pitchFamily="34" charset="0"/>
                <a:ea typeface="微软雅黑"/>
                <a:sym typeface="Arial" panose="020b0604020202020204" pitchFamily="34" charset="0"/>
              </a:rPr>
              <a:t>4</a:t>
            </a:r>
            <a:endParaRPr lang="zh-CN" altLang="en-US" sz="4800">
              <a:solidFill>
                <a:sysClr val="window" lastClr="FFFFFF"/>
              </a:solidFill>
              <a:latin typeface="Arial" panose="020b0604020202020204" pitchFamily="34" charset="0"/>
              <a:ea typeface="微软雅黑"/>
              <a:sym typeface="Arial" panose="020b0604020202020204" pitchFamily="34" charset="0"/>
            </a:endParaRPr>
          </a:p>
        </p:txBody>
      </p:sp>
      <p:cxnSp>
        <p:nvCxnSpPr>
          <p:cNvPr id="24" name="直接箭头连接符 23" title=""/>
          <p:cNvCxnSpPr/>
          <p:nvPr>
            <p:custDataLst>
              <p:tags r:id="rId9"/>
            </p:custDataLst>
          </p:nvPr>
        </p:nvCxnSpPr>
        <p:spPr>
          <a:xfrm>
            <a:off x="5400177" y="2451741"/>
            <a:ext cx="1190485" cy="0"/>
          </a:xfrm>
          <a:prstGeom prst="straightConnector1">
            <a:avLst/>
          </a:prstGeom>
          <a:ln>
            <a:solidFill>
              <a:sysClr val="window" lastClr="FFFFFF">
                <a:lumMod val="75000"/>
              </a:sysClr>
            </a:solidFill>
            <a:tailEnd type="triangle"/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25" name="标题 1" title=""/>
          <p:cNvSpPr txBox="1"/>
          <p:nvPr>
            <p:custDataLst>
              <p:tags r:id="rId10"/>
            </p:custDataLst>
          </p:nvPr>
        </p:nvSpPr>
        <p:spPr>
          <a:xfrm>
            <a:off x="6675510" y="2222898"/>
            <a:ext cx="4076009" cy="474760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/>
            </a:lvl1pPr>
          </a:lstStyle>
          <a:p>
            <a:pPr>
              <a:lnSpc>
                <a:spcPct val="120000"/>
              </a:lnSpc>
            </a:pPr>
            <a:r>
              <a:rPr lang="en-US" altLang="zh-CN" sz="3200" b="1" spc="300">
                <a:solidFill>
                  <a:srgbClr val="1AA3AA"/>
                </a:solidFill>
                <a:latin typeface="Arial" panose="020b0604020202020204" pitchFamily="34" charset="0"/>
                <a:ea typeface="微软雅黑"/>
                <a:cs typeface="+mn-ea"/>
                <a:sym typeface="Arial" panose="020b0604020202020204" pitchFamily="34" charset="0"/>
              </a:rPr>
              <a:t>face</a:t>
            </a:r>
            <a:endParaRPr lang="en-US" altLang="zh-CN" sz="3200" b="1" spc="300">
              <a:solidFill>
                <a:srgbClr val="1AA3AA"/>
              </a:solidFill>
              <a:latin typeface="Arial" panose="020b0604020202020204" pitchFamily="34" charset="0"/>
              <a:ea typeface="微软雅黑"/>
              <a:cs typeface="+mn-ea"/>
              <a:sym typeface="Arial" panose="020b0604020202020204" pitchFamily="34" charset="0"/>
            </a:endParaRPr>
          </a:p>
        </p:txBody>
      </p:sp>
      <p:sp>
        <p:nvSpPr>
          <p:cNvPr id="26" name="标题 1" title=""/>
          <p:cNvSpPr txBox="1"/>
          <p:nvPr>
            <p:custDataLst>
              <p:tags r:id="rId11"/>
            </p:custDataLst>
          </p:nvPr>
        </p:nvSpPr>
        <p:spPr>
          <a:xfrm>
            <a:off x="6085840" y="2726055"/>
            <a:ext cx="5353685" cy="427990"/>
          </a:xfrm>
          <a:prstGeom prst="rect">
            <a:avLst/>
          </a:prstGeom>
          <a:noFill/>
        </p:spPr>
        <p:txBody>
          <a:bodyPr wrap="square" lIns="90000" tIns="0" rIns="90000" bIns="46800" rtlCol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/>
            </a:lvl1pPr>
          </a:lstStyle>
          <a:p>
            <a:pPr>
              <a:lnSpc>
                <a:spcPct val="120000"/>
              </a:lnSpc>
            </a:pPr>
            <a:r>
              <a:rPr lang="en-US" altLang="zh-CN" sz="2400" spc="150">
                <a:latin typeface="Arial" panose="020b0604020202020204" pitchFamily="34" charset="0"/>
                <a:ea typeface="微软雅黑"/>
                <a:sym typeface="Arial" panose="020b0604020202020204" pitchFamily="34" charset="0"/>
              </a:rPr>
              <a:t>cheek/eyebrow/eye/skin colour...</a:t>
            </a:r>
            <a:endParaRPr lang="en-US" altLang="zh-CN" sz="2400" spc="150">
              <a:latin typeface="Arial" panose="020b0604020202020204" pitchFamily="34" charset="0"/>
              <a:ea typeface="微软雅黑"/>
              <a:sym typeface="Arial" panose="020b0604020202020204" pitchFamily="34" charset="0"/>
            </a:endParaRPr>
          </a:p>
        </p:txBody>
      </p:sp>
      <p:sp>
        <p:nvSpPr>
          <p:cNvPr id="10" name="圆角矩形 9" title=""/>
          <p:cNvSpPr/>
          <p:nvPr>
            <p:custDataLst>
              <p:tags r:id="rId12"/>
            </p:custDataLst>
          </p:nvPr>
        </p:nvSpPr>
        <p:spPr>
          <a:xfrm rot="21116664">
            <a:off x="4092014" y="1218554"/>
            <a:ext cx="990174" cy="1002153"/>
          </a:xfrm>
          <a:prstGeom prst="roundRect">
            <a:avLst>
              <a:gd name="adj" fmla="val 18567"/>
            </a:avLst>
          </a:prstGeom>
          <a:solidFill>
            <a:srgbClr val="3498DB"/>
          </a:solidFill>
          <a:ln>
            <a:solidFill>
              <a:srgbClr val="3498DB">
                <a:lumMod val="75000"/>
              </a:srgbClr>
            </a:solidFill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 fontScale="87500" lnSpcReduction="100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4800">
                <a:solidFill>
                  <a:sysClr val="window" lastClr="FFFFFF"/>
                </a:solidFill>
                <a:latin typeface="Arial" panose="020b0604020202020204" pitchFamily="34" charset="0"/>
                <a:ea typeface="微软雅黑"/>
                <a:sym typeface="Arial" panose="020b0604020202020204" pitchFamily="34" charset="0"/>
              </a:rPr>
              <a:t>5</a:t>
            </a:r>
            <a:endParaRPr lang="zh-CN" altLang="en-US" sz="4800">
              <a:solidFill>
                <a:sysClr val="window" lastClr="FFFFFF"/>
              </a:solidFill>
              <a:latin typeface="Arial" panose="020b0604020202020204" pitchFamily="34" charset="0"/>
              <a:ea typeface="微软雅黑"/>
              <a:sym typeface="Arial" panose="020b0604020202020204" pitchFamily="34" charset="0"/>
            </a:endParaRPr>
          </a:p>
        </p:txBody>
      </p:sp>
      <p:cxnSp>
        <p:nvCxnSpPr>
          <p:cNvPr id="27" name="直接箭头连接符 26" title=""/>
          <p:cNvCxnSpPr/>
          <p:nvPr>
            <p:custDataLst>
              <p:tags r:id="rId13"/>
            </p:custDataLst>
          </p:nvPr>
        </p:nvCxnSpPr>
        <p:spPr>
          <a:xfrm>
            <a:off x="5040162" y="1417402"/>
            <a:ext cx="1190485" cy="0"/>
          </a:xfrm>
          <a:prstGeom prst="straightConnector1">
            <a:avLst/>
          </a:prstGeom>
          <a:ln>
            <a:solidFill>
              <a:sysClr val="window" lastClr="FFFFFF">
                <a:lumMod val="75000"/>
              </a:sysClr>
            </a:solidFill>
            <a:tailEnd type="triangle"/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28" name="标题 1" title=""/>
          <p:cNvSpPr txBox="1"/>
          <p:nvPr>
            <p:custDataLst>
              <p:tags r:id="rId14"/>
            </p:custDataLst>
          </p:nvPr>
        </p:nvSpPr>
        <p:spPr>
          <a:xfrm>
            <a:off x="6315496" y="1188560"/>
            <a:ext cx="4083167" cy="474760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/>
            </a:lvl1pPr>
          </a:lstStyle>
          <a:p>
            <a:pPr>
              <a:lnSpc>
                <a:spcPct val="120000"/>
              </a:lnSpc>
            </a:pPr>
            <a:r>
              <a:rPr lang="en-US" altLang="zh-CN" sz="3200" b="1" spc="300">
                <a:solidFill>
                  <a:srgbClr val="3498DB"/>
                </a:solidFill>
                <a:latin typeface="Arial" panose="020b0604020202020204" pitchFamily="34" charset="0"/>
                <a:ea typeface="微软雅黑"/>
                <a:cs typeface="+mn-ea"/>
                <a:sym typeface="Arial" panose="020b0604020202020204" pitchFamily="34" charset="0"/>
              </a:rPr>
              <a:t>other features</a:t>
            </a:r>
            <a:endParaRPr lang="en-US" altLang="zh-CN" sz="3200" b="1" spc="300">
              <a:solidFill>
                <a:srgbClr val="3498DB"/>
              </a:solidFill>
              <a:latin typeface="Arial" panose="020b0604020202020204" pitchFamily="34" charset="0"/>
              <a:ea typeface="微软雅黑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标题 1" title=""/>
          <p:cNvSpPr txBox="1"/>
          <p:nvPr>
            <p:custDataLst>
              <p:tags r:id="rId15"/>
            </p:custDataLst>
          </p:nvPr>
        </p:nvSpPr>
        <p:spPr>
          <a:xfrm>
            <a:off x="6423135" y="3773862"/>
            <a:ext cx="4076008" cy="427770"/>
          </a:xfrm>
          <a:prstGeom prst="rect">
            <a:avLst/>
          </a:prstGeom>
          <a:noFill/>
        </p:spPr>
        <p:txBody>
          <a:bodyPr wrap="square" lIns="90000" tIns="0" rIns="90000" bIns="46800" rtlCol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/>
            </a:lvl1pPr>
          </a:lstStyle>
          <a:p>
            <a:pPr>
              <a:lnSpc>
                <a:spcPct val="120000"/>
              </a:lnSpc>
            </a:pPr>
            <a:r>
              <a:rPr lang="en-US" altLang="zh-CN" sz="2400" spc="150">
                <a:latin typeface="Arial" panose="020b0604020202020204" pitchFamily="34" charset="0"/>
                <a:ea typeface="微软雅黑"/>
                <a:sym typeface="Arial" panose="020b0604020202020204" pitchFamily="34" charset="0"/>
              </a:rPr>
              <a:t>colour/style/hat</a:t>
            </a:r>
            <a:endParaRPr lang="en-US" altLang="zh-CN" sz="2400" spc="150">
              <a:latin typeface="Arial" panose="020b0604020202020204" pitchFamily="34" charset="0"/>
              <a:ea typeface="微软雅黑"/>
              <a:sym typeface="Arial" panose="020b0604020202020204" pitchFamily="34" charset="0"/>
            </a:endParaRPr>
          </a:p>
        </p:txBody>
      </p:sp>
      <p:sp>
        <p:nvSpPr>
          <p:cNvPr id="4" name="圆角矩形 3" title=""/>
          <p:cNvSpPr/>
          <p:nvPr>
            <p:custDataLst>
              <p:tags r:id="rId16"/>
            </p:custDataLst>
          </p:nvPr>
        </p:nvSpPr>
        <p:spPr>
          <a:xfrm>
            <a:off x="2199895" y="2510324"/>
            <a:ext cx="920736" cy="1783927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/>
              <a:sym typeface="Arial" panose="020b0604020202020204" pitchFamily="34" charset="0"/>
            </a:endParaRPr>
          </a:p>
        </p:txBody>
      </p:sp>
      <p:sp>
        <p:nvSpPr>
          <p:cNvPr id="5" name="圆角矩形 4" title=""/>
          <p:cNvSpPr/>
          <p:nvPr>
            <p:custDataLst>
              <p:tags r:id="rId17"/>
            </p:custDataLst>
          </p:nvPr>
        </p:nvSpPr>
        <p:spPr>
          <a:xfrm>
            <a:off x="2210237" y="4164313"/>
            <a:ext cx="402829" cy="2022039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 baseline="-25000">
              <a:latin typeface="Arial" panose="020b0604020202020204" pitchFamily="34" charset="0"/>
              <a:ea typeface="微软雅黑"/>
              <a:sym typeface="Arial" panose="020b0604020202020204" pitchFamily="34" charset="0"/>
            </a:endParaRPr>
          </a:p>
        </p:txBody>
      </p:sp>
      <p:sp>
        <p:nvSpPr>
          <p:cNvPr id="6" name="圆角矩形 5" title=""/>
          <p:cNvSpPr/>
          <p:nvPr>
            <p:custDataLst>
              <p:tags r:id="rId18"/>
            </p:custDataLst>
          </p:nvPr>
        </p:nvSpPr>
        <p:spPr>
          <a:xfrm rot="20318280">
            <a:off x="2805741" y="4131742"/>
            <a:ext cx="402829" cy="607239"/>
          </a:xfrm>
          <a:prstGeom prst="roundRect">
            <a:avLst>
              <a:gd name="adj" fmla="val 29625"/>
            </a:avLst>
          </a:prstGeom>
          <a:solidFill>
            <a:sysClr val="window" lastClr="FFFFFF">
              <a:lumMod val="85000"/>
            </a:sys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 baseline="-25000">
              <a:latin typeface="Arial" panose="020b0604020202020204" pitchFamily="34" charset="0"/>
              <a:ea typeface="微软雅黑"/>
              <a:sym typeface="Arial" panose="020b0604020202020204" pitchFamily="34" charset="0"/>
            </a:endParaRPr>
          </a:p>
        </p:txBody>
      </p:sp>
      <p:sp>
        <p:nvSpPr>
          <p:cNvPr id="7" name="圆角矩形 6" title=""/>
          <p:cNvSpPr/>
          <p:nvPr>
            <p:custDataLst>
              <p:tags r:id="rId19"/>
            </p:custDataLst>
          </p:nvPr>
        </p:nvSpPr>
        <p:spPr>
          <a:xfrm>
            <a:off x="2872752" y="4507994"/>
            <a:ext cx="413111" cy="1662626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 baseline="-25000">
              <a:latin typeface="Arial" panose="020b0604020202020204" pitchFamily="34" charset="0"/>
              <a:ea typeface="微软雅黑"/>
              <a:sym typeface="Arial" panose="020b0604020202020204" pitchFamily="34" charset="0"/>
            </a:endParaRPr>
          </a:p>
        </p:txBody>
      </p:sp>
      <p:sp>
        <p:nvSpPr>
          <p:cNvPr id="8" name="圆角矩形 7" title=""/>
          <p:cNvSpPr/>
          <p:nvPr>
            <p:custDataLst>
              <p:tags r:id="rId20"/>
            </p:custDataLst>
          </p:nvPr>
        </p:nvSpPr>
        <p:spPr>
          <a:xfrm rot="3224468">
            <a:off x="3125698" y="1358138"/>
            <a:ext cx="366834" cy="1743719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 baseline="-25000">
              <a:latin typeface="Arial" panose="020b0604020202020204" pitchFamily="34" charset="0"/>
              <a:ea typeface="微软雅黑"/>
              <a:sym typeface="Arial" panose="020b0604020202020204" pitchFamily="34" charset="0"/>
            </a:endParaRPr>
          </a:p>
        </p:txBody>
      </p:sp>
      <p:sp>
        <p:nvSpPr>
          <p:cNvPr id="9" name="圆角矩形 8" title=""/>
          <p:cNvSpPr/>
          <p:nvPr>
            <p:custDataLst>
              <p:tags r:id="rId21"/>
            </p:custDataLst>
          </p:nvPr>
        </p:nvSpPr>
        <p:spPr>
          <a:xfrm rot="3531662">
            <a:off x="3508869" y="1571549"/>
            <a:ext cx="366940" cy="1743719"/>
          </a:xfrm>
          <a:prstGeom prst="roundRect">
            <a:avLst/>
          </a:prstGeom>
          <a:solidFill>
            <a:sysClr val="window" lastClr="FFFFFF">
              <a:lumMod val="85000"/>
            </a:sys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 baseline="-25000">
              <a:latin typeface="Arial" panose="020b0604020202020204" pitchFamily="34" charset="0"/>
              <a:ea typeface="微软雅黑"/>
              <a:sym typeface="Arial" panose="020b0604020202020204" pitchFamily="34" charset="0"/>
            </a:endParaRPr>
          </a:p>
        </p:txBody>
      </p:sp>
      <p:sp>
        <p:nvSpPr>
          <p:cNvPr id="14" name="椭圆 13" title=""/>
          <p:cNvSpPr/>
          <p:nvPr>
            <p:custDataLst>
              <p:tags r:id="rId22"/>
            </p:custDataLst>
          </p:nvPr>
        </p:nvSpPr>
        <p:spPr>
          <a:xfrm>
            <a:off x="2203417" y="1432974"/>
            <a:ext cx="1032304" cy="10323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/>
              <a:sym typeface="Arial" panose="020b0604020202020204" pitchFamily="34" charset="0"/>
            </a:endParaRPr>
          </a:p>
        </p:txBody>
      </p:sp>
      <p:sp>
        <p:nvSpPr>
          <p:cNvPr id="35" name="圆角矩形 34" title=""/>
          <p:cNvSpPr/>
          <p:nvPr>
            <p:custDataLst>
              <p:tags r:id="rId23"/>
            </p:custDataLst>
          </p:nvPr>
        </p:nvSpPr>
        <p:spPr>
          <a:xfrm rot="21439216">
            <a:off x="4320073" y="5161599"/>
            <a:ext cx="990175" cy="1002152"/>
          </a:xfrm>
          <a:prstGeom prst="roundRect">
            <a:avLst>
              <a:gd name="adj" fmla="val 18567"/>
            </a:avLst>
          </a:prstGeom>
          <a:solidFill>
            <a:srgbClr val="FFC000"/>
          </a:solidFill>
          <a:ln>
            <a:solidFill>
              <a:srgbClr val="FFC000">
                <a:lumMod val="75000"/>
              </a:srgbClr>
            </a:solidFill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>
            <a:normAutofit fontScale="87500" lnSpcReduction="100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4800">
                <a:solidFill>
                  <a:sysClr val="window" lastClr="FFFFFF"/>
                </a:solidFill>
                <a:latin typeface="Arial" panose="020b0604020202020204" pitchFamily="34" charset="0"/>
                <a:ea typeface="微软雅黑"/>
                <a:sym typeface="Arial" panose="020b0604020202020204" pitchFamily="34" charset="0"/>
              </a:rPr>
              <a:t>1</a:t>
            </a:r>
            <a:endParaRPr lang="zh-CN" altLang="en-US" sz="4800">
              <a:solidFill>
                <a:sysClr val="window" lastClr="FFFFFF"/>
              </a:solidFill>
              <a:latin typeface="Arial" panose="020b0604020202020204" pitchFamily="34" charset="0"/>
              <a:ea typeface="微软雅黑"/>
              <a:sym typeface="Arial" panose="020b0604020202020204" pitchFamily="34" charset="0"/>
            </a:endParaRPr>
          </a:p>
        </p:txBody>
      </p:sp>
      <p:sp>
        <p:nvSpPr>
          <p:cNvPr id="36" name="标题 1" title=""/>
          <p:cNvSpPr txBox="1"/>
          <p:nvPr>
            <p:custDataLst>
              <p:tags r:id="rId24"/>
            </p:custDataLst>
          </p:nvPr>
        </p:nvSpPr>
        <p:spPr>
          <a:xfrm>
            <a:off x="6605247" y="5816709"/>
            <a:ext cx="4053136" cy="427770"/>
          </a:xfrm>
          <a:prstGeom prst="rect">
            <a:avLst/>
          </a:prstGeom>
          <a:noFill/>
        </p:spPr>
        <p:txBody>
          <a:bodyPr wrap="square" lIns="90000" tIns="0" rIns="90000" bIns="46800" rtlCol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/>
            </a:lvl1pPr>
          </a:lstStyle>
          <a:p>
            <a:pPr>
              <a:lnSpc>
                <a:spcPct val="120000"/>
              </a:lnSpc>
            </a:pPr>
            <a:r>
              <a:rPr lang="en-US" altLang="zh-CN" sz="2400" spc="150">
                <a:latin typeface="Arial" panose="020b0604020202020204" pitchFamily="34" charset="0"/>
                <a:ea typeface="微软雅黑"/>
                <a:sym typeface="Arial" panose="020b0604020202020204" pitchFamily="34" charset="0"/>
              </a:rPr>
              <a:t>build</a:t>
            </a:r>
            <a:endParaRPr lang="en-US" altLang="zh-CN" sz="2400" spc="150">
              <a:latin typeface="Arial" panose="020b0604020202020204" pitchFamily="34" charset="0"/>
              <a:ea typeface="微软雅黑"/>
              <a:sym typeface="Arial" panose="020b0604020202020204" pitchFamily="34" charset="0"/>
            </a:endParaRPr>
          </a:p>
        </p:txBody>
      </p:sp>
      <p:cxnSp>
        <p:nvCxnSpPr>
          <p:cNvPr id="37" name="直接箭头连接符 36" title=""/>
          <p:cNvCxnSpPr/>
          <p:nvPr>
            <p:custDataLst>
              <p:tags r:id="rId25"/>
            </p:custDataLst>
          </p:nvPr>
        </p:nvCxnSpPr>
        <p:spPr>
          <a:xfrm>
            <a:off x="5305403" y="5542966"/>
            <a:ext cx="1190485" cy="0"/>
          </a:xfrm>
          <a:prstGeom prst="straightConnector1">
            <a:avLst/>
          </a:prstGeom>
          <a:ln>
            <a:solidFill>
              <a:sysClr val="window" lastClr="FFFFFF">
                <a:lumMod val="75000"/>
              </a:sysClr>
            </a:solidFill>
            <a:tailEnd type="triangle"/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38" name="标题 1" title=""/>
          <p:cNvSpPr txBox="1"/>
          <p:nvPr>
            <p:custDataLst>
              <p:tags r:id="rId26"/>
            </p:custDataLst>
          </p:nvPr>
        </p:nvSpPr>
        <p:spPr>
          <a:xfrm>
            <a:off x="6580737" y="5314124"/>
            <a:ext cx="4068862" cy="474760"/>
          </a:xfrm>
          <a:prstGeom prst="rect">
            <a:avLst/>
          </a:prstGeom>
          <a:noFill/>
        </p:spPr>
        <p:txBody>
          <a:bodyPr wrap="square" lIns="90000" tIns="46800" rIns="90000" bIns="0" rtlCol="0" anchor="b" anchorCtr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/>
            </a:lvl1pPr>
          </a:lstStyle>
          <a:p>
            <a:pPr>
              <a:lnSpc>
                <a:spcPct val="120000"/>
              </a:lnSpc>
            </a:pPr>
            <a:r>
              <a:rPr lang="en-US" altLang="zh-CN" sz="3200" b="1" spc="300">
                <a:solidFill>
                  <a:srgbClr val="FFC000"/>
                </a:solidFill>
                <a:latin typeface="Arial" panose="020b0604020202020204" pitchFamily="34" charset="0"/>
                <a:ea typeface="微软雅黑"/>
                <a:cs typeface="+mn-ea"/>
                <a:sym typeface="Arial" panose="020b0604020202020204" pitchFamily="34" charset="0"/>
              </a:rPr>
              <a:t>height</a:t>
            </a:r>
            <a:endParaRPr lang="en-US" altLang="zh-CN" sz="3200" b="1" spc="300">
              <a:solidFill>
                <a:srgbClr val="FFC000"/>
              </a:solidFill>
              <a:latin typeface="Arial" panose="020b0604020202020204" pitchFamily="34" charset="0"/>
              <a:ea typeface="微软雅黑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标题 1" title=""/>
          <p:cNvSpPr txBox="1"/>
          <p:nvPr>
            <p:custDataLst>
              <p:tags r:id="rId27"/>
            </p:custDataLst>
          </p:nvPr>
        </p:nvSpPr>
        <p:spPr>
          <a:xfrm>
            <a:off x="6230730" y="1663757"/>
            <a:ext cx="4076008" cy="427770"/>
          </a:xfrm>
          <a:prstGeom prst="rect">
            <a:avLst/>
          </a:prstGeom>
          <a:noFill/>
        </p:spPr>
        <p:txBody>
          <a:bodyPr wrap="square" lIns="90000" tIns="0" rIns="90000" bIns="46800" rtlCol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/>
            </a:lvl1pPr>
          </a:lstStyle>
          <a:p>
            <a:pPr>
              <a:lnSpc>
                <a:spcPct val="120000"/>
              </a:lnSpc>
            </a:pPr>
            <a:r>
              <a:rPr lang="en-US" altLang="zh-CN" sz="2400" spc="150">
                <a:latin typeface="Arial" panose="020b0604020202020204" pitchFamily="34" charset="0"/>
                <a:ea typeface="微软雅黑"/>
                <a:sym typeface="Arial" panose="020b0604020202020204" pitchFamily="34" charset="0"/>
              </a:rPr>
              <a:t>chest/hand/scar/clothes...</a:t>
            </a:r>
            <a:endParaRPr lang="en-US" altLang="zh-CN" sz="2400" spc="150">
              <a:latin typeface="Arial" panose="020b0604020202020204" pitchFamily="34" charset="0"/>
              <a:ea typeface="微软雅黑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 advTm="17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25" grpId="0"/>
      <p:bldP spid="26" grpId="0"/>
      <p:bldP spid="28" grpId="0"/>
      <p:bldP spid="29" grpId="0"/>
      <p:bldP spid="36" grpId="0"/>
      <p:bldP spid="38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7" name="标题 6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>
                <a:solidFill>
                  <a:schemeClr val="accent6"/>
                </a:solidFill>
                <a:latin typeface="Book Antiqua" panose="02040602050305030304" pitchFamily="18" charset="0"/>
                <a:cs typeface="Book Antiqua" panose="02040602050305030304" pitchFamily="18" charset="0"/>
                <a:sym typeface="+mn-ea"/>
              </a:rPr>
              <a:t>More Expressions </a:t>
            </a:r>
            <a:endParaRPr lang="en-US" altLang="zh-CN">
              <a:solidFill>
                <a:schemeClr val="accent6"/>
              </a:solidFill>
              <a:latin typeface="Book Antiqua" panose="02040602050305030304" pitchFamily="18" charset="0"/>
              <a:cs typeface="Book Antiqua" panose="02040602050305030304" pitchFamily="18" charset="0"/>
              <a:sym typeface="+mn-ea"/>
            </a:endParaRPr>
          </a:p>
        </p:txBody>
      </p:sp>
      <p:graphicFrame>
        <p:nvGraphicFramePr>
          <p:cNvPr id="9" name="内容占位符 8" title=""/>
          <p:cNvGraphicFramePr>
            <a:graphicFrameLocks noGrp="1"/>
          </p:cNvGraphicFramePr>
          <p:nvPr>
            <p:ph idx="1"/>
          </p:nvPr>
        </p:nvGraphicFramePr>
        <p:xfrm>
          <a:off x="1537970" y="1691005"/>
          <a:ext cx="10515600" cy="4351338"/>
        </p:xfrm>
        <a:graphic>
          <a:graphicData uri="http://schemas.openxmlformats.org/drawingml/2006/diagram">
            <dgm:relIds xmlns:dgm="http://schemas.openxmlformats.org/drawingml/2006/diagram" r:dm="rId3" r:lo="rId4" r:qs="rId5" r:cs="rId6"/>
          </a:graphicData>
        </a:graphic>
      </p:graphicFrame>
      <p:sp>
        <p:nvSpPr>
          <p:cNvPr id="22" name="文本框 1" title=""/>
          <p:cNvSpPr txBox="1"/>
          <p:nvPr/>
        </p:nvSpPr>
        <p:spPr>
          <a:xfrm>
            <a:off x="1404938" y="1078865"/>
            <a:ext cx="119570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>
                <a:solidFill>
                  <a:srgbClr val="0070C0"/>
                </a:solidFill>
                <a:latin typeface="Book Antiqua" panose="02040602050305030304" pitchFamily="18" charset="0"/>
                <a:cs typeface="Book Antiqua" panose="02040602050305030304" pitchFamily="18" charset="0"/>
                <a:sym typeface="+mn-ea"/>
              </a:rPr>
              <a:t>Age </a:t>
            </a:r>
            <a:endParaRPr lang="en-US" altLang="zh-CN" sz="4400">
              <a:solidFill>
                <a:srgbClr val="0070C0"/>
              </a:solidFill>
              <a:latin typeface="Book Antiqua" panose="02040602050305030304" pitchFamily="18" charset="0"/>
              <a:cs typeface="Book Antiqua" panose="02040602050305030304" pitchFamily="18" charset="0"/>
              <a:sym typeface="+mn-ea"/>
            </a:endParaRPr>
          </a:p>
        </p:txBody>
      </p:sp>
    </p:spTree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>
          <a:xfrm>
            <a:off x="837883" y="257810"/>
            <a:ext cx="10515600" cy="1325563"/>
          </a:xfrm>
        </p:spPr>
        <p:txBody>
          <a:bodyPr/>
          <a:lstStyle/>
          <a:p>
            <a:pPr algn="ctr"/>
            <a:r>
              <a:rPr lang="en-US" altLang="zh-CN">
                <a:solidFill>
                  <a:schemeClr val="accent6"/>
                </a:solidFill>
                <a:latin typeface="Book Antiqua" panose="02040602050305030304" pitchFamily="18" charset="0"/>
                <a:cs typeface="Book Antiqua" panose="02040602050305030304" pitchFamily="18" charset="0"/>
                <a:sym typeface="+mn-ea"/>
              </a:rPr>
              <a:t>More Expressions</a:t>
            </a:r>
            <a:endParaRPr lang="en-US" altLang="zh-CN"/>
          </a:p>
        </p:txBody>
      </p:sp>
      <p:graphicFrame>
        <p:nvGraphicFramePr>
          <p:cNvPr id="9" name="内容占位符 8" title=""/>
          <p:cNvGraphicFramePr>
            <a:graphicFrameLocks noGrp="1"/>
          </p:cNvGraphicFramePr>
          <p:nvPr>
            <p:ph sz="half" idx="2"/>
          </p:nvPr>
        </p:nvGraphicFramePr>
        <p:xfrm>
          <a:off x="0" y="1416685"/>
          <a:ext cx="11964035" cy="4681220"/>
        </p:xfrm>
        <a:graphic>
          <a:graphicData uri="http://schemas.openxmlformats.org/drawingml/2006/diagram">
            <dgm:relIds xmlns:dgm="http://schemas.openxmlformats.org/drawingml/2006/diagram" r:dm="rId3" r:lo="rId4" r:qs="rId5" r:cs="rId6"/>
          </a:graphicData>
        </a:graphic>
      </p:graphicFrame>
      <p:sp>
        <p:nvSpPr>
          <p:cNvPr id="25" name="文本框 10" title=""/>
          <p:cNvSpPr txBox="1"/>
          <p:nvPr/>
        </p:nvSpPr>
        <p:spPr>
          <a:xfrm>
            <a:off x="1578388" y="1583821"/>
            <a:ext cx="16369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/>
              <a:t>Height </a:t>
            </a:r>
            <a:endParaRPr lang="zh-CN" altLang="en-US" sz="3600"/>
          </a:p>
        </p:txBody>
      </p:sp>
      <p:sp>
        <p:nvSpPr>
          <p:cNvPr id="26" name="文本框 4" title=""/>
          <p:cNvSpPr txBox="1"/>
          <p:nvPr/>
        </p:nvSpPr>
        <p:spPr>
          <a:xfrm>
            <a:off x="9272885" y="3369052"/>
            <a:ext cx="1887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宽阔</a:t>
            </a:r>
            <a:r>
              <a:rPr lang="en-US" altLang="zh-CN"/>
              <a:t>/</a:t>
            </a:r>
            <a:r>
              <a:rPr lang="zh-CN" altLang="en-US"/>
              <a:t>窄窄的胸膛</a:t>
            </a:r>
            <a:endParaRPr lang="zh-CN" altLang="en-US"/>
          </a:p>
        </p:txBody>
      </p:sp>
      <p:sp>
        <p:nvSpPr>
          <p:cNvPr id="27" name="文本框 7" title=""/>
          <p:cNvSpPr txBox="1"/>
          <p:nvPr/>
        </p:nvSpPr>
        <p:spPr>
          <a:xfrm>
            <a:off x="9543947" y="233555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体格小</a:t>
            </a:r>
            <a:endParaRPr lang="zh-CN" altLang="en-US"/>
          </a:p>
        </p:txBody>
      </p:sp>
      <p:sp>
        <p:nvSpPr>
          <p:cNvPr id="28" name="文本框 9" title=""/>
          <p:cNvSpPr txBox="1"/>
          <p:nvPr/>
        </p:nvSpPr>
        <p:spPr>
          <a:xfrm>
            <a:off x="9777748" y="440224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丰腴的</a:t>
            </a:r>
            <a:endParaRPr lang="zh-CN" altLang="en-US"/>
          </a:p>
        </p:txBody>
      </p:sp>
    </p:spTree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>
                <a:solidFill>
                  <a:schemeClr val="accent6"/>
                </a:solidFill>
                <a:latin typeface="Book Antiqua" panose="02040602050305030304" pitchFamily="18" charset="0"/>
                <a:cs typeface="Book Antiqua" panose="02040602050305030304" pitchFamily="18" charset="0"/>
                <a:sym typeface="+mn-ea"/>
              </a:rPr>
              <a:t>More Expressions</a:t>
            </a:r>
            <a:endParaRPr lang="en-US" altLang="zh-CN"/>
          </a:p>
        </p:txBody>
      </p:sp>
      <p:sp>
        <p:nvSpPr>
          <p:cNvPr id="4" name="文本占位符 3" title=""/>
          <p:cNvSpPr>
            <a:spLocks noGrp="1"/>
          </p:cNvSpPr>
          <p:nvPr>
            <p:ph type="body" idx="1"/>
          </p:nvPr>
        </p:nvSpPr>
        <p:spPr>
          <a:xfrm>
            <a:off x="1123633" y="3532823"/>
            <a:ext cx="5157787" cy="823912"/>
          </a:xfrm>
        </p:spPr>
        <p:txBody>
          <a:bodyPr/>
          <a:lstStyle/>
          <a:p>
            <a:r>
              <a:rPr lang="en-US" altLang="zh-CN"/>
              <a:t>hair  </a:t>
            </a:r>
            <a:endParaRPr lang="en-US" altLang="zh-CN"/>
          </a:p>
        </p:txBody>
      </p:sp>
      <p:graphicFrame>
        <p:nvGraphicFramePr>
          <p:cNvPr id="3" name="内容占位符 2" title=""/>
          <p:cNvGraphicFramePr>
            <a:graphicFrameLocks noGrp="1"/>
          </p:cNvGraphicFramePr>
          <p:nvPr>
            <p:ph sz="half" idx="2"/>
          </p:nvPr>
        </p:nvGraphicFramePr>
        <p:xfrm>
          <a:off x="840105" y="1691005"/>
          <a:ext cx="10704830" cy="4873625"/>
        </p:xfrm>
        <a:graphic>
          <a:graphicData uri="http://schemas.openxmlformats.org/drawingml/2006/diagram">
            <dgm:relIds xmlns:dgm="http://schemas.openxmlformats.org/drawingml/2006/diagram" r:dm="rId3" r:lo="rId4" r:qs="rId5" r:cs="rId6"/>
          </a:graphicData>
        </a:graphic>
      </p:graphicFrame>
    </p:spTree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>
          <a:xfrm>
            <a:off x="989257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>
                <a:solidFill>
                  <a:schemeClr val="accent6"/>
                </a:solidFill>
                <a:latin typeface="Book Antiqua" panose="02040602050305030304" pitchFamily="18" charset="0"/>
                <a:cs typeface="Book Antiqua" panose="02040602050305030304" pitchFamily="18" charset="0"/>
                <a:sym typeface="+mn-ea"/>
              </a:rPr>
              <a:t>More Expressions</a:t>
            </a:r>
            <a:br>
              <a:rPr lang="en-US" altLang="zh-CN"/>
            </a:br>
            <a:endParaRPr lang="en-US" altLang="zh-CN"/>
          </a:p>
        </p:txBody>
      </p:sp>
      <p:graphicFrame>
        <p:nvGraphicFramePr>
          <p:cNvPr id="3" name="内容占位符 2" title=""/>
          <p:cNvGraphicFramePr>
            <a:graphicFrameLocks noGrp="1"/>
          </p:cNvGraphicFramePr>
          <p:nvPr>
            <p:ph sz="half" idx="2"/>
          </p:nvPr>
        </p:nvGraphicFramePr>
        <p:xfrm>
          <a:off x="544195" y="1134745"/>
          <a:ext cx="11501120" cy="4861560"/>
        </p:xfrm>
        <a:graphic>
          <a:graphicData uri="http://schemas.openxmlformats.org/drawingml/2006/diagram">
            <dgm:relIds xmlns:dgm="http://schemas.openxmlformats.org/drawingml/2006/diagram" r:dm="rId3" r:lo="rId4" r:qs="rId5" r:cs="rId6"/>
          </a:graphicData>
        </a:graphic>
      </p:graphicFrame>
      <p:sp>
        <p:nvSpPr>
          <p:cNvPr id="25" name="文本占位符 5" title=""/>
          <p:cNvSpPr>
            <a:spLocks noGrp="1"/>
          </p:cNvSpPr>
          <p:nvPr>
            <p:ph type="body" idx="1"/>
          </p:nvPr>
        </p:nvSpPr>
        <p:spPr>
          <a:xfrm>
            <a:off x="989257" y="3908974"/>
            <a:ext cx="5157787" cy="823912"/>
          </a:xfrm>
        </p:spPr>
        <p:txBody>
          <a:bodyPr/>
          <a:lstStyle/>
          <a:p>
            <a:r>
              <a:rPr lang="en-US" altLang="zh-CN"/>
              <a:t>Face</a:t>
            </a:r>
            <a:endParaRPr lang="zh-CN" altLang="en-US"/>
          </a:p>
        </p:txBody>
      </p:sp>
      <p:sp>
        <p:nvSpPr>
          <p:cNvPr id="26" name="文本框 3" title=""/>
          <p:cNvSpPr txBox="1"/>
          <p:nvPr/>
        </p:nvSpPr>
        <p:spPr>
          <a:xfrm>
            <a:off x="9205575" y="3224607"/>
            <a:ext cx="2117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双下巴</a:t>
            </a:r>
            <a:r>
              <a:rPr lang="en-US" altLang="zh-CN"/>
              <a:t>/</a:t>
            </a:r>
            <a:r>
              <a:rPr lang="zh-CN" altLang="en-US"/>
              <a:t>红润的双颊</a:t>
            </a:r>
            <a:endParaRPr lang="zh-CN" altLang="en-US"/>
          </a:p>
        </p:txBody>
      </p:sp>
      <p:sp>
        <p:nvSpPr>
          <p:cNvPr id="27" name="文本框 6" title=""/>
          <p:cNvSpPr txBox="1"/>
          <p:nvPr/>
        </p:nvSpPr>
        <p:spPr>
          <a:xfrm>
            <a:off x="9205905" y="6071944"/>
            <a:ext cx="1656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鹰钩鼻</a:t>
            </a:r>
            <a:r>
              <a:rPr lang="en-US" altLang="zh-CN"/>
              <a:t>/</a:t>
            </a:r>
            <a:r>
              <a:rPr lang="zh-CN" altLang="en-US"/>
              <a:t>塌鼻梁</a:t>
            </a:r>
            <a:endParaRPr lang="zh-CN" altLang="en-US"/>
          </a:p>
        </p:txBody>
      </p:sp>
      <p:sp>
        <p:nvSpPr>
          <p:cNvPr id="28" name="文本框 7" title=""/>
          <p:cNvSpPr txBox="1"/>
          <p:nvPr/>
        </p:nvSpPr>
        <p:spPr>
          <a:xfrm>
            <a:off x="9595690" y="4109484"/>
            <a:ext cx="133882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整齐的牙齿</a:t>
            </a:r>
            <a:endParaRPr lang="zh-CN" altLang="en-US"/>
          </a:p>
        </p:txBody>
      </p:sp>
      <p:sp>
        <p:nvSpPr>
          <p:cNvPr id="29" name="文本框 8" title=""/>
          <p:cNvSpPr txBox="1"/>
          <p:nvPr/>
        </p:nvSpPr>
        <p:spPr>
          <a:xfrm>
            <a:off x="10475650" y="145450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水汪汪的眼睛</a:t>
            </a:r>
            <a:endParaRPr lang="zh-CN" altLang="en-US"/>
          </a:p>
        </p:txBody>
      </p:sp>
      <p:sp>
        <p:nvSpPr>
          <p:cNvPr id="30" name="文本框 9" title=""/>
          <p:cNvSpPr txBox="1"/>
          <p:nvPr/>
        </p:nvSpPr>
        <p:spPr>
          <a:xfrm>
            <a:off x="9525577" y="2339617"/>
            <a:ext cx="266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瘦削</a:t>
            </a:r>
            <a:r>
              <a:rPr lang="en-US" altLang="zh-CN"/>
              <a:t>/</a:t>
            </a:r>
            <a:r>
              <a:rPr lang="zh-CN" altLang="en-US"/>
              <a:t>苍白的</a:t>
            </a:r>
            <a:r>
              <a:rPr lang="en-US" altLang="zh-CN"/>
              <a:t>/</a:t>
            </a:r>
            <a:r>
              <a:rPr lang="zh-CN" altLang="en-US"/>
              <a:t>红红的脸庞</a:t>
            </a:r>
            <a:endParaRPr lang="zh-CN" altLang="en-US"/>
          </a:p>
        </p:txBody>
      </p:sp>
      <p:sp>
        <p:nvSpPr>
          <p:cNvPr id="31" name="文本框 10" title=""/>
          <p:cNvSpPr txBox="1"/>
          <p:nvPr/>
        </p:nvSpPr>
        <p:spPr>
          <a:xfrm>
            <a:off x="10074415" y="3562797"/>
            <a:ext cx="2117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白皙的</a:t>
            </a:r>
            <a:r>
              <a:rPr lang="en-US" altLang="zh-CN"/>
              <a:t>/</a:t>
            </a:r>
            <a:r>
              <a:rPr lang="zh-CN" altLang="en-US"/>
              <a:t>深色的皮肤</a:t>
            </a:r>
            <a:endParaRPr lang="zh-CN" altLang="en-US"/>
          </a:p>
        </p:txBody>
      </p:sp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>
          <a:xfrm>
            <a:off x="829148" y="329956"/>
            <a:ext cx="10515600" cy="1325563"/>
          </a:xfrm>
        </p:spPr>
        <p:txBody>
          <a:bodyPr/>
          <a:lstStyle/>
          <a:p>
            <a:pPr algn="ctr"/>
            <a:r>
              <a:rPr lang="en-US" altLang="zh-CN">
                <a:solidFill>
                  <a:schemeClr val="accent6"/>
                </a:solidFill>
                <a:latin typeface="Book Antiqua" panose="02040602050305030304" pitchFamily="18" charset="0"/>
                <a:cs typeface="Book Antiqua" panose="02040602050305030304" pitchFamily="18" charset="0"/>
                <a:sym typeface="+mn-ea"/>
              </a:rPr>
              <a:t>More Expressions</a:t>
            </a:r>
            <a:endParaRPr lang="en-US" altLang="zh-CN"/>
          </a:p>
        </p:txBody>
      </p:sp>
      <p:sp>
        <p:nvSpPr>
          <p:cNvPr id="4" name="文本占位符 3" title=""/>
          <p:cNvSpPr>
            <a:spLocks noGrp="1"/>
          </p:cNvSpPr>
          <p:nvPr>
            <p:ph type="body" idx="1"/>
          </p:nvPr>
        </p:nvSpPr>
        <p:spPr>
          <a:xfrm>
            <a:off x="4718050" y="3747770"/>
            <a:ext cx="1815465" cy="823595"/>
          </a:xfrm>
        </p:spPr>
        <p:txBody>
          <a:bodyPr>
            <a:noAutofit/>
          </a:bodyPr>
          <a:lstStyle/>
          <a:p>
            <a:pPr algn="ctr"/>
            <a:r>
              <a:rPr lang="en-US" altLang="zh-CN" sz="3200">
                <a:solidFill>
                  <a:srgbClr val="C00000"/>
                </a:solidFill>
                <a:latin typeface="Book Antiqua" panose="02040602050305030304" pitchFamily="18" charset="0"/>
                <a:cs typeface="Book Antiqua" panose="02040602050305030304" pitchFamily="18" charset="0"/>
              </a:rPr>
              <a:t>other </a:t>
            </a:r>
            <a:endParaRPr lang="en-US" altLang="zh-CN" sz="3200">
              <a:solidFill>
                <a:srgbClr val="C00000"/>
              </a:solidFill>
              <a:latin typeface="Book Antiqua" panose="02040602050305030304" pitchFamily="18" charset="0"/>
              <a:cs typeface="Book Antiqua" panose="02040602050305030304" pitchFamily="18" charset="0"/>
            </a:endParaRPr>
          </a:p>
          <a:p>
            <a:r>
              <a:rPr lang="en-US" altLang="zh-CN" sz="3200">
                <a:solidFill>
                  <a:srgbClr val="C00000"/>
                </a:solidFill>
                <a:latin typeface="Book Antiqua" panose="02040602050305030304" pitchFamily="18" charset="0"/>
                <a:cs typeface="Book Antiqua" panose="02040602050305030304" pitchFamily="18" charset="0"/>
              </a:rPr>
              <a:t>features  </a:t>
            </a:r>
            <a:endParaRPr lang="en-US" altLang="zh-CN" sz="3200">
              <a:solidFill>
                <a:srgbClr val="C00000"/>
              </a:solidFill>
              <a:latin typeface="Book Antiqua" panose="02040602050305030304" pitchFamily="18" charset="0"/>
              <a:cs typeface="Book Antiqua" panose="02040602050305030304" pitchFamily="18" charset="0"/>
            </a:endParaRPr>
          </a:p>
        </p:txBody>
      </p:sp>
      <p:sp>
        <p:nvSpPr>
          <p:cNvPr id="10" name="直接连接符 9" title=""/>
          <p:cNvSpPr/>
          <p:nvPr/>
        </p:nvSpPr>
        <p:spPr>
          <a:xfrm>
            <a:off x="2162585" y="5132542"/>
            <a:ext cx="2614482" cy="0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11" name="直接连接符 10" title=""/>
          <p:cNvSpPr/>
          <p:nvPr/>
        </p:nvSpPr>
        <p:spPr>
          <a:xfrm>
            <a:off x="2162585" y="4691551"/>
            <a:ext cx="2209338" cy="0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12" name="直接连接符 11" title=""/>
          <p:cNvSpPr/>
          <p:nvPr/>
        </p:nvSpPr>
        <p:spPr>
          <a:xfrm>
            <a:off x="2162585" y="4075196"/>
            <a:ext cx="2063114" cy="0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13" name="直接连接符 12" title=""/>
          <p:cNvSpPr/>
          <p:nvPr/>
        </p:nvSpPr>
        <p:spPr>
          <a:xfrm>
            <a:off x="2162585" y="3458840"/>
            <a:ext cx="2209338" cy="0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14" name="直接连接符 13" title=""/>
          <p:cNvSpPr/>
          <p:nvPr/>
        </p:nvSpPr>
        <p:spPr>
          <a:xfrm>
            <a:off x="2162585" y="3017849"/>
            <a:ext cx="2614482" cy="0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16" name="组合 15" title=""/>
          <p:cNvGrpSpPr/>
          <p:nvPr/>
        </p:nvGrpSpPr>
        <p:grpSpPr>
          <a:xfrm>
            <a:off x="1337339" y="4182036"/>
            <a:ext cx="1650491" cy="851034"/>
            <a:chOff x="622253" y="1922239"/>
            <a:chExt cx="1650491" cy="851034"/>
          </a:xfrm>
        </p:grpSpPr>
        <p:sp>
          <p:nvSpPr>
            <p:cNvPr id="37" name="矩形 36"/>
            <p:cNvSpPr/>
            <p:nvPr/>
          </p:nvSpPr>
          <p:spPr>
            <a:xfrm>
              <a:off x="622253" y="1922239"/>
              <a:ext cx="1650491" cy="8510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/>
          </p:txBody>
        </p:sp>
        <p:sp>
          <p:nvSpPr>
            <p:cNvPr id="38" name="矩形 37"/>
            <p:cNvSpPr/>
            <p:nvPr/>
          </p:nvSpPr>
          <p:spPr>
            <a:xfrm>
              <a:off x="622253" y="1922239"/>
              <a:ext cx="1650491" cy="8510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b" anchorCtr="0">
              <a:noAutofit/>
            </a:bodyPr>
            <a:lstStyle/>
            <a:p>
              <a:pPr lvl="0" algn="ctr" defTabSz="23558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sz="5300" kern="1200"/>
            </a:p>
          </p:txBody>
        </p:sp>
      </p:grpSp>
      <p:sp>
        <p:nvSpPr>
          <p:cNvPr id="17" name="椭圆 16" title=""/>
          <p:cNvSpPr/>
          <p:nvPr/>
        </p:nvSpPr>
        <p:spPr>
          <a:xfrm>
            <a:off x="4585172" y="2825954"/>
            <a:ext cx="383790" cy="383790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18" name="组合 17" title=""/>
          <p:cNvGrpSpPr/>
          <p:nvPr/>
        </p:nvGrpSpPr>
        <p:grpSpPr>
          <a:xfrm>
            <a:off x="2571750" y="2680970"/>
            <a:ext cx="2726690" cy="464185"/>
            <a:chOff x="4294082" y="552847"/>
            <a:chExt cx="648177" cy="464200"/>
          </a:xfrm>
        </p:grpSpPr>
        <p:sp>
          <p:nvSpPr>
            <p:cNvPr id="35" name="矩形 34"/>
            <p:cNvSpPr/>
            <p:nvPr/>
          </p:nvSpPr>
          <p:spPr>
            <a:xfrm>
              <a:off x="4294082" y="552847"/>
              <a:ext cx="648177" cy="4642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36" name="矩形 35"/>
            <p:cNvSpPr/>
            <p:nvPr/>
          </p:nvSpPr>
          <p:spPr>
            <a:xfrm>
              <a:off x="4294082" y="552847"/>
              <a:ext cx="648177" cy="4642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0" rIns="53340" bIns="0" numCol="1" spcCol="1270" anchor="ctr" anchorCtr="0">
              <a:noAutofit/>
            </a:bodyPr>
            <a:lstStyle/>
            <a:p>
              <a:pPr lvl="0" algn="l" defTabSz="6223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b="1" kern="1200">
                  <a:latin typeface="Book Antiqua" panose="02040602050305030304" pitchFamily="18" charset="0"/>
                  <a:cs typeface="Book Antiqua" panose="02040602050305030304" pitchFamily="18" charset="0"/>
                </a:rPr>
                <a:t>broken nails </a:t>
              </a:r>
              <a:endParaRPr lang="en-US" sz="2800" b="1" kern="1200">
                <a:latin typeface="Book Antiqua" panose="02040602050305030304" pitchFamily="18" charset="0"/>
                <a:cs typeface="Book Antiqua" panose="02040602050305030304" pitchFamily="18" charset="0"/>
              </a:endParaRPr>
            </a:p>
          </p:txBody>
        </p:sp>
      </p:grpSp>
      <p:sp>
        <p:nvSpPr>
          <p:cNvPr id="19" name="椭圆 18" title=""/>
          <p:cNvSpPr/>
          <p:nvPr/>
        </p:nvSpPr>
        <p:spPr>
          <a:xfrm>
            <a:off x="4180028" y="3266945"/>
            <a:ext cx="383790" cy="38379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20" name="组合 19" title=""/>
          <p:cNvGrpSpPr/>
          <p:nvPr/>
        </p:nvGrpSpPr>
        <p:grpSpPr>
          <a:xfrm>
            <a:off x="2166620" y="3122295"/>
            <a:ext cx="2794635" cy="464185"/>
            <a:chOff x="3888938" y="993838"/>
            <a:chExt cx="664401" cy="464200"/>
          </a:xfrm>
        </p:grpSpPr>
        <p:sp>
          <p:nvSpPr>
            <p:cNvPr id="33" name="矩形 32"/>
            <p:cNvSpPr/>
            <p:nvPr/>
          </p:nvSpPr>
          <p:spPr>
            <a:xfrm>
              <a:off x="3888938" y="993838"/>
              <a:ext cx="664401" cy="4642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34" name="矩形 33"/>
            <p:cNvSpPr/>
            <p:nvPr/>
          </p:nvSpPr>
          <p:spPr>
            <a:xfrm>
              <a:off x="3888938" y="993838"/>
              <a:ext cx="664401" cy="4642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0" rIns="53340" bIns="0" numCol="1" spcCol="1270" anchor="ctr" anchorCtr="0">
              <a:noAutofit/>
            </a:bodyPr>
            <a:lstStyle/>
            <a:p>
              <a:pPr lvl="0" algn="l" defTabSz="6223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b="1" kern="1200">
                  <a:latin typeface="Book Antiqua" panose="02040602050305030304" pitchFamily="18" charset="0"/>
                  <a:cs typeface="Book Antiqua" panose="02040602050305030304" pitchFamily="18" charset="0"/>
                </a:rPr>
                <a:t>a white scar</a:t>
              </a:r>
              <a:endParaRPr lang="en-US" sz="2800" b="1" kern="1200">
                <a:latin typeface="Book Antiqua" panose="02040602050305030304" pitchFamily="18" charset="0"/>
                <a:cs typeface="Book Antiqua" panose="02040602050305030304" pitchFamily="18" charset="0"/>
              </a:endParaRPr>
            </a:p>
          </p:txBody>
        </p:sp>
      </p:grpSp>
      <p:sp>
        <p:nvSpPr>
          <p:cNvPr id="21" name="椭圆 20" title=""/>
          <p:cNvSpPr/>
          <p:nvPr/>
        </p:nvSpPr>
        <p:spPr>
          <a:xfrm>
            <a:off x="4033805" y="3883300"/>
            <a:ext cx="383790" cy="38379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22" name="组合 21" title=""/>
          <p:cNvGrpSpPr/>
          <p:nvPr/>
        </p:nvGrpSpPr>
        <p:grpSpPr>
          <a:xfrm>
            <a:off x="2020570" y="3738245"/>
            <a:ext cx="2709545" cy="464185"/>
            <a:chOff x="3742715" y="1610193"/>
            <a:chExt cx="643998" cy="464200"/>
          </a:xfrm>
        </p:grpSpPr>
        <p:sp>
          <p:nvSpPr>
            <p:cNvPr id="31" name="矩形 30"/>
            <p:cNvSpPr/>
            <p:nvPr/>
          </p:nvSpPr>
          <p:spPr>
            <a:xfrm>
              <a:off x="3742715" y="1610193"/>
              <a:ext cx="643998" cy="4642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32" name="矩形 31"/>
            <p:cNvSpPr/>
            <p:nvPr/>
          </p:nvSpPr>
          <p:spPr>
            <a:xfrm>
              <a:off x="3742715" y="1610193"/>
              <a:ext cx="643998" cy="4642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0" rIns="53340" bIns="0" numCol="1" spcCol="1270" anchor="ctr" anchorCtr="0">
              <a:noAutofit/>
            </a:bodyPr>
            <a:lstStyle/>
            <a:p>
              <a:pPr lvl="0" algn="l" defTabSz="6223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b="1" kern="1200">
                  <a:latin typeface="Book Antiqua" panose="02040602050305030304" pitchFamily="18" charset="0"/>
                  <a:cs typeface="Book Antiqua" panose="02040602050305030304" pitchFamily="18" charset="0"/>
                </a:rPr>
                <a:t>long fingers</a:t>
              </a:r>
              <a:endParaRPr lang="en-US" sz="2800" b="1" kern="1200">
                <a:latin typeface="Book Antiqua" panose="02040602050305030304" pitchFamily="18" charset="0"/>
                <a:cs typeface="Book Antiqua" panose="02040602050305030304" pitchFamily="18" charset="0"/>
              </a:endParaRPr>
            </a:p>
          </p:txBody>
        </p:sp>
      </p:grpSp>
      <p:sp>
        <p:nvSpPr>
          <p:cNvPr id="23" name="椭圆 22" title=""/>
          <p:cNvSpPr/>
          <p:nvPr/>
        </p:nvSpPr>
        <p:spPr>
          <a:xfrm>
            <a:off x="4180028" y="4499656"/>
            <a:ext cx="383790" cy="38379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24" name="组合 23" title=""/>
          <p:cNvGrpSpPr/>
          <p:nvPr/>
        </p:nvGrpSpPr>
        <p:grpSpPr>
          <a:xfrm>
            <a:off x="2166620" y="4354830"/>
            <a:ext cx="2625725" cy="464185"/>
            <a:chOff x="3888938" y="2226549"/>
            <a:chExt cx="624269" cy="464200"/>
          </a:xfrm>
        </p:grpSpPr>
        <p:sp>
          <p:nvSpPr>
            <p:cNvPr id="29" name="矩形 28"/>
            <p:cNvSpPr/>
            <p:nvPr/>
          </p:nvSpPr>
          <p:spPr>
            <a:xfrm>
              <a:off x="3888938" y="2226549"/>
              <a:ext cx="624269" cy="4642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30" name="矩形 29"/>
            <p:cNvSpPr/>
            <p:nvPr/>
          </p:nvSpPr>
          <p:spPr>
            <a:xfrm>
              <a:off x="3888938" y="2226549"/>
              <a:ext cx="624269" cy="4642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0" rIns="53340" bIns="0" numCol="1" spcCol="1270" anchor="ctr" anchorCtr="0">
              <a:noAutofit/>
            </a:bodyPr>
            <a:lstStyle/>
            <a:p>
              <a:pPr lvl="0" algn="l" defTabSz="6223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b="1" kern="1200">
                  <a:latin typeface="Book Antiqua" panose="02040602050305030304" pitchFamily="18" charset="0"/>
                  <a:cs typeface="Book Antiqua" panose="02040602050305030304" pitchFamily="18" charset="0"/>
                </a:rPr>
                <a:t>thick bellied</a:t>
              </a:r>
              <a:endParaRPr lang="en-US" sz="2800" b="1" kern="1200">
                <a:latin typeface="Book Antiqua" panose="02040602050305030304" pitchFamily="18" charset="0"/>
                <a:cs typeface="Book Antiqua" panose="02040602050305030304" pitchFamily="18" charset="0"/>
              </a:endParaRPr>
            </a:p>
          </p:txBody>
        </p:sp>
      </p:grpSp>
      <p:sp>
        <p:nvSpPr>
          <p:cNvPr id="25" name="椭圆 24" title=""/>
          <p:cNvSpPr/>
          <p:nvPr/>
        </p:nvSpPr>
        <p:spPr>
          <a:xfrm>
            <a:off x="4585172" y="4940646"/>
            <a:ext cx="383790" cy="383790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26" name="组合 25" title=""/>
          <p:cNvGrpSpPr/>
          <p:nvPr/>
        </p:nvGrpSpPr>
        <p:grpSpPr>
          <a:xfrm>
            <a:off x="2390775" y="4795520"/>
            <a:ext cx="2968625" cy="464185"/>
            <a:chOff x="4294082" y="2667539"/>
            <a:chExt cx="705651" cy="464200"/>
          </a:xfrm>
        </p:grpSpPr>
        <p:sp>
          <p:nvSpPr>
            <p:cNvPr id="27" name="矩形 26"/>
            <p:cNvSpPr/>
            <p:nvPr/>
          </p:nvSpPr>
          <p:spPr>
            <a:xfrm>
              <a:off x="4294082" y="2667539"/>
              <a:ext cx="705651" cy="4642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28" name="矩形 27"/>
            <p:cNvSpPr/>
            <p:nvPr/>
          </p:nvSpPr>
          <p:spPr>
            <a:xfrm>
              <a:off x="4294082" y="2667539"/>
              <a:ext cx="705651" cy="4642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0" rIns="53340" bIns="0" numCol="1" spcCol="1270" anchor="ctr" anchorCtr="0">
              <a:noAutofit/>
            </a:bodyPr>
            <a:lstStyle/>
            <a:p>
              <a:pPr lvl="0" algn="l" defTabSz="6223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b="1" kern="1200">
                  <a:latin typeface="Book Antiqua" panose="02040602050305030304" pitchFamily="18" charset="0"/>
                  <a:cs typeface="Book Antiqua" panose="02040602050305030304" pitchFamily="18" charset="0"/>
                </a:rPr>
                <a:t>well-dressed</a:t>
              </a:r>
              <a:endParaRPr lang="en-US" sz="2800" b="1" kern="1200">
                <a:latin typeface="Book Antiqua" panose="02040602050305030304" pitchFamily="18" charset="0"/>
                <a:cs typeface="Book Antiqua" panose="02040602050305030304" pitchFamily="18" charset="0"/>
              </a:endParaRPr>
            </a:p>
          </p:txBody>
        </p:sp>
      </p:grpSp>
      <p:sp>
        <p:nvSpPr>
          <p:cNvPr id="40" name="直接连接符 39" title=""/>
          <p:cNvSpPr/>
          <p:nvPr/>
        </p:nvSpPr>
        <p:spPr>
          <a:xfrm>
            <a:off x="6087110" y="5259705"/>
            <a:ext cx="3166745" cy="5715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41" name="直接连接符 40" title=""/>
          <p:cNvSpPr/>
          <p:nvPr/>
        </p:nvSpPr>
        <p:spPr>
          <a:xfrm flipV="1">
            <a:off x="6487160" y="4850130"/>
            <a:ext cx="3514090" cy="33020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42" name="直接连接符 41" title=""/>
          <p:cNvSpPr/>
          <p:nvPr/>
        </p:nvSpPr>
        <p:spPr>
          <a:xfrm>
            <a:off x="6704932" y="4363668"/>
            <a:ext cx="2143691" cy="0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43" name="直接连接符 42" title=""/>
          <p:cNvSpPr/>
          <p:nvPr/>
        </p:nvSpPr>
        <p:spPr>
          <a:xfrm flipV="1">
            <a:off x="6704965" y="3822065"/>
            <a:ext cx="3017520" cy="22860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44" name="直接连接符 43" title=""/>
          <p:cNvSpPr/>
          <p:nvPr/>
        </p:nvSpPr>
        <p:spPr>
          <a:xfrm flipV="1">
            <a:off x="6487160" y="3359150"/>
            <a:ext cx="3881120" cy="19685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45" name="直接连接符 44" title=""/>
          <p:cNvSpPr/>
          <p:nvPr/>
        </p:nvSpPr>
        <p:spPr>
          <a:xfrm>
            <a:off x="6087110" y="2943860"/>
            <a:ext cx="4086225" cy="635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47" name="组合 46" title=""/>
          <p:cNvGrpSpPr/>
          <p:nvPr/>
        </p:nvGrpSpPr>
        <p:grpSpPr>
          <a:xfrm>
            <a:off x="7974762" y="4188895"/>
            <a:ext cx="1747723" cy="901169"/>
            <a:chOff x="3158816" y="1927107"/>
            <a:chExt cx="1747723" cy="901169"/>
          </a:xfrm>
        </p:grpSpPr>
        <p:sp>
          <p:nvSpPr>
            <p:cNvPr id="72" name="矩形 71"/>
            <p:cNvSpPr/>
            <p:nvPr/>
          </p:nvSpPr>
          <p:spPr>
            <a:xfrm>
              <a:off x="3158816" y="1927107"/>
              <a:ext cx="1747723" cy="9011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/>
          </p:txBody>
        </p:sp>
        <p:sp>
          <p:nvSpPr>
            <p:cNvPr id="73" name="矩形 72"/>
            <p:cNvSpPr/>
            <p:nvPr/>
          </p:nvSpPr>
          <p:spPr>
            <a:xfrm>
              <a:off x="3158816" y="1927107"/>
              <a:ext cx="1747723" cy="9011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b" anchorCtr="0">
              <a:noAutofit/>
            </a:bodyPr>
            <a:lstStyle/>
            <a:p>
              <a:pPr lvl="0" algn="ctr" defTabSz="24892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sz="5600" kern="1200"/>
            </a:p>
          </p:txBody>
        </p:sp>
      </p:grpSp>
      <p:sp>
        <p:nvSpPr>
          <p:cNvPr id="48" name="椭圆 47" title=""/>
          <p:cNvSpPr/>
          <p:nvPr/>
        </p:nvSpPr>
        <p:spPr>
          <a:xfrm>
            <a:off x="5882137" y="2738831"/>
            <a:ext cx="409622" cy="409622"/>
          </a:xfrm>
          <a:prstGeom prst="ellipse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49" name="组合 48" title=""/>
          <p:cNvGrpSpPr/>
          <p:nvPr/>
        </p:nvGrpSpPr>
        <p:grpSpPr>
          <a:xfrm>
            <a:off x="5955665" y="2616835"/>
            <a:ext cx="4217670" cy="409575"/>
            <a:chOff x="63547" y="477043"/>
            <a:chExt cx="1002643" cy="409622"/>
          </a:xfrm>
        </p:grpSpPr>
        <p:sp>
          <p:nvSpPr>
            <p:cNvPr id="70" name="矩形 69"/>
            <p:cNvSpPr/>
            <p:nvPr/>
          </p:nvSpPr>
          <p:spPr>
            <a:xfrm>
              <a:off x="63547" y="477043"/>
              <a:ext cx="1002643" cy="4096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71" name="矩形 70"/>
            <p:cNvSpPr/>
            <p:nvPr/>
          </p:nvSpPr>
          <p:spPr>
            <a:xfrm>
              <a:off x="63547" y="477043"/>
              <a:ext cx="1002643" cy="4096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530" tIns="0" rIns="49530" bIns="0" numCol="1" spcCol="1270" anchor="ctr" anchorCtr="0">
              <a:noAutofit/>
            </a:bodyPr>
            <a:lstStyle/>
            <a:p>
              <a:pPr lvl="0" algn="r" defTabSz="5778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b="1" kern="1200">
                  <a:latin typeface="Book Antiqua" panose="02040602050305030304" pitchFamily="18" charset="0"/>
                  <a:cs typeface="Book Antiqua" panose="02040602050305030304" pitchFamily="18" charset="0"/>
                </a:rPr>
                <a:t>white cotton trousers</a:t>
              </a:r>
              <a:endParaRPr lang="en-US" sz="2800" b="1" kern="1200">
                <a:latin typeface="Book Antiqua" panose="02040602050305030304" pitchFamily="18" charset="0"/>
                <a:cs typeface="Book Antiqua" panose="02040602050305030304" pitchFamily="18" charset="0"/>
              </a:endParaRPr>
            </a:p>
          </p:txBody>
        </p:sp>
      </p:grpSp>
      <p:sp>
        <p:nvSpPr>
          <p:cNvPr id="50" name="椭圆 49" title=""/>
          <p:cNvSpPr/>
          <p:nvPr/>
        </p:nvSpPr>
        <p:spPr>
          <a:xfrm>
            <a:off x="6282202" y="3153916"/>
            <a:ext cx="409622" cy="409622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51" name="组合 50" title=""/>
          <p:cNvGrpSpPr/>
          <p:nvPr/>
        </p:nvGrpSpPr>
        <p:grpSpPr>
          <a:xfrm>
            <a:off x="5923915" y="3031490"/>
            <a:ext cx="4444365" cy="409575"/>
            <a:chOff x="409735" y="892128"/>
            <a:chExt cx="1056520" cy="409622"/>
          </a:xfrm>
        </p:grpSpPr>
        <p:sp>
          <p:nvSpPr>
            <p:cNvPr id="68" name="矩形 67"/>
            <p:cNvSpPr/>
            <p:nvPr/>
          </p:nvSpPr>
          <p:spPr>
            <a:xfrm>
              <a:off x="409735" y="892128"/>
              <a:ext cx="1056520" cy="4096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69" name="矩形 68"/>
            <p:cNvSpPr/>
            <p:nvPr/>
          </p:nvSpPr>
          <p:spPr>
            <a:xfrm>
              <a:off x="409735" y="892128"/>
              <a:ext cx="1056520" cy="4096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530" tIns="0" rIns="49530" bIns="0" numCol="1" spcCol="1270" anchor="ctr" anchorCtr="0">
              <a:noAutofit/>
            </a:bodyPr>
            <a:lstStyle/>
            <a:p>
              <a:pPr lvl="0" algn="r" defTabSz="5778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b="1" kern="1200">
                  <a:latin typeface="Book Antiqua" panose="02040602050305030304" pitchFamily="18" charset="0"/>
                  <a:cs typeface="Book Antiqua" panose="02040602050305030304" pitchFamily="18" charset="0"/>
                </a:rPr>
                <a:t>long-sleeved dress</a:t>
              </a:r>
              <a:endParaRPr lang="en-US" sz="2800" b="1" kern="1200">
                <a:latin typeface="Book Antiqua" panose="02040602050305030304" pitchFamily="18" charset="0"/>
                <a:cs typeface="Book Antiqua" panose="02040602050305030304" pitchFamily="18" charset="0"/>
              </a:endParaRPr>
            </a:p>
          </p:txBody>
        </p:sp>
      </p:grpSp>
      <p:sp>
        <p:nvSpPr>
          <p:cNvPr id="52" name="椭圆 51" title=""/>
          <p:cNvSpPr/>
          <p:nvPr/>
        </p:nvSpPr>
        <p:spPr>
          <a:xfrm>
            <a:off x="6500121" y="3640001"/>
            <a:ext cx="409622" cy="409622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53" name="组合 52" title=""/>
          <p:cNvGrpSpPr/>
          <p:nvPr/>
        </p:nvGrpSpPr>
        <p:grpSpPr>
          <a:xfrm>
            <a:off x="7106920" y="3517900"/>
            <a:ext cx="1975485" cy="409575"/>
            <a:chOff x="1214474" y="1378213"/>
            <a:chExt cx="469700" cy="409622"/>
          </a:xfrm>
        </p:grpSpPr>
        <p:sp>
          <p:nvSpPr>
            <p:cNvPr id="66" name="矩形 65"/>
            <p:cNvSpPr/>
            <p:nvPr/>
          </p:nvSpPr>
          <p:spPr>
            <a:xfrm>
              <a:off x="1214474" y="1378213"/>
              <a:ext cx="469700" cy="4096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67" name="矩形 66"/>
            <p:cNvSpPr/>
            <p:nvPr/>
          </p:nvSpPr>
          <p:spPr>
            <a:xfrm>
              <a:off x="1214474" y="1378213"/>
              <a:ext cx="469700" cy="4096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530" tIns="0" rIns="49530" bIns="0" numCol="1" spcCol="1270" anchor="ctr" anchorCtr="0">
              <a:noAutofit/>
            </a:bodyPr>
            <a:lstStyle/>
            <a:p>
              <a:pPr lvl="0" algn="r" defTabSz="5778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b="1" kern="1200">
                  <a:latin typeface="Book Antiqua" panose="02040602050305030304" pitchFamily="18" charset="0"/>
                  <a:cs typeface="Book Antiqua" panose="02040602050305030304" pitchFamily="18" charset="0"/>
                </a:rPr>
                <a:t>high heels</a:t>
              </a:r>
              <a:endParaRPr lang="en-US" sz="2800" b="1" kern="1200">
                <a:latin typeface="Book Antiqua" panose="02040602050305030304" pitchFamily="18" charset="0"/>
                <a:cs typeface="Book Antiqua" panose="02040602050305030304" pitchFamily="18" charset="0"/>
              </a:endParaRPr>
            </a:p>
          </p:txBody>
        </p:sp>
      </p:grpSp>
      <p:sp>
        <p:nvSpPr>
          <p:cNvPr id="54" name="椭圆 53" title=""/>
          <p:cNvSpPr/>
          <p:nvPr/>
        </p:nvSpPr>
        <p:spPr>
          <a:xfrm>
            <a:off x="6500121" y="4158856"/>
            <a:ext cx="409622" cy="409622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55" name="组合 54" title=""/>
          <p:cNvGrpSpPr/>
          <p:nvPr/>
        </p:nvGrpSpPr>
        <p:grpSpPr>
          <a:xfrm>
            <a:off x="6909435" y="3954780"/>
            <a:ext cx="1562100" cy="409575"/>
            <a:chOff x="1312784" y="1897068"/>
            <a:chExt cx="371391" cy="409622"/>
          </a:xfrm>
        </p:grpSpPr>
        <p:sp>
          <p:nvSpPr>
            <p:cNvPr id="64" name="矩形 63"/>
            <p:cNvSpPr/>
            <p:nvPr/>
          </p:nvSpPr>
          <p:spPr>
            <a:xfrm>
              <a:off x="1312784" y="1897068"/>
              <a:ext cx="371391" cy="4096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65" name="矩形 64"/>
            <p:cNvSpPr/>
            <p:nvPr/>
          </p:nvSpPr>
          <p:spPr>
            <a:xfrm>
              <a:off x="1312784" y="1897068"/>
              <a:ext cx="371391" cy="4096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530" tIns="0" rIns="49530" bIns="0" numCol="1" spcCol="1270" anchor="ctr" anchorCtr="0">
              <a:noAutofit/>
            </a:bodyPr>
            <a:lstStyle/>
            <a:p>
              <a:pPr lvl="0" algn="r" defTabSz="5778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b="1" kern="1200">
                  <a:latin typeface="Book Antiqua" panose="02040602050305030304" pitchFamily="18" charset="0"/>
                  <a:cs typeface="Book Antiqua" panose="02040602050305030304" pitchFamily="18" charset="0"/>
                </a:rPr>
                <a:t>red tie</a:t>
              </a:r>
              <a:endParaRPr lang="en-US" sz="2800" b="1" kern="1200">
                <a:latin typeface="Book Antiqua" panose="02040602050305030304" pitchFamily="18" charset="0"/>
                <a:cs typeface="Book Antiqua" panose="02040602050305030304" pitchFamily="18" charset="0"/>
              </a:endParaRPr>
            </a:p>
          </p:txBody>
        </p:sp>
      </p:grpSp>
      <p:sp>
        <p:nvSpPr>
          <p:cNvPr id="56" name="椭圆 55" title=""/>
          <p:cNvSpPr/>
          <p:nvPr/>
        </p:nvSpPr>
        <p:spPr>
          <a:xfrm>
            <a:off x="6282202" y="4644942"/>
            <a:ext cx="409622" cy="409622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57" name="组合 56" title=""/>
          <p:cNvGrpSpPr/>
          <p:nvPr/>
        </p:nvGrpSpPr>
        <p:grpSpPr>
          <a:xfrm>
            <a:off x="6280785" y="4523105"/>
            <a:ext cx="3720465" cy="409575"/>
            <a:chOff x="581838" y="2383154"/>
            <a:chExt cx="884417" cy="409622"/>
          </a:xfrm>
        </p:grpSpPr>
        <p:sp>
          <p:nvSpPr>
            <p:cNvPr id="62" name="矩形 61"/>
            <p:cNvSpPr/>
            <p:nvPr/>
          </p:nvSpPr>
          <p:spPr>
            <a:xfrm>
              <a:off x="581838" y="2383154"/>
              <a:ext cx="884417" cy="4096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63" name="矩形 62"/>
            <p:cNvSpPr/>
            <p:nvPr/>
          </p:nvSpPr>
          <p:spPr>
            <a:xfrm>
              <a:off x="581838" y="2383154"/>
              <a:ext cx="884417" cy="4096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530" tIns="0" rIns="49530" bIns="0" numCol="1" spcCol="1270" anchor="ctr" anchorCtr="0">
              <a:noAutofit/>
            </a:bodyPr>
            <a:lstStyle/>
            <a:p>
              <a:pPr lvl="0" algn="r" defTabSz="5778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b="1" kern="1200">
                  <a:latin typeface="Book Antiqua" panose="02040602050305030304" pitchFamily="18" charset="0"/>
                  <a:cs typeface="Book Antiqua" panose="02040602050305030304" pitchFamily="18" charset="0"/>
                </a:rPr>
                <a:t>a light brown suit</a:t>
              </a:r>
              <a:endParaRPr lang="en-US" sz="2800" b="1" kern="1200">
                <a:latin typeface="Book Antiqua" panose="02040602050305030304" pitchFamily="18" charset="0"/>
                <a:cs typeface="Book Antiqua" panose="02040602050305030304" pitchFamily="18" charset="0"/>
              </a:endParaRPr>
            </a:p>
          </p:txBody>
        </p:sp>
      </p:grpSp>
      <p:sp>
        <p:nvSpPr>
          <p:cNvPr id="58" name="椭圆 57" title=""/>
          <p:cNvSpPr/>
          <p:nvPr/>
        </p:nvSpPr>
        <p:spPr>
          <a:xfrm>
            <a:off x="5882137" y="5060026"/>
            <a:ext cx="409622" cy="409622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59" name="组合 58" title=""/>
          <p:cNvGrpSpPr/>
          <p:nvPr/>
        </p:nvGrpSpPr>
        <p:grpSpPr>
          <a:xfrm>
            <a:off x="6210300" y="4937760"/>
            <a:ext cx="3148330" cy="409575"/>
            <a:chOff x="317739" y="2798238"/>
            <a:chExt cx="748452" cy="409622"/>
          </a:xfrm>
        </p:grpSpPr>
        <p:sp>
          <p:nvSpPr>
            <p:cNvPr id="60" name="矩形 59"/>
            <p:cNvSpPr/>
            <p:nvPr/>
          </p:nvSpPr>
          <p:spPr>
            <a:xfrm>
              <a:off x="317739" y="2798238"/>
              <a:ext cx="748452" cy="4096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61" name="矩形 60"/>
            <p:cNvSpPr/>
            <p:nvPr/>
          </p:nvSpPr>
          <p:spPr>
            <a:xfrm>
              <a:off x="317739" y="2798238"/>
              <a:ext cx="748452" cy="4096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530" tIns="0" rIns="49530" bIns="0" numCol="1" spcCol="1270" anchor="ctr" anchorCtr="0">
              <a:noAutofit/>
            </a:bodyPr>
            <a:lstStyle/>
            <a:p>
              <a:pPr lvl="0" algn="r" defTabSz="5778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b="1" kern="1200">
                  <a:latin typeface="Book Antiqua" panose="02040602050305030304" pitchFamily="18" charset="0"/>
                  <a:cs typeface="Book Antiqua" panose="02040602050305030304" pitchFamily="18" charset="0"/>
                </a:rPr>
                <a:t>toothless smile </a:t>
              </a:r>
              <a:endParaRPr lang="en-US" sz="2800" b="1" kern="1200">
                <a:latin typeface="Book Antiqua" panose="02040602050305030304" pitchFamily="18" charset="0"/>
                <a:cs typeface="Book Antiqua" panose="02040602050305030304" pitchFamily="18" charset="0"/>
              </a:endParaRPr>
            </a:p>
          </p:txBody>
        </p:sp>
      </p:grpSp>
      <p:sp>
        <p:nvSpPr>
          <p:cNvPr id="74" name="直接连接符 73" title=""/>
          <p:cNvSpPr/>
          <p:nvPr/>
        </p:nvSpPr>
        <p:spPr>
          <a:xfrm>
            <a:off x="2817006" y="5580779"/>
            <a:ext cx="2614482" cy="0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75" name="椭圆 74" title=""/>
          <p:cNvSpPr/>
          <p:nvPr/>
        </p:nvSpPr>
        <p:spPr>
          <a:xfrm>
            <a:off x="5239593" y="5182694"/>
            <a:ext cx="383790" cy="383790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76" name="组合 75" title=""/>
          <p:cNvGrpSpPr/>
          <p:nvPr/>
        </p:nvGrpSpPr>
        <p:grpSpPr>
          <a:xfrm>
            <a:off x="2908935" y="5211445"/>
            <a:ext cx="3126740" cy="1720215"/>
            <a:chOff x="4256487" y="1411623"/>
            <a:chExt cx="743246" cy="1720116"/>
          </a:xfrm>
        </p:grpSpPr>
        <p:sp>
          <p:nvSpPr>
            <p:cNvPr id="77" name="矩形 76"/>
            <p:cNvSpPr/>
            <p:nvPr/>
          </p:nvSpPr>
          <p:spPr>
            <a:xfrm>
              <a:off x="4294082" y="2667539"/>
              <a:ext cx="705651" cy="4642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78" name="矩形 77"/>
            <p:cNvSpPr/>
            <p:nvPr/>
          </p:nvSpPr>
          <p:spPr>
            <a:xfrm>
              <a:off x="4256487" y="1411623"/>
              <a:ext cx="705651" cy="4642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0" rIns="53340" bIns="0" numCol="1" spcCol="1270" anchor="ctr" anchorCtr="0">
              <a:noAutofit/>
            </a:bodyPr>
            <a:lstStyle/>
            <a:p>
              <a:pPr lvl="0" algn="l" defTabSz="6223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b="1" kern="1200">
                  <a:latin typeface="Book Antiqua" panose="02040602050305030304" pitchFamily="18" charset="0"/>
                  <a:cs typeface="Book Antiqua" panose="02040602050305030304" pitchFamily="18" charset="0"/>
                </a:rPr>
                <a:t>light freckles</a:t>
              </a:r>
              <a:endParaRPr lang="en-US" sz="2800" b="1" kern="1200">
                <a:latin typeface="Book Antiqua" panose="02040602050305030304" pitchFamily="18" charset="0"/>
                <a:cs typeface="Book Antiqua" panose="02040602050305030304" pitchFamily="18" charset="0"/>
              </a:endParaRPr>
            </a:p>
          </p:txBody>
        </p:sp>
      </p:grpSp>
    </p:spTree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右箭头 3" title=""/>
          <p:cNvSpPr/>
          <p:nvPr/>
        </p:nvSpPr>
        <p:spPr>
          <a:xfrm>
            <a:off x="2427316" y="2568633"/>
            <a:ext cx="7331826" cy="1562792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>
                <a:latin typeface="Book Antiqua" panose="02040602050305030304" pitchFamily="18" charset="0"/>
              </a:rPr>
              <a:t>Exercise </a:t>
            </a:r>
            <a:endParaRPr lang="zh-CN" altLang="en-US" sz="4000"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ransition spd="slow" advTm="400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41" name="图片 40" title="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83" y="1177491"/>
            <a:ext cx="5100320" cy="5210810"/>
          </a:xfrm>
          <a:prstGeom prst="rect">
            <a:avLst/>
          </a:prstGeom>
        </p:spPr>
      </p:pic>
      <p:grpSp>
        <p:nvGrpSpPr>
          <p:cNvPr id="16" name="组合 15" title=""/>
          <p:cNvGrpSpPr/>
          <p:nvPr/>
        </p:nvGrpSpPr>
        <p:grpSpPr>
          <a:xfrm>
            <a:off x="3376653" y="1512790"/>
            <a:ext cx="1598556" cy="580240"/>
            <a:chOff x="1443" y="616324"/>
            <a:chExt cx="1598556" cy="580240"/>
          </a:xfrm>
        </p:grpSpPr>
        <p:sp>
          <p:nvSpPr>
            <p:cNvPr id="37" name="矩形 36"/>
            <p:cNvSpPr/>
            <p:nvPr/>
          </p:nvSpPr>
          <p:spPr>
            <a:xfrm>
              <a:off x="1443" y="616324"/>
              <a:ext cx="1598556" cy="58024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38" name="文本框 37"/>
            <p:cNvSpPr txBox="1"/>
            <p:nvPr/>
          </p:nvSpPr>
          <p:spPr>
            <a:xfrm>
              <a:off x="1443" y="616324"/>
              <a:ext cx="1598556" cy="580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0" rIns="76200" bIns="0" numCol="1" spcCol="1270" anchor="ctr" anchorCtr="0">
              <a:noAutofit/>
            </a:bodyPr>
            <a:lstStyle/>
            <a:p>
              <a:pPr lvl="0" algn="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200" kern="1200"/>
                <a:t>____________</a:t>
              </a:r>
              <a:endParaRPr lang="zh-CN" sz="2200" kern="1200"/>
            </a:p>
          </p:txBody>
        </p:sp>
      </p:grpSp>
      <p:grpSp>
        <p:nvGrpSpPr>
          <p:cNvPr id="18" name="组合 17" title=""/>
          <p:cNvGrpSpPr/>
          <p:nvPr/>
        </p:nvGrpSpPr>
        <p:grpSpPr>
          <a:xfrm>
            <a:off x="2949387" y="2100767"/>
            <a:ext cx="2592525" cy="580240"/>
            <a:chOff x="-425823" y="1204301"/>
            <a:chExt cx="2592525" cy="580240"/>
          </a:xfrm>
        </p:grpSpPr>
        <p:sp>
          <p:nvSpPr>
            <p:cNvPr id="35" name="矩形 34"/>
            <p:cNvSpPr/>
            <p:nvPr/>
          </p:nvSpPr>
          <p:spPr>
            <a:xfrm>
              <a:off x="1473" y="1204301"/>
              <a:ext cx="2165229" cy="58024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36" name="文本框 35"/>
            <p:cNvSpPr txBox="1"/>
            <p:nvPr/>
          </p:nvSpPr>
          <p:spPr>
            <a:xfrm>
              <a:off x="-425823" y="1204301"/>
              <a:ext cx="2592525" cy="580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0" rIns="68580" bIns="0" numCol="1" spcCol="1270" anchor="ctr" anchorCtr="0">
              <a:noAutofit/>
            </a:bodyPr>
            <a:lstStyle/>
            <a:p>
              <a:pPr lvl="0" algn="r" defTabSz="8001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2200" kern="1200"/>
                <a:t>_____________________</a:t>
              </a:r>
              <a:endParaRPr lang="zh-CN" sz="2200" kern="1200"/>
            </a:p>
          </p:txBody>
        </p:sp>
      </p:grpSp>
      <p:sp>
        <p:nvSpPr>
          <p:cNvPr id="7" name="直接连接符 6" title=""/>
          <p:cNvSpPr/>
          <p:nvPr/>
        </p:nvSpPr>
        <p:spPr>
          <a:xfrm flipV="1">
            <a:off x="5265331" y="5090735"/>
            <a:ext cx="3053916" cy="205"/>
          </a:xfrm>
          <a:prstGeom prst="line">
            <a:avLst/>
          </a:prstGeom>
        </p:spPr>
        <p:style>
          <a:lnRef idx="1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8" name="直接连接符 7" title=""/>
          <p:cNvSpPr/>
          <p:nvPr/>
        </p:nvSpPr>
        <p:spPr>
          <a:xfrm>
            <a:off x="5832032" y="4502962"/>
            <a:ext cx="2603755" cy="20752"/>
          </a:xfrm>
          <a:prstGeom prst="line">
            <a:avLst/>
          </a:prstGeom>
        </p:spPr>
        <p:style>
          <a:lnRef idx="1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9" name="直接连接符 8" title=""/>
          <p:cNvSpPr/>
          <p:nvPr/>
        </p:nvSpPr>
        <p:spPr>
          <a:xfrm flipV="1">
            <a:off x="6140721" y="3808262"/>
            <a:ext cx="1853662" cy="6149"/>
          </a:xfrm>
          <a:prstGeom prst="line">
            <a:avLst/>
          </a:prstGeom>
        </p:spPr>
        <p:style>
          <a:lnRef idx="1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10" name="直接连接符 9" title=""/>
          <p:cNvSpPr/>
          <p:nvPr/>
        </p:nvSpPr>
        <p:spPr>
          <a:xfrm>
            <a:off x="6140720" y="3079438"/>
            <a:ext cx="2295067" cy="40273"/>
          </a:xfrm>
          <a:prstGeom prst="line">
            <a:avLst/>
          </a:prstGeom>
        </p:spPr>
        <p:style>
          <a:lnRef idx="1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11" name="直接连接符 10" title=""/>
          <p:cNvSpPr/>
          <p:nvPr/>
        </p:nvSpPr>
        <p:spPr>
          <a:xfrm>
            <a:off x="5832032" y="2390885"/>
            <a:ext cx="2270275" cy="9534"/>
          </a:xfrm>
          <a:prstGeom prst="line">
            <a:avLst/>
          </a:prstGeom>
        </p:spPr>
        <p:style>
          <a:lnRef idx="1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12" name="直接连接符 11" title=""/>
          <p:cNvSpPr/>
          <p:nvPr/>
        </p:nvSpPr>
        <p:spPr>
          <a:xfrm>
            <a:off x="5265331" y="1802909"/>
            <a:ext cx="2869106" cy="39871"/>
          </a:xfrm>
          <a:prstGeom prst="line">
            <a:avLst/>
          </a:prstGeom>
        </p:spPr>
        <p:style>
          <a:lnRef idx="1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14" name="组合 13" title=""/>
          <p:cNvGrpSpPr/>
          <p:nvPr/>
        </p:nvGrpSpPr>
        <p:grpSpPr>
          <a:xfrm>
            <a:off x="5563819" y="3566841"/>
            <a:ext cx="2475693" cy="1276529"/>
            <a:chOff x="4564256" y="2670375"/>
            <a:chExt cx="2475693" cy="1276529"/>
          </a:xfrm>
        </p:grpSpPr>
        <p:sp>
          <p:nvSpPr>
            <p:cNvPr id="39" name="矩形 38"/>
            <p:cNvSpPr/>
            <p:nvPr/>
          </p:nvSpPr>
          <p:spPr>
            <a:xfrm>
              <a:off x="4564256" y="2670375"/>
              <a:ext cx="2475693" cy="127652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40" name="文本框 39"/>
            <p:cNvSpPr txBox="1"/>
            <p:nvPr/>
          </p:nvSpPr>
          <p:spPr>
            <a:xfrm>
              <a:off x="4564256" y="2670375"/>
              <a:ext cx="2475693" cy="12765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b" anchorCtr="0">
              <a:noAutofit/>
            </a:bodyPr>
            <a:lstStyle/>
            <a:p>
              <a:pPr lvl="0" algn="ctr" defTabSz="28892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sz="6500" kern="1200"/>
            </a:p>
          </p:txBody>
        </p:sp>
      </p:grpSp>
      <p:sp>
        <p:nvSpPr>
          <p:cNvPr id="15" name="椭圆 14" title=""/>
          <p:cNvSpPr/>
          <p:nvPr/>
        </p:nvSpPr>
        <p:spPr>
          <a:xfrm>
            <a:off x="4975210" y="1512790"/>
            <a:ext cx="580240" cy="58024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0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17" name="椭圆 16" title=""/>
          <p:cNvSpPr/>
          <p:nvPr/>
        </p:nvSpPr>
        <p:spPr>
          <a:xfrm>
            <a:off x="5541912" y="2100767"/>
            <a:ext cx="580240" cy="58024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19" name="椭圆 18" title=""/>
          <p:cNvSpPr/>
          <p:nvPr/>
        </p:nvSpPr>
        <p:spPr>
          <a:xfrm>
            <a:off x="5850600" y="2789319"/>
            <a:ext cx="580240" cy="580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20" name="组合 19" title=""/>
          <p:cNvGrpSpPr/>
          <p:nvPr/>
        </p:nvGrpSpPr>
        <p:grpSpPr>
          <a:xfrm>
            <a:off x="3246476" y="2804534"/>
            <a:ext cx="2473308" cy="580240"/>
            <a:chOff x="2081" y="1892853"/>
            <a:chExt cx="2473308" cy="580240"/>
          </a:xfrm>
        </p:grpSpPr>
        <p:sp>
          <p:nvSpPr>
            <p:cNvPr id="33" name="矩形 32"/>
            <p:cNvSpPr/>
            <p:nvPr/>
          </p:nvSpPr>
          <p:spPr>
            <a:xfrm>
              <a:off x="2081" y="1892853"/>
              <a:ext cx="2473308" cy="58024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34" name="文本框 33"/>
            <p:cNvSpPr txBox="1"/>
            <p:nvPr/>
          </p:nvSpPr>
          <p:spPr>
            <a:xfrm>
              <a:off x="2081" y="1892853"/>
              <a:ext cx="2473308" cy="580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0" rIns="76200" bIns="0" numCol="1" spcCol="1270" anchor="ctr" anchorCtr="0">
              <a:noAutofit/>
            </a:bodyPr>
            <a:lstStyle/>
            <a:p>
              <a:pPr lvl="0" algn="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2200" kern="1200"/>
                <a:t>_________________</a:t>
              </a:r>
              <a:endParaRPr lang="zh-CN" altLang="en-US" sz="2200" kern="1200"/>
            </a:p>
          </p:txBody>
        </p:sp>
      </p:grpSp>
      <p:sp>
        <p:nvSpPr>
          <p:cNvPr id="21" name="椭圆 20" title=""/>
          <p:cNvSpPr/>
          <p:nvPr/>
        </p:nvSpPr>
        <p:spPr>
          <a:xfrm>
            <a:off x="5850600" y="3524290"/>
            <a:ext cx="580240" cy="580240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22" name="组合 21" title=""/>
          <p:cNvGrpSpPr/>
          <p:nvPr/>
        </p:nvGrpSpPr>
        <p:grpSpPr>
          <a:xfrm>
            <a:off x="3376418" y="3524290"/>
            <a:ext cx="2474182" cy="580240"/>
            <a:chOff x="1208" y="2627824"/>
            <a:chExt cx="2474182" cy="580240"/>
          </a:xfrm>
        </p:grpSpPr>
        <p:sp>
          <p:nvSpPr>
            <p:cNvPr id="31" name="矩形 30"/>
            <p:cNvSpPr/>
            <p:nvPr/>
          </p:nvSpPr>
          <p:spPr>
            <a:xfrm>
              <a:off x="1208" y="2627824"/>
              <a:ext cx="2474182" cy="58024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32" name="文本框 31"/>
            <p:cNvSpPr txBox="1"/>
            <p:nvPr/>
          </p:nvSpPr>
          <p:spPr>
            <a:xfrm>
              <a:off x="1208" y="2627824"/>
              <a:ext cx="2474182" cy="580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0" rIns="76200" bIns="0" numCol="1" spcCol="1270" anchor="ctr" anchorCtr="0">
              <a:noAutofit/>
            </a:bodyPr>
            <a:lstStyle/>
            <a:p>
              <a:pPr lvl="0" algn="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2200" kern="1200"/>
                <a:t>____________________</a:t>
              </a:r>
              <a:endParaRPr lang="zh-CN" altLang="en-US" sz="2200" kern="1200"/>
            </a:p>
          </p:txBody>
        </p:sp>
      </p:grpSp>
      <p:sp>
        <p:nvSpPr>
          <p:cNvPr id="23" name="椭圆 22" title=""/>
          <p:cNvSpPr/>
          <p:nvPr/>
        </p:nvSpPr>
        <p:spPr>
          <a:xfrm>
            <a:off x="5541912" y="4212843"/>
            <a:ext cx="580240" cy="58024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24" name="组合 23" title=""/>
          <p:cNvGrpSpPr/>
          <p:nvPr/>
        </p:nvGrpSpPr>
        <p:grpSpPr>
          <a:xfrm>
            <a:off x="2413493" y="4112267"/>
            <a:ext cx="3103513" cy="580240"/>
            <a:chOff x="-936811" y="3316377"/>
            <a:chExt cx="3103513" cy="580240"/>
          </a:xfrm>
        </p:grpSpPr>
        <p:sp>
          <p:nvSpPr>
            <p:cNvPr id="29" name="矩形 28"/>
            <p:cNvSpPr/>
            <p:nvPr/>
          </p:nvSpPr>
          <p:spPr>
            <a:xfrm>
              <a:off x="2336" y="3316377"/>
              <a:ext cx="2164366" cy="58024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30" name="文本框 29"/>
            <p:cNvSpPr txBox="1"/>
            <p:nvPr/>
          </p:nvSpPr>
          <p:spPr>
            <a:xfrm>
              <a:off x="-936811" y="3316377"/>
              <a:ext cx="3103513" cy="580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0" rIns="76200" bIns="0" numCol="1" spcCol="1270" anchor="ctr" anchorCtr="0">
              <a:noAutofit/>
            </a:bodyPr>
            <a:lstStyle/>
            <a:p>
              <a:pPr lvl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2200" kern="1200"/>
                <a:t>________________________</a:t>
              </a:r>
              <a:endParaRPr lang="zh-CN" altLang="en-US" sz="2200" kern="1200"/>
            </a:p>
          </p:txBody>
        </p:sp>
      </p:grpSp>
      <p:sp>
        <p:nvSpPr>
          <p:cNvPr id="25" name="椭圆 24" title=""/>
          <p:cNvSpPr/>
          <p:nvPr/>
        </p:nvSpPr>
        <p:spPr>
          <a:xfrm>
            <a:off x="4975210" y="4800820"/>
            <a:ext cx="580240" cy="58024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0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26" name="组合 25" title=""/>
          <p:cNvGrpSpPr/>
          <p:nvPr/>
        </p:nvGrpSpPr>
        <p:grpSpPr>
          <a:xfrm>
            <a:off x="2341775" y="4754034"/>
            <a:ext cx="2608529" cy="580240"/>
            <a:chOff x="-1008529" y="3904354"/>
            <a:chExt cx="2608529" cy="580240"/>
          </a:xfrm>
        </p:grpSpPr>
        <p:sp>
          <p:nvSpPr>
            <p:cNvPr id="27" name="矩形 26"/>
            <p:cNvSpPr/>
            <p:nvPr/>
          </p:nvSpPr>
          <p:spPr>
            <a:xfrm>
              <a:off x="302" y="3904354"/>
              <a:ext cx="1599697" cy="58024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28" name="文本框 27"/>
            <p:cNvSpPr txBox="1"/>
            <p:nvPr/>
          </p:nvSpPr>
          <p:spPr>
            <a:xfrm>
              <a:off x="-1008529" y="3904354"/>
              <a:ext cx="2608529" cy="580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0" rIns="76200" bIns="0" numCol="1" spcCol="1270" anchor="ctr" anchorCtr="0">
              <a:noAutofit/>
            </a:bodyPr>
            <a:lstStyle/>
            <a:p>
              <a:pPr lvl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2200" kern="1200"/>
                <a:t>_____________________</a:t>
              </a:r>
              <a:endParaRPr lang="zh-CN" sz="2200" kern="1200"/>
            </a:p>
          </p:txBody>
        </p:sp>
      </p:grpSp>
      <p:sp>
        <p:nvSpPr>
          <p:cNvPr id="42" name="文本框 41" title=""/>
          <p:cNvSpPr txBox="1"/>
          <p:nvPr/>
        </p:nvSpPr>
        <p:spPr>
          <a:xfrm>
            <a:off x="5142417" y="162598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43" name="文本框 42" title=""/>
          <p:cNvSpPr txBox="1"/>
          <p:nvPr/>
        </p:nvSpPr>
        <p:spPr>
          <a:xfrm>
            <a:off x="5662714" y="226037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4" name="文本框 43" title=""/>
          <p:cNvSpPr txBox="1"/>
          <p:nvPr/>
        </p:nvSpPr>
        <p:spPr>
          <a:xfrm>
            <a:off x="5969208" y="29099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45" name="文本框 44" title=""/>
          <p:cNvSpPr txBox="1"/>
          <p:nvPr/>
        </p:nvSpPr>
        <p:spPr>
          <a:xfrm>
            <a:off x="5957890" y="361423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46" name="文本框 45" title=""/>
          <p:cNvSpPr txBox="1"/>
          <p:nvPr/>
        </p:nvSpPr>
        <p:spPr>
          <a:xfrm>
            <a:off x="5674844" y="428908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47" name="文本框 46" title=""/>
          <p:cNvSpPr txBox="1"/>
          <p:nvPr/>
        </p:nvSpPr>
        <p:spPr>
          <a:xfrm>
            <a:off x="5092372" y="488624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6</a:t>
            </a:r>
            <a:endParaRPr lang="zh-CN" altLang="en-US"/>
          </a:p>
        </p:txBody>
      </p:sp>
      <p:sp>
        <p:nvSpPr>
          <p:cNvPr id="59" name="文本框 58" title=""/>
          <p:cNvSpPr txBox="1"/>
          <p:nvPr/>
        </p:nvSpPr>
        <p:spPr>
          <a:xfrm>
            <a:off x="81504" y="324317"/>
            <a:ext cx="7073900" cy="39878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sz="2000"/>
              <a:t>Exercise 1 Observe the picture of Rapunzel and fill in the blanks </a:t>
            </a:r>
            <a:endParaRPr lang="zh-CN" altLang="en-US"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7" name="直接连接符 6" title=""/>
          <p:cNvSpPr/>
          <p:nvPr/>
        </p:nvSpPr>
        <p:spPr>
          <a:xfrm flipV="1">
            <a:off x="2889684" y="5090735"/>
            <a:ext cx="3053916" cy="205"/>
          </a:xfrm>
          <a:prstGeom prst="line">
            <a:avLst/>
          </a:prstGeom>
        </p:spPr>
        <p:style>
          <a:lnRef idx="1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8" name="直接连接符 7" title=""/>
          <p:cNvSpPr/>
          <p:nvPr/>
        </p:nvSpPr>
        <p:spPr>
          <a:xfrm>
            <a:off x="3456385" y="4502962"/>
            <a:ext cx="2603755" cy="20752"/>
          </a:xfrm>
          <a:prstGeom prst="line">
            <a:avLst/>
          </a:prstGeom>
        </p:spPr>
        <p:style>
          <a:lnRef idx="1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9" name="直接连接符 8" title=""/>
          <p:cNvSpPr/>
          <p:nvPr/>
        </p:nvSpPr>
        <p:spPr>
          <a:xfrm flipV="1">
            <a:off x="3765074" y="3808262"/>
            <a:ext cx="1853662" cy="6149"/>
          </a:xfrm>
          <a:prstGeom prst="line">
            <a:avLst/>
          </a:prstGeom>
        </p:spPr>
        <p:style>
          <a:lnRef idx="1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10" name="直接连接符 9" title=""/>
          <p:cNvSpPr/>
          <p:nvPr/>
        </p:nvSpPr>
        <p:spPr>
          <a:xfrm>
            <a:off x="3765073" y="3079438"/>
            <a:ext cx="2295067" cy="40273"/>
          </a:xfrm>
          <a:prstGeom prst="line">
            <a:avLst/>
          </a:prstGeom>
        </p:spPr>
        <p:style>
          <a:lnRef idx="1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11" name="直接连接符 10" title=""/>
          <p:cNvSpPr/>
          <p:nvPr/>
        </p:nvSpPr>
        <p:spPr>
          <a:xfrm>
            <a:off x="3456385" y="2390885"/>
            <a:ext cx="2270275" cy="9534"/>
          </a:xfrm>
          <a:prstGeom prst="line">
            <a:avLst/>
          </a:prstGeom>
        </p:spPr>
        <p:style>
          <a:lnRef idx="1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12" name="直接连接符 11" title=""/>
          <p:cNvSpPr/>
          <p:nvPr/>
        </p:nvSpPr>
        <p:spPr>
          <a:xfrm>
            <a:off x="2889684" y="1802909"/>
            <a:ext cx="2869106" cy="39871"/>
          </a:xfrm>
          <a:prstGeom prst="line">
            <a:avLst/>
          </a:prstGeom>
        </p:spPr>
        <p:style>
          <a:lnRef idx="1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14" name="组合 13" title=""/>
          <p:cNvGrpSpPr/>
          <p:nvPr/>
        </p:nvGrpSpPr>
        <p:grpSpPr>
          <a:xfrm>
            <a:off x="5563819" y="3566841"/>
            <a:ext cx="2475693" cy="1276529"/>
            <a:chOff x="4564256" y="2670375"/>
            <a:chExt cx="2475693" cy="1276529"/>
          </a:xfrm>
        </p:grpSpPr>
        <p:sp>
          <p:nvSpPr>
            <p:cNvPr id="39" name="矩形 38"/>
            <p:cNvSpPr/>
            <p:nvPr/>
          </p:nvSpPr>
          <p:spPr>
            <a:xfrm>
              <a:off x="4564256" y="2670375"/>
              <a:ext cx="2475693" cy="127652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40" name="文本框 39"/>
            <p:cNvSpPr txBox="1"/>
            <p:nvPr/>
          </p:nvSpPr>
          <p:spPr>
            <a:xfrm>
              <a:off x="4564256" y="2670375"/>
              <a:ext cx="2475693" cy="12765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b" anchorCtr="0">
              <a:noAutofit/>
            </a:bodyPr>
            <a:lstStyle/>
            <a:p>
              <a:pPr lvl="0" algn="ctr" defTabSz="28892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sz="6500" kern="1200"/>
            </a:p>
          </p:txBody>
        </p:sp>
      </p:grpSp>
      <p:sp>
        <p:nvSpPr>
          <p:cNvPr id="15" name="椭圆 14" title=""/>
          <p:cNvSpPr/>
          <p:nvPr/>
        </p:nvSpPr>
        <p:spPr>
          <a:xfrm>
            <a:off x="2599563" y="1512790"/>
            <a:ext cx="580240" cy="58024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0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16" name="组合 15" title=""/>
          <p:cNvGrpSpPr/>
          <p:nvPr/>
        </p:nvGrpSpPr>
        <p:grpSpPr>
          <a:xfrm>
            <a:off x="1001006" y="1512790"/>
            <a:ext cx="1598556" cy="580240"/>
            <a:chOff x="1443" y="616324"/>
            <a:chExt cx="1598556" cy="580240"/>
          </a:xfrm>
        </p:grpSpPr>
        <p:sp>
          <p:nvSpPr>
            <p:cNvPr id="37" name="矩形 36"/>
            <p:cNvSpPr/>
            <p:nvPr/>
          </p:nvSpPr>
          <p:spPr>
            <a:xfrm>
              <a:off x="1443" y="616324"/>
              <a:ext cx="1598556" cy="58024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38" name="文本框 37"/>
            <p:cNvSpPr txBox="1"/>
            <p:nvPr/>
          </p:nvSpPr>
          <p:spPr>
            <a:xfrm>
              <a:off x="1443" y="616324"/>
              <a:ext cx="1598556" cy="580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0" rIns="76200" bIns="0" numCol="1" spcCol="1270" anchor="ctr" anchorCtr="0">
              <a:noAutofit/>
            </a:bodyPr>
            <a:lstStyle/>
            <a:p>
              <a:pPr lvl="0" algn="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200" kern="1200"/>
                <a:t>18</a:t>
              </a:r>
              <a:r>
                <a:rPr lang="zh-CN" sz="2200" kern="1200"/>
                <a:t>岁美少女</a:t>
              </a:r>
              <a:endParaRPr lang="zh-CN" sz="2200" kern="1200"/>
            </a:p>
          </p:txBody>
        </p:sp>
      </p:grpSp>
      <p:sp>
        <p:nvSpPr>
          <p:cNvPr id="17" name="椭圆 16" title=""/>
          <p:cNvSpPr/>
          <p:nvPr/>
        </p:nvSpPr>
        <p:spPr>
          <a:xfrm>
            <a:off x="3166265" y="2100767"/>
            <a:ext cx="580240" cy="58024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18" name="组合 17" title=""/>
          <p:cNvGrpSpPr/>
          <p:nvPr/>
        </p:nvGrpSpPr>
        <p:grpSpPr>
          <a:xfrm>
            <a:off x="573740" y="2100767"/>
            <a:ext cx="2592525" cy="580240"/>
            <a:chOff x="-425823" y="1204301"/>
            <a:chExt cx="2592525" cy="580240"/>
          </a:xfrm>
        </p:grpSpPr>
        <p:sp>
          <p:nvSpPr>
            <p:cNvPr id="35" name="矩形 34"/>
            <p:cNvSpPr/>
            <p:nvPr/>
          </p:nvSpPr>
          <p:spPr>
            <a:xfrm>
              <a:off x="1473" y="1204301"/>
              <a:ext cx="2165229" cy="58024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36" name="文本框 35"/>
            <p:cNvSpPr txBox="1"/>
            <p:nvPr/>
          </p:nvSpPr>
          <p:spPr>
            <a:xfrm>
              <a:off x="-425823" y="1204301"/>
              <a:ext cx="2592525" cy="580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0" rIns="68580" bIns="0" numCol="1" spcCol="1270" anchor="ctr" anchorCtr="0">
              <a:noAutofit/>
            </a:bodyPr>
            <a:lstStyle/>
            <a:p>
              <a:pPr lvl="0" algn="r" defTabSz="8001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sz="2200" kern="1200"/>
                <a:t>皮肤白皙</a:t>
              </a:r>
              <a:r>
                <a:rPr lang="en-US" sz="2200" kern="1200"/>
                <a:t>/</a:t>
              </a:r>
              <a:r>
                <a:rPr lang="zh-CN" sz="2200" kern="1200"/>
                <a:t>双颊红润</a:t>
              </a:r>
              <a:endParaRPr lang="zh-CN" sz="2200" kern="1200"/>
            </a:p>
          </p:txBody>
        </p:sp>
      </p:grpSp>
      <p:sp>
        <p:nvSpPr>
          <p:cNvPr id="19" name="椭圆 18" title=""/>
          <p:cNvSpPr/>
          <p:nvPr/>
        </p:nvSpPr>
        <p:spPr>
          <a:xfrm>
            <a:off x="3474953" y="2789319"/>
            <a:ext cx="580240" cy="580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20" name="组合 19" title=""/>
          <p:cNvGrpSpPr/>
          <p:nvPr/>
        </p:nvGrpSpPr>
        <p:grpSpPr>
          <a:xfrm>
            <a:off x="1051373" y="2789318"/>
            <a:ext cx="2473308" cy="580240"/>
            <a:chOff x="2081" y="1892853"/>
            <a:chExt cx="2473308" cy="580240"/>
          </a:xfrm>
        </p:grpSpPr>
        <p:sp>
          <p:nvSpPr>
            <p:cNvPr id="33" name="矩形 32"/>
            <p:cNvSpPr/>
            <p:nvPr/>
          </p:nvSpPr>
          <p:spPr>
            <a:xfrm>
              <a:off x="2081" y="1892853"/>
              <a:ext cx="2473308" cy="58024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34" name="文本框 33"/>
            <p:cNvSpPr txBox="1"/>
            <p:nvPr/>
          </p:nvSpPr>
          <p:spPr>
            <a:xfrm>
              <a:off x="2081" y="1892853"/>
              <a:ext cx="2473308" cy="580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0" rIns="76200" bIns="0" numCol="1" spcCol="1270" anchor="ctr" anchorCtr="0">
              <a:noAutofit/>
            </a:bodyPr>
            <a:lstStyle/>
            <a:p>
              <a:pPr lvl="0" algn="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200" kern="1200"/>
                <a:t>绿色的</a:t>
              </a:r>
              <a:r>
                <a:rPr lang="zh-CN" altLang="en-US" sz="2200"/>
                <a:t>大</a:t>
              </a:r>
              <a:r>
                <a:rPr lang="zh-CN" altLang="en-US" sz="2200" kern="1200"/>
                <a:t>眼</a:t>
              </a:r>
              <a:r>
                <a:rPr lang="zh-CN" altLang="en-US" sz="2200"/>
                <a:t>睛</a:t>
              </a:r>
              <a:endParaRPr lang="zh-CN" altLang="en-US" sz="2200" kern="1200"/>
            </a:p>
          </p:txBody>
        </p:sp>
      </p:grpSp>
      <p:sp>
        <p:nvSpPr>
          <p:cNvPr id="21" name="椭圆 20" title=""/>
          <p:cNvSpPr/>
          <p:nvPr/>
        </p:nvSpPr>
        <p:spPr>
          <a:xfrm>
            <a:off x="3474953" y="3524290"/>
            <a:ext cx="580240" cy="580240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22" name="组合 21" title=""/>
          <p:cNvGrpSpPr/>
          <p:nvPr/>
        </p:nvGrpSpPr>
        <p:grpSpPr>
          <a:xfrm>
            <a:off x="1000771" y="3524290"/>
            <a:ext cx="2474182" cy="580240"/>
            <a:chOff x="1208" y="2627824"/>
            <a:chExt cx="2474182" cy="580240"/>
          </a:xfrm>
        </p:grpSpPr>
        <p:sp>
          <p:nvSpPr>
            <p:cNvPr id="31" name="矩形 30"/>
            <p:cNvSpPr/>
            <p:nvPr/>
          </p:nvSpPr>
          <p:spPr>
            <a:xfrm>
              <a:off x="1208" y="2627824"/>
              <a:ext cx="2474182" cy="58024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32" name="文本框 31"/>
            <p:cNvSpPr txBox="1"/>
            <p:nvPr/>
          </p:nvSpPr>
          <p:spPr>
            <a:xfrm>
              <a:off x="1208" y="2627824"/>
              <a:ext cx="2474182" cy="580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0" rIns="76200" bIns="0" numCol="1" spcCol="1270" anchor="ctr" anchorCtr="0">
              <a:noAutofit/>
            </a:bodyPr>
            <a:lstStyle/>
            <a:p>
              <a:pPr lvl="0" algn="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200" kern="1200"/>
                <a:t>棕色的眉毛</a:t>
              </a:r>
              <a:endParaRPr lang="zh-CN" altLang="en-US" sz="2200" kern="1200"/>
            </a:p>
          </p:txBody>
        </p:sp>
      </p:grpSp>
      <p:sp>
        <p:nvSpPr>
          <p:cNvPr id="23" name="椭圆 22" title=""/>
          <p:cNvSpPr/>
          <p:nvPr/>
        </p:nvSpPr>
        <p:spPr>
          <a:xfrm>
            <a:off x="3166265" y="4212843"/>
            <a:ext cx="580240" cy="58024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24" name="组合 23" title=""/>
          <p:cNvGrpSpPr/>
          <p:nvPr/>
        </p:nvGrpSpPr>
        <p:grpSpPr>
          <a:xfrm>
            <a:off x="62752" y="4159053"/>
            <a:ext cx="3103513" cy="580240"/>
            <a:chOff x="-936811" y="3316377"/>
            <a:chExt cx="3103513" cy="580240"/>
          </a:xfrm>
        </p:grpSpPr>
        <p:sp>
          <p:nvSpPr>
            <p:cNvPr id="29" name="矩形 28"/>
            <p:cNvSpPr/>
            <p:nvPr/>
          </p:nvSpPr>
          <p:spPr>
            <a:xfrm>
              <a:off x="2336" y="3316377"/>
              <a:ext cx="2164366" cy="58024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30" name="文本框 29"/>
            <p:cNvSpPr txBox="1"/>
            <p:nvPr/>
          </p:nvSpPr>
          <p:spPr>
            <a:xfrm>
              <a:off x="-936811" y="3316377"/>
              <a:ext cx="3103513" cy="580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0" rIns="76200" bIns="0" numCol="1" spcCol="1270" anchor="ctr" anchorCtr="0">
              <a:noAutofit/>
            </a:bodyPr>
            <a:lstStyle/>
            <a:p>
              <a:pPr lvl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200" kern="1200"/>
                <a:t>鼻子附近有淡淡的雀斑</a:t>
              </a:r>
              <a:endParaRPr lang="zh-CN" altLang="en-US" sz="2200" kern="1200"/>
            </a:p>
          </p:txBody>
        </p:sp>
      </p:grpSp>
      <p:sp>
        <p:nvSpPr>
          <p:cNvPr id="25" name="椭圆 24" title=""/>
          <p:cNvSpPr/>
          <p:nvPr/>
        </p:nvSpPr>
        <p:spPr>
          <a:xfrm>
            <a:off x="2599563" y="4800820"/>
            <a:ext cx="580240" cy="58024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0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26" name="组合 25" title=""/>
          <p:cNvGrpSpPr/>
          <p:nvPr/>
        </p:nvGrpSpPr>
        <p:grpSpPr>
          <a:xfrm>
            <a:off x="-8966" y="4800820"/>
            <a:ext cx="2608529" cy="580240"/>
            <a:chOff x="-1008529" y="3904354"/>
            <a:chExt cx="2608529" cy="580240"/>
          </a:xfrm>
        </p:grpSpPr>
        <p:sp>
          <p:nvSpPr>
            <p:cNvPr id="27" name="矩形 26"/>
            <p:cNvSpPr/>
            <p:nvPr/>
          </p:nvSpPr>
          <p:spPr>
            <a:xfrm>
              <a:off x="302" y="3904354"/>
              <a:ext cx="1599697" cy="58024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28" name="文本框 27"/>
            <p:cNvSpPr txBox="1"/>
            <p:nvPr/>
          </p:nvSpPr>
          <p:spPr>
            <a:xfrm>
              <a:off x="-1008529" y="3904354"/>
              <a:ext cx="2608529" cy="580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0" rIns="76200" bIns="0" numCol="1" spcCol="1270" anchor="ctr" anchorCtr="0">
              <a:noAutofit/>
            </a:bodyPr>
            <a:lstStyle/>
            <a:p>
              <a:pPr lvl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sz="2200" kern="1200"/>
                <a:t>最出名的是</a:t>
              </a:r>
              <a:r>
                <a:rPr lang="zh-CN" altLang="en-US" sz="2200" kern="1200"/>
                <a:t>近</a:t>
              </a:r>
              <a:r>
                <a:rPr lang="en-US" sz="2200" kern="1200"/>
                <a:t>70</a:t>
              </a:r>
              <a:r>
                <a:rPr lang="zh-CN" sz="2200" kern="1200"/>
                <a:t>英尺</a:t>
              </a:r>
              <a:r>
                <a:rPr lang="zh-CN" altLang="en-US" sz="2200" kern="1200"/>
                <a:t>长</a:t>
              </a:r>
              <a:r>
                <a:rPr lang="zh-CN" sz="2200" kern="1200"/>
                <a:t>的金发</a:t>
              </a:r>
              <a:endParaRPr lang="zh-CN" sz="2200" kern="1200"/>
            </a:p>
          </p:txBody>
        </p:sp>
      </p:grpSp>
      <p:pic>
        <p:nvPicPr>
          <p:cNvPr id="41" name="图片 40" title="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24" y="1119690"/>
            <a:ext cx="5231636" cy="5210717"/>
          </a:xfrm>
          <a:prstGeom prst="rect">
            <a:avLst/>
          </a:prstGeom>
        </p:spPr>
      </p:pic>
      <p:sp>
        <p:nvSpPr>
          <p:cNvPr id="42" name="文本框 41" title=""/>
          <p:cNvSpPr txBox="1"/>
          <p:nvPr/>
        </p:nvSpPr>
        <p:spPr>
          <a:xfrm>
            <a:off x="2766770" y="162598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43" name="文本框 42" title=""/>
          <p:cNvSpPr txBox="1"/>
          <p:nvPr/>
        </p:nvSpPr>
        <p:spPr>
          <a:xfrm>
            <a:off x="3287067" y="226037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4" name="文本框 43" title=""/>
          <p:cNvSpPr txBox="1"/>
          <p:nvPr/>
        </p:nvSpPr>
        <p:spPr>
          <a:xfrm>
            <a:off x="3593561" y="29099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45" name="文本框 44" title=""/>
          <p:cNvSpPr txBox="1"/>
          <p:nvPr/>
        </p:nvSpPr>
        <p:spPr>
          <a:xfrm>
            <a:off x="3582243" y="361423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46" name="文本框 45" title=""/>
          <p:cNvSpPr txBox="1"/>
          <p:nvPr/>
        </p:nvSpPr>
        <p:spPr>
          <a:xfrm>
            <a:off x="3299197" y="428908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47" name="文本框 46" title=""/>
          <p:cNvSpPr txBox="1"/>
          <p:nvPr/>
        </p:nvSpPr>
        <p:spPr>
          <a:xfrm>
            <a:off x="2716725" y="488624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6</a:t>
            </a:r>
            <a:endParaRPr lang="zh-CN" altLang="en-US"/>
          </a:p>
        </p:txBody>
      </p:sp>
      <p:sp>
        <p:nvSpPr>
          <p:cNvPr id="48" name="内容占位符 5" title=""/>
          <p:cNvSpPr>
            <a:spLocks noGrp="1"/>
          </p:cNvSpPr>
          <p:nvPr>
            <p:ph sz="half" idx="2"/>
          </p:nvPr>
        </p:nvSpPr>
        <p:spPr>
          <a:xfrm>
            <a:off x="6329159" y="1348621"/>
            <a:ext cx="5656653" cy="3906952"/>
          </a:xfrm>
          <a:noFill/>
          <a:ln w="38100">
            <a:solidFill>
              <a:srgbClr val="FFC45A"/>
            </a:solidFill>
            <a:prstDash val="lgDashDotDot"/>
          </a:ln>
        </p:spPr>
        <p:txBody>
          <a:bodyPr/>
          <a:lstStyle/>
          <a:p>
            <a:pPr marL="0" indent="0">
              <a:buNone/>
            </a:pPr>
            <a:r>
              <a:rPr lang="en-US" altLang="zh-CN"/>
              <a:t>Rapunzel is a very 1________________ __________________________with 2______________, ________________, 3________________________, 4.________________________and 5. ______________________ around her nose. 6. She is famously known for_______________________, which is_________________________________. </a:t>
            </a:r>
            <a:endParaRPr lang="en-US" altLang="zh-CN"/>
          </a:p>
          <a:p>
            <a:pPr marL="0" indent="0" algn="just">
              <a:buNone/>
            </a:pPr>
            <a:endParaRPr lang="zh-CN" altLang="en-US"/>
          </a:p>
        </p:txBody>
      </p:sp>
      <p:sp>
        <p:nvSpPr>
          <p:cNvPr id="59" name="文本框 58" title=""/>
          <p:cNvSpPr txBox="1"/>
          <p:nvPr/>
        </p:nvSpPr>
        <p:spPr>
          <a:xfrm>
            <a:off x="81504" y="324317"/>
            <a:ext cx="1327608" cy="40011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sz="2000"/>
              <a:t>Exercise 1 </a:t>
            </a:r>
            <a:endParaRPr lang="zh-CN" altLang="en-US" sz="2000"/>
          </a:p>
        </p:txBody>
      </p:sp>
      <p:sp>
        <p:nvSpPr>
          <p:cNvPr id="2" name="文本框 1" title=""/>
          <p:cNvSpPr txBox="1"/>
          <p:nvPr/>
        </p:nvSpPr>
        <p:spPr>
          <a:xfrm>
            <a:off x="81504" y="324317"/>
            <a:ext cx="7073900" cy="39878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sz="2000"/>
              <a:t>Exercise 1 Observe the picture of Rapunzel and fill in the blanks </a:t>
            </a:r>
            <a:endParaRPr lang="zh-CN" altLang="en-US" sz="2000"/>
          </a:p>
        </p:txBody>
      </p:sp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16" name="组合 15" title=""/>
          <p:cNvGrpSpPr/>
          <p:nvPr/>
        </p:nvGrpSpPr>
        <p:grpSpPr>
          <a:xfrm>
            <a:off x="1001006" y="1512790"/>
            <a:ext cx="1598556" cy="580240"/>
            <a:chOff x="1443" y="616324"/>
            <a:chExt cx="1598556" cy="580240"/>
          </a:xfrm>
        </p:grpSpPr>
        <p:sp>
          <p:nvSpPr>
            <p:cNvPr id="37" name="矩形 36"/>
            <p:cNvSpPr/>
            <p:nvPr/>
          </p:nvSpPr>
          <p:spPr>
            <a:xfrm>
              <a:off x="1443" y="616324"/>
              <a:ext cx="1598556" cy="58024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38" name="文本框 37"/>
            <p:cNvSpPr txBox="1"/>
            <p:nvPr/>
          </p:nvSpPr>
          <p:spPr>
            <a:xfrm>
              <a:off x="1443" y="616324"/>
              <a:ext cx="1598556" cy="580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0" rIns="76200" bIns="0" numCol="1" spcCol="1270" anchor="ctr" anchorCtr="0">
              <a:noAutofit/>
            </a:bodyPr>
            <a:lstStyle/>
            <a:p>
              <a:pPr lvl="0" algn="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200" kern="1200"/>
                <a:t>18</a:t>
              </a:r>
              <a:r>
                <a:rPr lang="zh-CN" sz="2200" kern="1200"/>
                <a:t>岁美少女</a:t>
              </a:r>
              <a:endParaRPr lang="zh-CN" sz="2200" kern="1200"/>
            </a:p>
          </p:txBody>
        </p:sp>
      </p:grpSp>
      <p:grpSp>
        <p:nvGrpSpPr>
          <p:cNvPr id="18" name="组合 17" title=""/>
          <p:cNvGrpSpPr/>
          <p:nvPr/>
        </p:nvGrpSpPr>
        <p:grpSpPr>
          <a:xfrm>
            <a:off x="573740" y="2100767"/>
            <a:ext cx="2592525" cy="580240"/>
            <a:chOff x="-425823" y="1204301"/>
            <a:chExt cx="2592525" cy="580240"/>
          </a:xfrm>
        </p:grpSpPr>
        <p:sp>
          <p:nvSpPr>
            <p:cNvPr id="35" name="矩形 34"/>
            <p:cNvSpPr/>
            <p:nvPr/>
          </p:nvSpPr>
          <p:spPr>
            <a:xfrm>
              <a:off x="1473" y="1204301"/>
              <a:ext cx="2165229" cy="58024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36" name="文本框 35"/>
            <p:cNvSpPr txBox="1"/>
            <p:nvPr/>
          </p:nvSpPr>
          <p:spPr>
            <a:xfrm>
              <a:off x="-425823" y="1204301"/>
              <a:ext cx="2592525" cy="580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0" rIns="68580" bIns="0" numCol="1" spcCol="1270" anchor="ctr" anchorCtr="0">
              <a:noAutofit/>
            </a:bodyPr>
            <a:lstStyle/>
            <a:p>
              <a:pPr lvl="0" algn="r" defTabSz="8001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sz="2200" kern="1200"/>
                <a:t>皮肤白皙</a:t>
              </a:r>
              <a:r>
                <a:rPr lang="en-US" sz="2200" kern="1200"/>
                <a:t>/</a:t>
              </a:r>
              <a:r>
                <a:rPr lang="zh-CN" sz="2200" kern="1200"/>
                <a:t>双颊红润</a:t>
              </a:r>
              <a:endParaRPr lang="zh-CN" sz="2200" kern="1200"/>
            </a:p>
          </p:txBody>
        </p:sp>
      </p:grpSp>
      <p:pic>
        <p:nvPicPr>
          <p:cNvPr id="41" name="图片 40" title="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910" y="1099185"/>
            <a:ext cx="5100320" cy="5210810"/>
          </a:xfrm>
          <a:prstGeom prst="rect">
            <a:avLst/>
          </a:prstGeom>
        </p:spPr>
      </p:pic>
      <p:sp>
        <p:nvSpPr>
          <p:cNvPr id="7" name="直接连接符 6" title=""/>
          <p:cNvSpPr/>
          <p:nvPr/>
        </p:nvSpPr>
        <p:spPr>
          <a:xfrm flipV="1">
            <a:off x="2889684" y="5090735"/>
            <a:ext cx="3053916" cy="205"/>
          </a:xfrm>
          <a:prstGeom prst="line">
            <a:avLst/>
          </a:prstGeom>
        </p:spPr>
        <p:style>
          <a:lnRef idx="1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8" name="直接连接符 7" title=""/>
          <p:cNvSpPr/>
          <p:nvPr/>
        </p:nvSpPr>
        <p:spPr>
          <a:xfrm>
            <a:off x="3456385" y="4502962"/>
            <a:ext cx="2603755" cy="20752"/>
          </a:xfrm>
          <a:prstGeom prst="line">
            <a:avLst/>
          </a:prstGeom>
        </p:spPr>
        <p:style>
          <a:lnRef idx="1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9" name="直接连接符 8" title=""/>
          <p:cNvSpPr/>
          <p:nvPr/>
        </p:nvSpPr>
        <p:spPr>
          <a:xfrm flipV="1">
            <a:off x="3765074" y="3808262"/>
            <a:ext cx="1853662" cy="6149"/>
          </a:xfrm>
          <a:prstGeom prst="line">
            <a:avLst/>
          </a:prstGeom>
        </p:spPr>
        <p:style>
          <a:lnRef idx="1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10" name="直接连接符 9" title=""/>
          <p:cNvSpPr/>
          <p:nvPr/>
        </p:nvSpPr>
        <p:spPr>
          <a:xfrm>
            <a:off x="3765073" y="3079438"/>
            <a:ext cx="2295067" cy="40273"/>
          </a:xfrm>
          <a:prstGeom prst="line">
            <a:avLst/>
          </a:prstGeom>
        </p:spPr>
        <p:style>
          <a:lnRef idx="1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11" name="直接连接符 10" title=""/>
          <p:cNvSpPr/>
          <p:nvPr/>
        </p:nvSpPr>
        <p:spPr>
          <a:xfrm>
            <a:off x="3456385" y="2390885"/>
            <a:ext cx="2270275" cy="9534"/>
          </a:xfrm>
          <a:prstGeom prst="line">
            <a:avLst/>
          </a:prstGeom>
        </p:spPr>
        <p:style>
          <a:lnRef idx="1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12" name="直接连接符 11" title=""/>
          <p:cNvSpPr/>
          <p:nvPr/>
        </p:nvSpPr>
        <p:spPr>
          <a:xfrm>
            <a:off x="2889684" y="1802909"/>
            <a:ext cx="2869106" cy="39871"/>
          </a:xfrm>
          <a:prstGeom prst="line">
            <a:avLst/>
          </a:prstGeom>
        </p:spPr>
        <p:style>
          <a:lnRef idx="1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14" name="组合 13" title=""/>
          <p:cNvGrpSpPr/>
          <p:nvPr/>
        </p:nvGrpSpPr>
        <p:grpSpPr>
          <a:xfrm>
            <a:off x="5563819" y="3566841"/>
            <a:ext cx="2475693" cy="1276529"/>
            <a:chOff x="4564256" y="2670375"/>
            <a:chExt cx="2475693" cy="1276529"/>
          </a:xfrm>
        </p:grpSpPr>
        <p:sp>
          <p:nvSpPr>
            <p:cNvPr id="39" name="矩形 38"/>
            <p:cNvSpPr/>
            <p:nvPr/>
          </p:nvSpPr>
          <p:spPr>
            <a:xfrm>
              <a:off x="4564256" y="2670375"/>
              <a:ext cx="2475693" cy="127652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40" name="文本框 39"/>
            <p:cNvSpPr txBox="1"/>
            <p:nvPr/>
          </p:nvSpPr>
          <p:spPr>
            <a:xfrm>
              <a:off x="4564256" y="2670375"/>
              <a:ext cx="2475693" cy="12765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b" anchorCtr="0">
              <a:noAutofit/>
            </a:bodyPr>
            <a:lstStyle/>
            <a:p>
              <a:pPr lvl="0" algn="ctr" defTabSz="28892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zh-CN" sz="6500" kern="1200"/>
            </a:p>
          </p:txBody>
        </p:sp>
      </p:grpSp>
      <p:sp>
        <p:nvSpPr>
          <p:cNvPr id="15" name="椭圆 14" title=""/>
          <p:cNvSpPr/>
          <p:nvPr/>
        </p:nvSpPr>
        <p:spPr>
          <a:xfrm>
            <a:off x="2599563" y="1512790"/>
            <a:ext cx="580240" cy="58024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0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17" name="椭圆 16" title=""/>
          <p:cNvSpPr/>
          <p:nvPr/>
        </p:nvSpPr>
        <p:spPr>
          <a:xfrm>
            <a:off x="3166265" y="2100767"/>
            <a:ext cx="580240" cy="58024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19" name="椭圆 18" title=""/>
          <p:cNvSpPr/>
          <p:nvPr/>
        </p:nvSpPr>
        <p:spPr>
          <a:xfrm>
            <a:off x="3474953" y="2789319"/>
            <a:ext cx="580240" cy="5802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20" name="组合 19" title=""/>
          <p:cNvGrpSpPr/>
          <p:nvPr/>
        </p:nvGrpSpPr>
        <p:grpSpPr>
          <a:xfrm>
            <a:off x="1051373" y="2789318"/>
            <a:ext cx="2473308" cy="580240"/>
            <a:chOff x="2081" y="1892853"/>
            <a:chExt cx="2473308" cy="580240"/>
          </a:xfrm>
        </p:grpSpPr>
        <p:sp>
          <p:nvSpPr>
            <p:cNvPr id="33" name="矩形 32"/>
            <p:cNvSpPr/>
            <p:nvPr/>
          </p:nvSpPr>
          <p:spPr>
            <a:xfrm>
              <a:off x="2081" y="1892853"/>
              <a:ext cx="2473308" cy="58024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34" name="文本框 33"/>
            <p:cNvSpPr txBox="1"/>
            <p:nvPr/>
          </p:nvSpPr>
          <p:spPr>
            <a:xfrm>
              <a:off x="2081" y="1892853"/>
              <a:ext cx="2473308" cy="580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0" rIns="76200" bIns="0" numCol="1" spcCol="1270" anchor="ctr" anchorCtr="0">
              <a:noAutofit/>
            </a:bodyPr>
            <a:lstStyle/>
            <a:p>
              <a:pPr lvl="0" algn="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200" kern="1200"/>
                <a:t>绿色的</a:t>
              </a:r>
              <a:r>
                <a:rPr lang="zh-CN" altLang="en-US" sz="2200"/>
                <a:t>大</a:t>
              </a:r>
              <a:r>
                <a:rPr lang="zh-CN" altLang="en-US" sz="2200" kern="1200"/>
                <a:t>眼</a:t>
              </a:r>
              <a:r>
                <a:rPr lang="zh-CN" altLang="en-US" sz="2200"/>
                <a:t>睛</a:t>
              </a:r>
              <a:endParaRPr lang="zh-CN" altLang="en-US" sz="2200" kern="1200"/>
            </a:p>
          </p:txBody>
        </p:sp>
      </p:grpSp>
      <p:sp>
        <p:nvSpPr>
          <p:cNvPr id="21" name="椭圆 20" title=""/>
          <p:cNvSpPr/>
          <p:nvPr/>
        </p:nvSpPr>
        <p:spPr>
          <a:xfrm>
            <a:off x="3474953" y="3524290"/>
            <a:ext cx="580240" cy="580240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22" name="组合 21" title=""/>
          <p:cNvGrpSpPr/>
          <p:nvPr/>
        </p:nvGrpSpPr>
        <p:grpSpPr>
          <a:xfrm>
            <a:off x="1000771" y="3524290"/>
            <a:ext cx="2474182" cy="580240"/>
            <a:chOff x="1208" y="2627824"/>
            <a:chExt cx="2474182" cy="580240"/>
          </a:xfrm>
        </p:grpSpPr>
        <p:sp>
          <p:nvSpPr>
            <p:cNvPr id="31" name="矩形 30"/>
            <p:cNvSpPr/>
            <p:nvPr/>
          </p:nvSpPr>
          <p:spPr>
            <a:xfrm>
              <a:off x="1208" y="2627824"/>
              <a:ext cx="2474182" cy="58024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32" name="文本框 31"/>
            <p:cNvSpPr txBox="1"/>
            <p:nvPr/>
          </p:nvSpPr>
          <p:spPr>
            <a:xfrm>
              <a:off x="1208" y="2627824"/>
              <a:ext cx="2474182" cy="580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0" rIns="76200" bIns="0" numCol="1" spcCol="1270" anchor="ctr" anchorCtr="0">
              <a:noAutofit/>
            </a:bodyPr>
            <a:lstStyle/>
            <a:p>
              <a:pPr lvl="0" algn="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200" kern="1200"/>
                <a:t>棕色的眉毛</a:t>
              </a:r>
              <a:endParaRPr lang="zh-CN" altLang="en-US" sz="2200" kern="1200"/>
            </a:p>
          </p:txBody>
        </p:sp>
      </p:grpSp>
      <p:sp>
        <p:nvSpPr>
          <p:cNvPr id="23" name="椭圆 22" title=""/>
          <p:cNvSpPr/>
          <p:nvPr/>
        </p:nvSpPr>
        <p:spPr>
          <a:xfrm>
            <a:off x="3166265" y="4212843"/>
            <a:ext cx="580240" cy="58024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0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24" name="组合 23" title=""/>
          <p:cNvGrpSpPr/>
          <p:nvPr/>
        </p:nvGrpSpPr>
        <p:grpSpPr>
          <a:xfrm>
            <a:off x="62752" y="4159053"/>
            <a:ext cx="3103513" cy="580240"/>
            <a:chOff x="-936811" y="3316377"/>
            <a:chExt cx="3103513" cy="580240"/>
          </a:xfrm>
        </p:grpSpPr>
        <p:sp>
          <p:nvSpPr>
            <p:cNvPr id="29" name="矩形 28"/>
            <p:cNvSpPr/>
            <p:nvPr/>
          </p:nvSpPr>
          <p:spPr>
            <a:xfrm>
              <a:off x="2336" y="3316377"/>
              <a:ext cx="2164366" cy="58024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30" name="文本框 29"/>
            <p:cNvSpPr txBox="1"/>
            <p:nvPr/>
          </p:nvSpPr>
          <p:spPr>
            <a:xfrm>
              <a:off x="-936811" y="3316377"/>
              <a:ext cx="3103513" cy="580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0" rIns="76200" bIns="0" numCol="1" spcCol="1270" anchor="ctr" anchorCtr="0">
              <a:noAutofit/>
            </a:bodyPr>
            <a:lstStyle/>
            <a:p>
              <a:pPr lvl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200" kern="1200"/>
                <a:t>鼻子附近有淡淡的雀斑</a:t>
              </a:r>
              <a:endParaRPr lang="zh-CN" altLang="en-US" sz="2200" kern="1200"/>
            </a:p>
          </p:txBody>
        </p:sp>
      </p:grpSp>
      <p:sp>
        <p:nvSpPr>
          <p:cNvPr id="25" name="椭圆 24" title=""/>
          <p:cNvSpPr/>
          <p:nvPr/>
        </p:nvSpPr>
        <p:spPr>
          <a:xfrm>
            <a:off x="2599563" y="4800820"/>
            <a:ext cx="580240" cy="58024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0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2">
            <a:schemeClr val="accent3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26" name="组合 25" title=""/>
          <p:cNvGrpSpPr/>
          <p:nvPr/>
        </p:nvGrpSpPr>
        <p:grpSpPr>
          <a:xfrm>
            <a:off x="-8966" y="4800820"/>
            <a:ext cx="2608529" cy="580240"/>
            <a:chOff x="-1008529" y="3904354"/>
            <a:chExt cx="2608529" cy="580240"/>
          </a:xfrm>
        </p:grpSpPr>
        <p:sp>
          <p:nvSpPr>
            <p:cNvPr id="27" name="矩形 26"/>
            <p:cNvSpPr/>
            <p:nvPr/>
          </p:nvSpPr>
          <p:spPr>
            <a:xfrm>
              <a:off x="302" y="3904354"/>
              <a:ext cx="1599697" cy="58024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28" name="文本框 27"/>
            <p:cNvSpPr txBox="1"/>
            <p:nvPr/>
          </p:nvSpPr>
          <p:spPr>
            <a:xfrm>
              <a:off x="-1008529" y="3904354"/>
              <a:ext cx="2608529" cy="58024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6200" tIns="0" rIns="76200" bIns="0" numCol="1" spcCol="1270" anchor="ctr" anchorCtr="0">
              <a:noAutofit/>
            </a:bodyPr>
            <a:lstStyle/>
            <a:p>
              <a:pPr lvl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sz="2200" kern="1200"/>
                <a:t>最出名的是</a:t>
              </a:r>
              <a:r>
                <a:rPr lang="zh-CN" altLang="en-US" sz="2200" kern="1200"/>
                <a:t>近</a:t>
              </a:r>
              <a:r>
                <a:rPr lang="en-US" sz="2200" kern="1200"/>
                <a:t>70</a:t>
              </a:r>
              <a:r>
                <a:rPr lang="zh-CN" sz="2200" kern="1200"/>
                <a:t>英尺</a:t>
              </a:r>
              <a:r>
                <a:rPr lang="zh-CN" altLang="en-US" sz="2200" kern="1200"/>
                <a:t>长</a:t>
              </a:r>
              <a:r>
                <a:rPr lang="zh-CN" sz="2200" kern="1200"/>
                <a:t>的金发</a:t>
              </a:r>
              <a:endParaRPr lang="zh-CN" sz="2200" kern="1200"/>
            </a:p>
          </p:txBody>
        </p:sp>
      </p:grpSp>
      <p:sp>
        <p:nvSpPr>
          <p:cNvPr id="42" name="文本框 41" title=""/>
          <p:cNvSpPr txBox="1"/>
          <p:nvPr/>
        </p:nvSpPr>
        <p:spPr>
          <a:xfrm>
            <a:off x="2766770" y="162598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43" name="文本框 42" title=""/>
          <p:cNvSpPr txBox="1"/>
          <p:nvPr/>
        </p:nvSpPr>
        <p:spPr>
          <a:xfrm>
            <a:off x="3287067" y="226037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4" name="文本框 43" title=""/>
          <p:cNvSpPr txBox="1"/>
          <p:nvPr/>
        </p:nvSpPr>
        <p:spPr>
          <a:xfrm>
            <a:off x="3593561" y="290998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45" name="文本框 44" title=""/>
          <p:cNvSpPr txBox="1"/>
          <p:nvPr/>
        </p:nvSpPr>
        <p:spPr>
          <a:xfrm>
            <a:off x="3582243" y="361423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46" name="文本框 45" title=""/>
          <p:cNvSpPr txBox="1"/>
          <p:nvPr/>
        </p:nvSpPr>
        <p:spPr>
          <a:xfrm>
            <a:off x="3299197" y="428908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5</a:t>
            </a:r>
            <a:endParaRPr lang="zh-CN" altLang="en-US"/>
          </a:p>
        </p:txBody>
      </p:sp>
      <p:sp>
        <p:nvSpPr>
          <p:cNvPr id="47" name="文本框 46" title=""/>
          <p:cNvSpPr txBox="1"/>
          <p:nvPr/>
        </p:nvSpPr>
        <p:spPr>
          <a:xfrm>
            <a:off x="2716725" y="488624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6</a:t>
            </a:r>
            <a:endParaRPr lang="zh-CN" altLang="en-US"/>
          </a:p>
        </p:txBody>
      </p:sp>
      <p:sp>
        <p:nvSpPr>
          <p:cNvPr id="48" name="内容占位符 5" title=""/>
          <p:cNvSpPr>
            <a:spLocks noGrp="1"/>
          </p:cNvSpPr>
          <p:nvPr>
            <p:ph sz="half" idx="2"/>
          </p:nvPr>
        </p:nvSpPr>
        <p:spPr>
          <a:xfrm>
            <a:off x="6037520" y="1438569"/>
            <a:ext cx="5948291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/>
              <a:t>Rapunzel is a very 1________________ __________________________with 2______________, ________________, 3________________________, 4.________________________and 5. ______________________ around her nose. 6. She is famously known for_______________________, which is_________________________________. </a:t>
            </a:r>
            <a:endParaRPr lang="en-US" altLang="zh-CN"/>
          </a:p>
          <a:p>
            <a:pPr marL="0" indent="0" algn="just">
              <a:buNone/>
            </a:pPr>
            <a:endParaRPr lang="zh-CN" altLang="en-US"/>
          </a:p>
        </p:txBody>
      </p:sp>
      <p:sp>
        <p:nvSpPr>
          <p:cNvPr id="49" name="矩形 48" title=""/>
          <p:cNvSpPr/>
          <p:nvPr/>
        </p:nvSpPr>
        <p:spPr>
          <a:xfrm>
            <a:off x="9098377" y="1438569"/>
            <a:ext cx="26068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</a:rPr>
              <a:t>beautiful 18-year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  <p:sp>
        <p:nvSpPr>
          <p:cNvPr id="50" name="矩形 49" title=""/>
          <p:cNvSpPr/>
          <p:nvPr/>
        </p:nvSpPr>
        <p:spPr>
          <a:xfrm>
            <a:off x="6417672" y="1773827"/>
            <a:ext cx="34166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</a:rPr>
              <a:t>old</a:t>
            </a:r>
            <a:r>
              <a:rPr lang="zh-CN" altLang="en-US" sz="2400" b="1">
                <a:solidFill>
                  <a:srgbClr val="C00000"/>
                </a:solidFill>
              </a:rPr>
              <a:t> </a:t>
            </a:r>
            <a:r>
              <a:rPr lang="en-US" altLang="zh-CN" sz="2400" b="1">
                <a:solidFill>
                  <a:srgbClr val="C00000"/>
                </a:solidFill>
              </a:rPr>
              <a:t>young woman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  <p:sp>
        <p:nvSpPr>
          <p:cNvPr id="51" name="矩形 50" title=""/>
          <p:cNvSpPr/>
          <p:nvPr/>
        </p:nvSpPr>
        <p:spPr>
          <a:xfrm>
            <a:off x="8845493" y="2177830"/>
            <a:ext cx="18036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</a:rPr>
              <a:t>rosy cheeks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  <p:sp>
        <p:nvSpPr>
          <p:cNvPr id="52" name="矩形 51" title=""/>
          <p:cNvSpPr/>
          <p:nvPr/>
        </p:nvSpPr>
        <p:spPr>
          <a:xfrm>
            <a:off x="6802299" y="2233326"/>
            <a:ext cx="12843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</a:rPr>
              <a:t>fair skin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  <p:sp>
        <p:nvSpPr>
          <p:cNvPr id="53" name="矩形 52" title=""/>
          <p:cNvSpPr/>
          <p:nvPr/>
        </p:nvSpPr>
        <p:spPr>
          <a:xfrm>
            <a:off x="7031525" y="2574203"/>
            <a:ext cx="24817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</a:rPr>
              <a:t>large green eyes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  <p:sp>
        <p:nvSpPr>
          <p:cNvPr id="55" name="矩形 54" title=""/>
          <p:cNvSpPr/>
          <p:nvPr/>
        </p:nvSpPr>
        <p:spPr>
          <a:xfrm>
            <a:off x="6969665" y="2973156"/>
            <a:ext cx="25843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</a:rPr>
              <a:t>brown eyebrows 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  <p:sp>
        <p:nvSpPr>
          <p:cNvPr id="56" name="矩形 55" title=""/>
          <p:cNvSpPr/>
          <p:nvPr/>
        </p:nvSpPr>
        <p:spPr>
          <a:xfrm>
            <a:off x="6787882" y="3346752"/>
            <a:ext cx="20569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</a:rPr>
              <a:t>light freckles 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  <p:sp>
        <p:nvSpPr>
          <p:cNvPr id="57" name="矩形 56" title=""/>
          <p:cNvSpPr/>
          <p:nvPr/>
        </p:nvSpPr>
        <p:spPr>
          <a:xfrm>
            <a:off x="6799330" y="4089472"/>
            <a:ext cx="30396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</a:rPr>
              <a:t>her long blonde hair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  <p:sp>
        <p:nvSpPr>
          <p:cNvPr id="58" name="矩形 57" title=""/>
          <p:cNvSpPr/>
          <p:nvPr/>
        </p:nvSpPr>
        <p:spPr>
          <a:xfrm>
            <a:off x="6388944" y="4547678"/>
            <a:ext cx="48285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C00000"/>
                </a:solidFill>
              </a:rPr>
              <a:t>roughly around 70 feet in length</a:t>
            </a:r>
            <a:endParaRPr lang="zh-CN" altLang="en-US" sz="2400" b="1">
              <a:solidFill>
                <a:srgbClr val="C00000"/>
              </a:solidFill>
            </a:endParaRPr>
          </a:p>
        </p:txBody>
      </p:sp>
      <p:sp>
        <p:nvSpPr>
          <p:cNvPr id="59" name="文本框 58" title=""/>
          <p:cNvSpPr txBox="1"/>
          <p:nvPr/>
        </p:nvSpPr>
        <p:spPr>
          <a:xfrm>
            <a:off x="81504" y="324317"/>
            <a:ext cx="7073900" cy="39878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sz="2000"/>
              <a:t>Exercise 1 Observe the picture of Rapunzel and fill in the blanks </a:t>
            </a:r>
            <a:endParaRPr lang="zh-CN" altLang="en-US" sz="2000"/>
          </a:p>
        </p:txBody>
      </p:sp>
      <p:sp>
        <p:nvSpPr>
          <p:cNvPr id="2" name="灯片编号占位符 1" title="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5EE6D27-39EA-4060-B2C7-4FB6949189BA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页脚占位符 2" title=""/>
          <p:cNvSpPr>
            <a:spLocks noGrp="1"/>
          </p:cNvSpPr>
          <p:nvPr>
            <p:ph type="ftr" sz="quarter" idx="11"/>
          </p:nvPr>
        </p:nvSpPr>
        <p:spPr>
          <a:xfrm>
            <a:off x="4038600" y="631190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内容占位符 2" title=""/>
          <p:cNvSpPr>
            <a:spLocks noGrp="1"/>
          </p:cNvSpPr>
          <p:nvPr>
            <p:ph idx="1"/>
          </p:nvPr>
        </p:nvSpPr>
        <p:spPr>
          <a:xfrm>
            <a:off x="838200" y="1825625"/>
            <a:ext cx="5320553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/>
              <a:t>     </a:t>
            </a:r>
            <a:endParaRPr lang="zh-CN" altLang="en-US"/>
          </a:p>
        </p:txBody>
      </p:sp>
      <p:pic>
        <p:nvPicPr>
          <p:cNvPr id="4" name="图片 3" title="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94" y="2275494"/>
            <a:ext cx="2973182" cy="4463444"/>
          </a:xfrm>
          <a:prstGeom prst="rect">
            <a:avLst/>
          </a:prstGeom>
        </p:spPr>
      </p:pic>
      <p:sp>
        <p:nvSpPr>
          <p:cNvPr id="5" name="文本框 4" title=""/>
          <p:cNvSpPr txBox="1"/>
          <p:nvPr/>
        </p:nvSpPr>
        <p:spPr>
          <a:xfrm>
            <a:off x="2109617" y="936758"/>
            <a:ext cx="76289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Segoe Print" panose="02000600000000000000" charset="0"/>
              </a:rPr>
              <a:t>Little Red Riding Hood</a:t>
            </a:r>
            <a:endParaRPr lang="zh-CN" altLang="en-US" sz="4000">
              <a:latin typeface="Segoe Print" panose="02000600000000000000" charset="0"/>
            </a:endParaRPr>
          </a:p>
        </p:txBody>
      </p:sp>
      <p:sp>
        <p:nvSpPr>
          <p:cNvPr id="6" name="文本框 5" title=""/>
          <p:cNvSpPr txBox="1"/>
          <p:nvPr/>
        </p:nvSpPr>
        <p:spPr>
          <a:xfrm>
            <a:off x="0" y="10795"/>
            <a:ext cx="12191365" cy="706755"/>
          </a:xfrm>
          <a:prstGeom prst="rect">
            <a:avLst/>
          </a:prstGeom>
          <a:solidFill>
            <a:schemeClr val="accent6"/>
          </a:solidFill>
          <a:ln>
            <a:solidFill>
              <a:srgbClr val="000000">
                <a:alpha val="0"/>
              </a:srgb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000"/>
              <a:t>Exercise 2—observe and use your own words to introduce Little Red Riding Hood, you should tell how she has</a:t>
            </a:r>
            <a:endParaRPr lang="en-US" altLang="zh-CN" sz="2000"/>
          </a:p>
          <a:p>
            <a:r>
              <a:rPr lang="en-US" altLang="zh-CN" sz="2000"/>
              <a:t>got the name (appearance + a special feature). </a:t>
            </a:r>
            <a:endParaRPr lang="en-US" altLang="zh-CN" sz="2000"/>
          </a:p>
        </p:txBody>
      </p:sp>
      <p:sp>
        <p:nvSpPr>
          <p:cNvPr id="7" name="直接连接符 6" title=""/>
          <p:cNvSpPr/>
          <p:nvPr/>
        </p:nvSpPr>
        <p:spPr>
          <a:xfrm>
            <a:off x="2333065" y="4215350"/>
            <a:ext cx="1748118" cy="93872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8" name="直接连接符 7" title=""/>
          <p:cNvSpPr/>
          <p:nvPr/>
        </p:nvSpPr>
        <p:spPr>
          <a:xfrm>
            <a:off x="2189629" y="3450759"/>
            <a:ext cx="1990166" cy="81936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9" name="直接连接符 8" title=""/>
          <p:cNvSpPr/>
          <p:nvPr/>
        </p:nvSpPr>
        <p:spPr>
          <a:xfrm flipV="1">
            <a:off x="2539252" y="2928657"/>
            <a:ext cx="1326777" cy="149138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20" name="矩形 19" title=""/>
          <p:cNvSpPr/>
          <p:nvPr/>
        </p:nvSpPr>
        <p:spPr>
          <a:xfrm>
            <a:off x="5924100" y="3031766"/>
            <a:ext cx="3542639" cy="409622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22" name="直接连接符 21" title=""/>
          <p:cNvSpPr/>
          <p:nvPr/>
        </p:nvSpPr>
        <p:spPr>
          <a:xfrm>
            <a:off x="2431677" y="4682186"/>
            <a:ext cx="1748118" cy="93872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24" name="直接连接符 23" title=""/>
          <p:cNvSpPr/>
          <p:nvPr/>
        </p:nvSpPr>
        <p:spPr>
          <a:xfrm>
            <a:off x="1920688" y="3758751"/>
            <a:ext cx="2501144" cy="150213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26" name="内容占位符 5" title=""/>
          <p:cNvSpPr txBox="1"/>
          <p:nvPr/>
        </p:nvSpPr>
        <p:spPr>
          <a:xfrm>
            <a:off x="5913755" y="2578100"/>
            <a:ext cx="5948045" cy="3004185"/>
          </a:xfrm>
          <a:prstGeom prst="rect">
            <a:avLst/>
          </a:prstGeom>
          <a:ln w="38100">
            <a:solidFill>
              <a:schemeClr val="accent3">
                <a:lumMod val="75000"/>
              </a:schemeClr>
            </a:solidFill>
            <a:prstDash val="lgDashDotDot"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>
                <a:latin typeface="Book Antiqua" panose="02040602050305030304" pitchFamily="18" charset="0"/>
                <a:cs typeface="Book Antiqua" panose="02040602050305030304" pitchFamily="18" charset="0"/>
              </a:rPr>
              <a:t>Once upon a time, _______________________________________________________________________________________________________________________________________________________________________________________________________________</a:t>
            </a:r>
            <a:endParaRPr lang="en-US" altLang="zh-CN">
              <a:latin typeface="Book Antiqua" panose="02040602050305030304" pitchFamily="18" charset="0"/>
              <a:cs typeface="Book Antiqua" panose="02040602050305030304" pitchFamily="18" charset="0"/>
            </a:endParaRPr>
          </a:p>
        </p:txBody>
      </p:sp>
      <p:cxnSp>
        <p:nvCxnSpPr>
          <p:cNvPr id="21" name="直接连接符 20" title=""/>
          <p:cNvCxnSpPr/>
          <p:nvPr/>
        </p:nvCxnSpPr>
        <p:spPr>
          <a:xfrm>
            <a:off x="8875059" y="2928657"/>
            <a:ext cx="2814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内容占位符 2" title=""/>
          <p:cNvSpPr>
            <a:spLocks noGrp="1"/>
          </p:cNvSpPr>
          <p:nvPr>
            <p:ph idx="1"/>
          </p:nvPr>
        </p:nvSpPr>
        <p:spPr>
          <a:xfrm>
            <a:off x="838200" y="1825625"/>
            <a:ext cx="5320553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/>
              <a:t>     </a:t>
            </a:r>
            <a:endParaRPr lang="zh-CN" altLang="en-US"/>
          </a:p>
        </p:txBody>
      </p:sp>
      <p:pic>
        <p:nvPicPr>
          <p:cNvPr id="4" name="图片 3" title="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94" y="2275494"/>
            <a:ext cx="2973182" cy="4463444"/>
          </a:xfrm>
          <a:prstGeom prst="rect">
            <a:avLst/>
          </a:prstGeom>
        </p:spPr>
      </p:pic>
      <p:sp>
        <p:nvSpPr>
          <p:cNvPr id="5" name="文本框 4" title=""/>
          <p:cNvSpPr txBox="1"/>
          <p:nvPr/>
        </p:nvSpPr>
        <p:spPr>
          <a:xfrm>
            <a:off x="2109617" y="936758"/>
            <a:ext cx="76289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>
                <a:latin typeface="Segoe Print" panose="02000600000000000000" charset="0"/>
              </a:rPr>
              <a:t>Little Red Riding Hood</a:t>
            </a:r>
            <a:endParaRPr lang="zh-CN" altLang="en-US" sz="4000">
              <a:latin typeface="Segoe Print" panose="02000600000000000000" charset="0"/>
            </a:endParaRPr>
          </a:p>
        </p:txBody>
      </p:sp>
      <p:sp>
        <p:nvSpPr>
          <p:cNvPr id="6" name="文本框 5" title=""/>
          <p:cNvSpPr txBox="1"/>
          <p:nvPr/>
        </p:nvSpPr>
        <p:spPr>
          <a:xfrm>
            <a:off x="0" y="10795"/>
            <a:ext cx="12191365" cy="706755"/>
          </a:xfrm>
          <a:prstGeom prst="rect">
            <a:avLst/>
          </a:prstGeom>
          <a:solidFill>
            <a:schemeClr val="accent6"/>
          </a:solidFill>
          <a:ln>
            <a:solidFill>
              <a:srgbClr val="000000">
                <a:alpha val="0"/>
              </a:srgb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000"/>
              <a:t>Exercise 2—observe and use your own words to introduce Little Red Riding Hood, you should tell how she has</a:t>
            </a:r>
            <a:endParaRPr lang="en-US" altLang="zh-CN" sz="2000"/>
          </a:p>
          <a:p>
            <a:r>
              <a:rPr lang="en-US" altLang="zh-CN" sz="2000"/>
              <a:t>got the name (appearance + a special feature). </a:t>
            </a:r>
            <a:endParaRPr lang="en-US" altLang="zh-CN" sz="2000"/>
          </a:p>
        </p:txBody>
      </p:sp>
      <p:sp>
        <p:nvSpPr>
          <p:cNvPr id="7" name="直接连接符 6" title=""/>
          <p:cNvSpPr/>
          <p:nvPr/>
        </p:nvSpPr>
        <p:spPr>
          <a:xfrm>
            <a:off x="2333065" y="4215350"/>
            <a:ext cx="1748118" cy="93872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8" name="直接连接符 7" title=""/>
          <p:cNvSpPr/>
          <p:nvPr/>
        </p:nvSpPr>
        <p:spPr>
          <a:xfrm>
            <a:off x="2189629" y="3450759"/>
            <a:ext cx="1990166" cy="81936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9" name="直接连接符 8" title=""/>
          <p:cNvSpPr/>
          <p:nvPr/>
        </p:nvSpPr>
        <p:spPr>
          <a:xfrm flipV="1">
            <a:off x="2539252" y="2928657"/>
            <a:ext cx="1326777" cy="149138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grpSp>
        <p:nvGrpSpPr>
          <p:cNvPr id="10" name="组合 9" title=""/>
          <p:cNvGrpSpPr/>
          <p:nvPr/>
        </p:nvGrpSpPr>
        <p:grpSpPr>
          <a:xfrm>
            <a:off x="4032846" y="2555449"/>
            <a:ext cx="1624554" cy="627389"/>
            <a:chOff x="6843403" y="0"/>
            <a:chExt cx="1624554" cy="627389"/>
          </a:xfrm>
        </p:grpSpPr>
        <p:sp>
          <p:nvSpPr>
            <p:cNvPr id="11" name="矩形 10"/>
            <p:cNvSpPr/>
            <p:nvPr/>
          </p:nvSpPr>
          <p:spPr>
            <a:xfrm>
              <a:off x="6843403" y="0"/>
              <a:ext cx="1337369" cy="627389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12" name="文本框 11"/>
            <p:cNvSpPr txBox="1"/>
            <p:nvPr/>
          </p:nvSpPr>
          <p:spPr>
            <a:xfrm>
              <a:off x="6843403" y="0"/>
              <a:ext cx="1624554" cy="62738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0" rIns="72390" bIns="0" numCol="1" spcCol="1270" anchor="ctr" anchorCtr="0">
              <a:noAutofit/>
            </a:bodyPr>
            <a:lstStyle/>
            <a:p>
              <a:pPr lvl="0" algn="l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900"/>
                <a:t>红色有帽子的斗篷（</a:t>
              </a:r>
              <a:r>
                <a:rPr lang="en-US" altLang="zh-CN" sz="1900"/>
                <a:t>cloak</a:t>
              </a:r>
              <a:r>
                <a:rPr lang="zh-CN" altLang="en-US" sz="1900"/>
                <a:t>）</a:t>
              </a:r>
              <a:endParaRPr lang="en-US" altLang="zh-CN" sz="1900"/>
            </a:p>
          </p:txBody>
        </p:sp>
      </p:grpSp>
      <p:grpSp>
        <p:nvGrpSpPr>
          <p:cNvPr id="13" name="组合 12" title=""/>
          <p:cNvGrpSpPr/>
          <p:nvPr/>
        </p:nvGrpSpPr>
        <p:grpSpPr>
          <a:xfrm>
            <a:off x="4179795" y="3237481"/>
            <a:ext cx="3272115" cy="631413"/>
            <a:chOff x="3940392" y="635754"/>
            <a:chExt cx="3272115" cy="631413"/>
          </a:xfrm>
        </p:grpSpPr>
        <p:sp>
          <p:nvSpPr>
            <p:cNvPr id="14" name="矩形 13"/>
            <p:cNvSpPr/>
            <p:nvPr/>
          </p:nvSpPr>
          <p:spPr>
            <a:xfrm>
              <a:off x="6230653" y="635754"/>
              <a:ext cx="981854" cy="627389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15" name="文本框 14"/>
            <p:cNvSpPr txBox="1"/>
            <p:nvPr/>
          </p:nvSpPr>
          <p:spPr>
            <a:xfrm>
              <a:off x="3940392" y="639778"/>
              <a:ext cx="981854" cy="62738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0" rIns="72390" bIns="0" numCol="1" spcCol="1270" anchor="ctr" anchorCtr="0">
              <a:noAutofit/>
            </a:bodyPr>
            <a:lstStyle/>
            <a:p>
              <a:pPr lvl="0" algn="l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900"/>
                <a:t>绿色的大眼睛</a:t>
              </a:r>
              <a:endParaRPr lang="zh-CN" sz="1900" kern="1200"/>
            </a:p>
          </p:txBody>
        </p:sp>
      </p:grpSp>
      <p:grpSp>
        <p:nvGrpSpPr>
          <p:cNvPr id="16" name="组合 15" title=""/>
          <p:cNvGrpSpPr/>
          <p:nvPr/>
        </p:nvGrpSpPr>
        <p:grpSpPr>
          <a:xfrm>
            <a:off x="4032846" y="3991564"/>
            <a:ext cx="5118005" cy="700203"/>
            <a:chOff x="3793443" y="1380256"/>
            <a:chExt cx="5118005" cy="700203"/>
          </a:xfrm>
        </p:grpSpPr>
        <p:sp>
          <p:nvSpPr>
            <p:cNvPr id="17" name="矩形 16"/>
            <p:cNvSpPr/>
            <p:nvPr/>
          </p:nvSpPr>
          <p:spPr>
            <a:xfrm>
              <a:off x="5896882" y="1380256"/>
              <a:ext cx="3014566" cy="627389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/>
          </p:txBody>
        </p:sp>
        <p:sp>
          <p:nvSpPr>
            <p:cNvPr id="18" name="文本框 17"/>
            <p:cNvSpPr txBox="1"/>
            <p:nvPr/>
          </p:nvSpPr>
          <p:spPr>
            <a:xfrm>
              <a:off x="3793443" y="1453070"/>
              <a:ext cx="3014566" cy="62738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0" rIns="72390" bIns="0" numCol="1" spcCol="1270" anchor="ctr" anchorCtr="0">
              <a:noAutofit/>
            </a:bodyPr>
            <a:lstStyle/>
            <a:p>
              <a:pPr lvl="0" algn="l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1900"/>
                <a:t>褐色的头发</a:t>
              </a:r>
              <a:endParaRPr lang="zh-CN" sz="1900" kern="1200"/>
            </a:p>
          </p:txBody>
        </p:sp>
      </p:grpSp>
      <p:sp>
        <p:nvSpPr>
          <p:cNvPr id="20" name="矩形 19" title=""/>
          <p:cNvSpPr/>
          <p:nvPr/>
        </p:nvSpPr>
        <p:spPr>
          <a:xfrm>
            <a:off x="5924100" y="3031766"/>
            <a:ext cx="3542639" cy="409622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22" name="直接连接符 21" title=""/>
          <p:cNvSpPr/>
          <p:nvPr/>
        </p:nvSpPr>
        <p:spPr>
          <a:xfrm>
            <a:off x="2431677" y="4682186"/>
            <a:ext cx="1748118" cy="93872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23" name="文本框 22" title=""/>
          <p:cNvSpPr txBox="1"/>
          <p:nvPr/>
        </p:nvSpPr>
        <p:spPr>
          <a:xfrm>
            <a:off x="3862932" y="4605268"/>
            <a:ext cx="3014566" cy="62738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2390" tIns="0" rIns="72390" bIns="0" numCol="1" spcCol="1270" anchor="ctr" anchorCtr="0">
            <a:noAutofit/>
          </a:bodyPr>
          <a:lstStyle/>
          <a:p>
            <a:pPr lvl="0" algn="l" defTabSz="8445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900"/>
              <a:t>红裙子</a:t>
            </a:r>
            <a:endParaRPr lang="zh-CN" sz="1900" kern="1200"/>
          </a:p>
        </p:txBody>
      </p:sp>
      <p:sp>
        <p:nvSpPr>
          <p:cNvPr id="24" name="直接连接符 23" title=""/>
          <p:cNvSpPr/>
          <p:nvPr/>
        </p:nvSpPr>
        <p:spPr>
          <a:xfrm>
            <a:off x="1920688" y="3758751"/>
            <a:ext cx="2501144" cy="150213"/>
          </a:xfrm>
          <a:prstGeom prst="line">
            <a:avLst/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/>
        </p:txBody>
      </p:sp>
      <p:sp>
        <p:nvSpPr>
          <p:cNvPr id="25" name="文本框 24" title=""/>
          <p:cNvSpPr txBox="1"/>
          <p:nvPr/>
        </p:nvSpPr>
        <p:spPr>
          <a:xfrm>
            <a:off x="4304765" y="3645407"/>
            <a:ext cx="1669539" cy="62738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2390" tIns="0" rIns="72390" bIns="0" numCol="1" spcCol="1270" anchor="ctr" anchorCtr="0">
            <a:noAutofit/>
          </a:bodyPr>
          <a:lstStyle/>
          <a:p>
            <a:pPr lvl="0" algn="l" defTabSz="8445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900" kern="1200"/>
              <a:t>带着笑容</a:t>
            </a:r>
            <a:endParaRPr lang="zh-CN" sz="1900" kern="1200"/>
          </a:p>
        </p:txBody>
      </p:sp>
      <p:sp>
        <p:nvSpPr>
          <p:cNvPr id="26" name="内容占位符 5" title=""/>
          <p:cNvSpPr txBox="1"/>
          <p:nvPr/>
        </p:nvSpPr>
        <p:spPr>
          <a:xfrm>
            <a:off x="5913755" y="2578100"/>
            <a:ext cx="5948045" cy="3004185"/>
          </a:xfrm>
          <a:prstGeom prst="rect">
            <a:avLst/>
          </a:prstGeom>
          <a:ln w="38100">
            <a:solidFill>
              <a:schemeClr val="accent3">
                <a:lumMod val="75000"/>
              </a:schemeClr>
            </a:solidFill>
            <a:prstDash val="lgDashDotDot"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zh-CN">
                <a:latin typeface="Book Antiqua" panose="02040602050305030304" pitchFamily="18" charset="0"/>
                <a:cs typeface="Book Antiqua" panose="02040602050305030304" pitchFamily="18" charset="0"/>
              </a:rPr>
              <a:t>Once upon a time, there was a smiley little girl with big green eyes and brunette hair. She liked to wear a red dress with a red cloak which had a hood, so everyone in the village called her Little Red Riding Hood.  </a:t>
            </a:r>
            <a:endParaRPr lang="en-US" altLang="zh-CN">
              <a:latin typeface="Book Antiqua" panose="02040602050305030304" pitchFamily="18" charset="0"/>
              <a:cs typeface="Book Antiqua" panose="0204060205030503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nimBg="1"/>
      <p:bldP spid="2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cxnSp>
        <p:nvCxnSpPr>
          <p:cNvPr id="685" name="直接连接符 684" title=""/>
          <p:cNvCxnSpPr>
            <a:stCxn id="690" idx="2"/>
            <a:endCxn id="693" idx="6"/>
          </p:cNvCxnSpPr>
          <p:nvPr>
            <p:custDataLst>
              <p:tags r:id="rId2"/>
            </p:custDataLst>
          </p:nvPr>
        </p:nvCxnSpPr>
        <p:spPr>
          <a:xfrm flipH="1" flipV="1">
            <a:off x="3335020" y="4171315"/>
            <a:ext cx="1954530" cy="1581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6" name="直接连接符 685" title=""/>
          <p:cNvCxnSpPr>
            <a:stCxn id="697" idx="3"/>
            <a:endCxn id="690" idx="6"/>
          </p:cNvCxnSpPr>
          <p:nvPr>
            <p:custDataLst>
              <p:tags r:id="rId3"/>
            </p:custDataLst>
          </p:nvPr>
        </p:nvCxnSpPr>
        <p:spPr>
          <a:xfrm flipH="1">
            <a:off x="6148705" y="3913505"/>
            <a:ext cx="1869440" cy="4165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7" name="直接连接符 686" title=""/>
          <p:cNvCxnSpPr>
            <a:endCxn id="697" idx="6"/>
          </p:cNvCxnSpPr>
          <p:nvPr>
            <p:custDataLst>
              <p:tags r:id="rId4"/>
            </p:custDataLst>
          </p:nvPr>
        </p:nvCxnSpPr>
        <p:spPr>
          <a:xfrm flipH="1">
            <a:off x="8752205" y="1958340"/>
            <a:ext cx="1905635" cy="165163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9" name="标题 1" title=""/>
          <p:cNvSpPr txBox="1"/>
          <p:nvPr>
            <p:custDataLst>
              <p:tags r:id="rId5"/>
            </p:custDataLst>
          </p:nvPr>
        </p:nvSpPr>
        <p:spPr>
          <a:xfrm>
            <a:off x="3773170" y="5394325"/>
            <a:ext cx="5147310" cy="12096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/>
            </a:lvl1pPr>
          </a:lstStyle>
          <a:p>
            <a:pPr marL="0" lvl="0" indent="0"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zh-CN" sz="2800" b="1" spc="150">
                <a:solidFill>
                  <a:schemeClr val="tx1"/>
                </a:solidFill>
                <a:latin typeface="Book Antiqua" panose="02040602050305030304" pitchFamily="18" charset="0"/>
                <a:ea typeface="微软雅黑"/>
                <a:cs typeface="Book Antiqua" panose="02040602050305030304" pitchFamily="18" charset="0"/>
              </a:rPr>
              <a:t>observed several aspects to write about appearance </a:t>
            </a:r>
            <a:endParaRPr lang="en-US" altLang="zh-CN" sz="2800" b="1" spc="150">
              <a:solidFill>
                <a:schemeClr val="tx1"/>
              </a:solidFill>
              <a:latin typeface="Book Antiqua" panose="02040602050305030304" pitchFamily="18" charset="0"/>
              <a:ea typeface="微软雅黑"/>
              <a:cs typeface="Book Antiqua" panose="02040602050305030304" pitchFamily="18" charset="0"/>
            </a:endParaRPr>
          </a:p>
        </p:txBody>
      </p:sp>
      <p:sp>
        <p:nvSpPr>
          <p:cNvPr id="690" name="椭圆 689" title=""/>
          <p:cNvSpPr/>
          <p:nvPr>
            <p:custDataLst>
              <p:tags r:id="rId6"/>
            </p:custDataLst>
          </p:nvPr>
        </p:nvSpPr>
        <p:spPr>
          <a:xfrm>
            <a:off x="5289550" y="3900170"/>
            <a:ext cx="859155" cy="85915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140000"/>
              </a:lnSpc>
            </a:pPr>
            <a:endParaRPr lang="zh-CN" altLang="en-US">
              <a:latin typeface="Arial" panose="020b0604020202020204" pitchFamily="34" charset="0"/>
              <a:ea typeface="微软雅黑"/>
              <a:sym typeface="Arial" panose="020b0604020202020204" pitchFamily="34" charset="0"/>
            </a:endParaRPr>
          </a:p>
        </p:txBody>
      </p:sp>
      <p:cxnSp>
        <p:nvCxnSpPr>
          <p:cNvPr id="692" name="直接箭头连接符 691" title=""/>
          <p:cNvCxnSpPr/>
          <p:nvPr>
            <p:custDataLst>
              <p:tags r:id="rId7"/>
            </p:custDataLst>
          </p:nvPr>
        </p:nvCxnSpPr>
        <p:spPr>
          <a:xfrm flipH="1">
            <a:off x="5719445" y="4759325"/>
            <a:ext cx="0" cy="55499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3" name="椭圆 692" title=""/>
          <p:cNvSpPr/>
          <p:nvPr>
            <p:custDataLst>
              <p:tags r:id="rId8"/>
            </p:custDataLst>
          </p:nvPr>
        </p:nvSpPr>
        <p:spPr>
          <a:xfrm>
            <a:off x="2475865" y="3741420"/>
            <a:ext cx="859155" cy="85915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140000"/>
              </a:lnSpc>
            </a:pPr>
            <a:endParaRPr lang="zh-CN" altLang="en-US">
              <a:latin typeface="Arial" panose="020b0604020202020204" pitchFamily="34" charset="0"/>
              <a:ea typeface="微软雅黑"/>
              <a:sym typeface="Arial" panose="020b0604020202020204" pitchFamily="34" charset="0"/>
            </a:endParaRPr>
          </a:p>
        </p:txBody>
      </p:sp>
      <p:cxnSp>
        <p:nvCxnSpPr>
          <p:cNvPr id="695" name="直接箭头连接符 694" title=""/>
          <p:cNvCxnSpPr/>
          <p:nvPr>
            <p:custDataLst>
              <p:tags r:id="rId9"/>
            </p:custDataLst>
          </p:nvPr>
        </p:nvCxnSpPr>
        <p:spPr>
          <a:xfrm flipH="1" flipV="1">
            <a:off x="2905760" y="3199765"/>
            <a:ext cx="0" cy="55499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6" name="标题 1" title=""/>
          <p:cNvSpPr txBox="1"/>
          <p:nvPr>
            <p:custDataLst>
              <p:tags r:id="rId10"/>
            </p:custDataLst>
          </p:nvPr>
        </p:nvSpPr>
        <p:spPr>
          <a:xfrm>
            <a:off x="1424940" y="1906905"/>
            <a:ext cx="4077970" cy="1209675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/>
            </a:lvl1pPr>
          </a:lstStyle>
          <a:p>
            <a:pPr marL="0" lvl="0" indent="0"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zh-CN" sz="2800" b="1" spc="150">
                <a:solidFill>
                  <a:schemeClr val="tx1"/>
                </a:solidFill>
                <a:latin typeface="Book Antiqua" panose="02040602050305030304" pitchFamily="18" charset="0"/>
                <a:ea typeface="微软雅黑"/>
                <a:cs typeface="Book Antiqua" panose="02040602050305030304" pitchFamily="18" charset="0"/>
              </a:rPr>
              <a:t>read some examples from classics </a:t>
            </a:r>
            <a:endParaRPr lang="en-US" altLang="zh-CN" sz="2800" b="1" spc="150">
              <a:solidFill>
                <a:schemeClr val="tx1"/>
              </a:solidFill>
              <a:latin typeface="Book Antiqua" panose="02040602050305030304" pitchFamily="18" charset="0"/>
              <a:ea typeface="微软雅黑"/>
              <a:cs typeface="Book Antiqua" panose="02040602050305030304" pitchFamily="18" charset="0"/>
            </a:endParaRPr>
          </a:p>
        </p:txBody>
      </p:sp>
      <p:sp>
        <p:nvSpPr>
          <p:cNvPr id="697" name="椭圆 696" title=""/>
          <p:cNvSpPr/>
          <p:nvPr>
            <p:custDataLst>
              <p:tags r:id="rId11"/>
            </p:custDataLst>
          </p:nvPr>
        </p:nvSpPr>
        <p:spPr>
          <a:xfrm>
            <a:off x="7893050" y="3180080"/>
            <a:ext cx="859155" cy="85915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lnSpc>
                <a:spcPct val="140000"/>
              </a:lnSpc>
            </a:pPr>
            <a:endParaRPr lang="zh-CN" altLang="en-US">
              <a:latin typeface="Arial" panose="020b0604020202020204" pitchFamily="34" charset="0"/>
              <a:ea typeface="微软雅黑"/>
              <a:sym typeface="Arial" panose="020b0604020202020204" pitchFamily="34" charset="0"/>
            </a:endParaRPr>
          </a:p>
        </p:txBody>
      </p:sp>
      <p:cxnSp>
        <p:nvCxnSpPr>
          <p:cNvPr id="699" name="直接箭头连接符 698" title=""/>
          <p:cNvCxnSpPr/>
          <p:nvPr>
            <p:custDataLst>
              <p:tags r:id="rId12"/>
            </p:custDataLst>
          </p:nvPr>
        </p:nvCxnSpPr>
        <p:spPr>
          <a:xfrm flipH="1" flipV="1">
            <a:off x="8322310" y="2630805"/>
            <a:ext cx="0" cy="55499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0" name="标题 1" title=""/>
          <p:cNvSpPr txBox="1"/>
          <p:nvPr>
            <p:custDataLst>
              <p:tags r:id="rId13"/>
            </p:custDataLst>
          </p:nvPr>
        </p:nvSpPr>
        <p:spPr>
          <a:xfrm>
            <a:off x="6640830" y="1691005"/>
            <a:ext cx="4996180" cy="1209675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/>
            </a:lvl1pPr>
          </a:lstStyle>
          <a:p>
            <a:pPr marL="0" lvl="0" indent="0"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zh-CN" sz="2800" b="1" spc="150">
                <a:solidFill>
                  <a:schemeClr val="tx1"/>
                </a:solidFill>
                <a:latin typeface="Book Antiqua" panose="02040602050305030304" pitchFamily="18" charset="0"/>
                <a:ea typeface="微软雅黑"/>
                <a:cs typeface="Book Antiqua" panose="02040602050305030304" pitchFamily="18" charset="0"/>
              </a:rPr>
              <a:t>written about Rapunzel and Little Red Riding Hood</a:t>
            </a:r>
            <a:endParaRPr lang="en-US" altLang="zh-CN" sz="2800" b="1" spc="150">
              <a:solidFill>
                <a:schemeClr val="tx1"/>
              </a:solidFill>
              <a:latin typeface="Book Antiqua" panose="02040602050305030304" pitchFamily="18" charset="0"/>
              <a:ea typeface="微软雅黑"/>
              <a:cs typeface="Book Antiqua" panose="02040602050305030304" pitchFamily="18" charset="0"/>
            </a:endParaRPr>
          </a:p>
        </p:txBody>
      </p:sp>
      <p:pic>
        <p:nvPicPr>
          <p:cNvPr id="702" name="图片 701" title="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447290" y="3741420"/>
            <a:ext cx="914400" cy="914400"/>
          </a:xfrm>
          <a:prstGeom prst="rect">
            <a:avLst/>
          </a:prstGeom>
        </p:spPr>
      </p:pic>
      <p:pic>
        <p:nvPicPr>
          <p:cNvPr id="703" name="图片 702" title="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289550" y="3842385"/>
            <a:ext cx="914400" cy="914400"/>
          </a:xfrm>
          <a:prstGeom prst="rect">
            <a:avLst/>
          </a:prstGeom>
        </p:spPr>
      </p:pic>
      <p:pic>
        <p:nvPicPr>
          <p:cNvPr id="704" name="图片 703" title="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039100" y="3253105"/>
            <a:ext cx="713105" cy="713105"/>
          </a:xfrm>
          <a:prstGeom prst="rect">
            <a:avLst/>
          </a:prstGeom>
        </p:spPr>
      </p:pic>
      <p:sp>
        <p:nvSpPr>
          <p:cNvPr id="2" name="标题 1" title=""/>
          <p:cNvSpPr>
            <a:spLocks noGrp="1"/>
          </p:cNvSpPr>
          <p:nvPr/>
        </p:nvSpPr>
        <p:spPr>
          <a:xfrm>
            <a:off x="461857" y="26307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800" b="1">
                <a:solidFill>
                  <a:schemeClr val="accent6"/>
                </a:solidFill>
                <a:latin typeface="Book Antiqua" panose="02040602050305030304" pitchFamily="18" charset="0"/>
                <a:cs typeface="Arabic Typesetting" panose="03020402040406030203" pitchFamily="66" charset="-78"/>
              </a:rPr>
              <a:t>Review: We have… </a:t>
            </a:r>
            <a:endParaRPr lang="en-US" altLang="zh-CN" sz="4800" b="1">
              <a:solidFill>
                <a:schemeClr val="accent6"/>
              </a:solidFill>
              <a:latin typeface="Book Antiqua" panose="02040602050305030304" pitchFamily="18" charset="0"/>
              <a:cs typeface="Arabic Typesetting" panose="03020402040406030203" pitchFamily="66" charset="-78"/>
            </a:endParaRPr>
          </a:p>
        </p:txBody>
      </p:sp>
    </p:spTree>
    <p:custDataLst>
      <p:tags r:id="rId2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9" grpId="0"/>
      <p:bldP spid="696" grpId="0"/>
      <p:bldP spid="700" grpId="0"/>
    </p:bldLst>
  </p:timing>
</p:sld>
</file>

<file path=ppt/tags/tag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3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3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4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7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8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2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63.xml><?xml version="1.0" encoding="utf-8"?>
<p:tagLst xmlns:p="http://schemas.openxmlformats.org/presentationml/2006/main">
  <p:tag name="TIMING" val="|2.1|2.5|2.7"/>
</p:tagLst>
</file>

<file path=ppt/tags/tag64.xml><?xml version="1.0" encoding="utf-8"?>
<p:tagLst xmlns:p="http://schemas.openxmlformats.org/presentationml/2006/main">
  <p:tag name="KSO_WM_UNIT_PLACING_PICTURE_USER_VIEWPORT" val="{&quot;height&quot;:9990,&quot;width&quot;:12000}"/>
</p:tagLst>
</file>

<file path=ppt/tags/tag65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FILL_FORE_SCHEMECOLOR_INDEX" val="9"/>
  <p:tag name="KSO_WM_UNIT_FILL_TYPE" val="1"/>
  <p:tag name="KSO_WM_UNIT_HIGHLIGHT" val="0"/>
  <p:tag name="KSO_WM_UNIT_ID" val="diagram160193_5*m_h_i*1_2_1"/>
  <p:tag name="KSO_WM_UNIT_INDEX" val="1_2_1"/>
  <p:tag name="KSO_WM_UNIT_LAYERLEVEL" val="1_1_1"/>
  <p:tag name="KSO_WM_UNIT_LINE_FILL_TYPE" val="2"/>
  <p:tag name="KSO_WM_UNIT_LINE_FORE_SCHEMECOLOR_INDEX" val="9"/>
  <p:tag name="KSO_WM_UNIT_SUBTYPE" val="d"/>
  <p:tag name="KSO_WM_UNIT_TEXT_FILL_FORE_SCHEMECOLOR_INDEX" val="14"/>
  <p:tag name="KSO_WM_UNIT_TEXT_FILL_TYPE" val="1"/>
  <p:tag name="KSO_WM_UNIT_TYPE" val="m_h_i"/>
</p:tagLst>
</file>

<file path=ppt/tags/tag66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HIGHLIGHT" val="0"/>
  <p:tag name="KSO_WM_UNIT_ID" val="diagram160193_5*m_h_i*1_2_2"/>
  <p:tag name="KSO_WM_UNIT_INDEX" val="1_2_2"/>
  <p:tag name="KSO_WM_UNIT_LAYERLEVEL" val="1_1_1"/>
  <p:tag name="KSO_WM_UNIT_LINE_FILL_TYPE" val="2"/>
  <p:tag name="KSO_WM_UNIT_LINE_FORE_SCHEMECOLOR_INDEX" val="14"/>
  <p:tag name="KSO_WM_UNIT_TYPE" val="m_h_i"/>
</p:tagLst>
</file>

<file path=ppt/tags/tag67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HIGHLIGHT" val="0"/>
  <p:tag name="KSO_WM_UNIT_ID" val="diagram160193_5*m_h_a*1_2_1"/>
  <p:tag name="KSO_WM_UNIT_INDEX" val="1_2_1"/>
  <p:tag name="KSO_WM_UNIT_ISCONTENTSTITLE" val="0"/>
  <p:tag name="KSO_WM_UNIT_ISNUMDGMTITLE" val="0"/>
  <p:tag name="KSO_WM_UNIT_LAYERLEVEL" val="1_1_1"/>
  <p:tag name="KSO_WM_UNIT_NOCLEAR" val="0"/>
  <p:tag name="KSO_WM_UNIT_PRESET_TEXT" val="单击此处添加标题"/>
  <p:tag name="KSO_WM_UNIT_TEXT_FILL_FORE_SCHEMECOLOR_INDEX" val="9"/>
  <p:tag name="KSO_WM_UNIT_TEXT_FILL_TYPE" val="1"/>
  <p:tag name="KSO_WM_UNIT_TYPE" val="m_h_a"/>
  <p:tag name="KSO_WM_UNIT_VALUE" val="10"/>
</p:tagLst>
</file>

<file path=ppt/tags/tag68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FILL_FORE_SCHEMECOLOR_INDEX" val="8"/>
  <p:tag name="KSO_WM_UNIT_FILL_TYPE" val="1"/>
  <p:tag name="KSO_WM_UNIT_HIGHLIGHT" val="0"/>
  <p:tag name="KSO_WM_UNIT_ID" val="diagram160193_5*m_h_i*1_3_1"/>
  <p:tag name="KSO_WM_UNIT_INDEX" val="1_3_1"/>
  <p:tag name="KSO_WM_UNIT_LAYERLEVEL" val="1_1_1"/>
  <p:tag name="KSO_WM_UNIT_LINE_FILL_TYPE" val="2"/>
  <p:tag name="KSO_WM_UNIT_LINE_FORE_SCHEMECOLOR_INDEX" val="8"/>
  <p:tag name="KSO_WM_UNIT_SUBTYPE" val="d"/>
  <p:tag name="KSO_WM_UNIT_TEXT_FILL_FORE_SCHEMECOLOR_INDEX" val="14"/>
  <p:tag name="KSO_WM_UNIT_TEXT_FILL_TYPE" val="1"/>
  <p:tag name="KSO_WM_UNIT_TYPE" val="m_h_i"/>
</p:tagLst>
</file>

<file path=ppt/tags/tag69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HIGHLIGHT" val="0"/>
  <p:tag name="KSO_WM_UNIT_ID" val="diagram160193_5*m_h_i*1_3_2"/>
  <p:tag name="KSO_WM_UNIT_INDEX" val="1_3_2"/>
  <p:tag name="KSO_WM_UNIT_LAYERLEVEL" val="1_1_1"/>
  <p:tag name="KSO_WM_UNIT_LINE_FILL_TYPE" val="2"/>
  <p:tag name="KSO_WM_UNIT_LINE_FORE_SCHEMECOLOR_INDEX" val="14"/>
  <p:tag name="KSO_WM_UNIT_TYPE" val="m_h_i"/>
</p:tagLst>
</file>

<file path=ppt/tags/tag70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HIGHLIGHT" val="0"/>
  <p:tag name="KSO_WM_UNIT_ID" val="diagram160193_5*m_h_a*1_3_1"/>
  <p:tag name="KSO_WM_UNIT_INDEX" val="1_3_1"/>
  <p:tag name="KSO_WM_UNIT_ISCONTENTSTITLE" val="0"/>
  <p:tag name="KSO_WM_UNIT_ISNUMDGMTITLE" val="0"/>
  <p:tag name="KSO_WM_UNIT_LAYERLEVEL" val="1_1_1"/>
  <p:tag name="KSO_WM_UNIT_NOCLEAR" val="0"/>
  <p:tag name="KSO_WM_UNIT_PRESET_TEXT" val="单击此处添加标题"/>
  <p:tag name="KSO_WM_UNIT_TEXT_FILL_FORE_SCHEMECOLOR_INDEX" val="8"/>
  <p:tag name="KSO_WM_UNIT_TEXT_FILL_TYPE" val="1"/>
  <p:tag name="KSO_WM_UNIT_TYPE" val="m_h_a"/>
  <p:tag name="KSO_WM_UNIT_VALUE" val="10"/>
</p:tagLst>
</file>

<file path=ppt/tags/tag71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FILL_FORE_SCHEMECOLOR_INDEX" val="7"/>
  <p:tag name="KSO_WM_UNIT_FILL_TYPE" val="1"/>
  <p:tag name="KSO_WM_UNIT_HIGHLIGHT" val="0"/>
  <p:tag name="KSO_WM_UNIT_ID" val="diagram160193_5*m_h_i*1_4_1"/>
  <p:tag name="KSO_WM_UNIT_INDEX" val="1_4_1"/>
  <p:tag name="KSO_WM_UNIT_LAYERLEVEL" val="1_1_1"/>
  <p:tag name="KSO_WM_UNIT_LINE_FILL_TYPE" val="2"/>
  <p:tag name="KSO_WM_UNIT_LINE_FORE_SCHEMECOLOR_INDEX" val="7"/>
  <p:tag name="KSO_WM_UNIT_SUBTYPE" val="d"/>
  <p:tag name="KSO_WM_UNIT_TEXT_FILL_FORE_SCHEMECOLOR_INDEX" val="14"/>
  <p:tag name="KSO_WM_UNIT_TEXT_FILL_TYPE" val="1"/>
  <p:tag name="KSO_WM_UNIT_TYPE" val="m_h_i"/>
</p:tagLst>
</file>

<file path=ppt/tags/tag72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HIGHLIGHT" val="0"/>
  <p:tag name="KSO_WM_UNIT_ID" val="diagram160193_5*m_h_i*1_4_2"/>
  <p:tag name="KSO_WM_UNIT_INDEX" val="1_4_2"/>
  <p:tag name="KSO_WM_UNIT_LAYERLEVEL" val="1_1_1"/>
  <p:tag name="KSO_WM_UNIT_LINE_FILL_TYPE" val="2"/>
  <p:tag name="KSO_WM_UNIT_LINE_FORE_SCHEMECOLOR_INDEX" val="14"/>
  <p:tag name="KSO_WM_UNIT_TYPE" val="m_h_i"/>
</p:tagLst>
</file>

<file path=ppt/tags/tag73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HIGHLIGHT" val="0"/>
  <p:tag name="KSO_WM_UNIT_ID" val="diagram160193_5*m_h_a*1_4_1"/>
  <p:tag name="KSO_WM_UNIT_INDEX" val="1_4_1"/>
  <p:tag name="KSO_WM_UNIT_ISCONTENTSTITLE" val="0"/>
  <p:tag name="KSO_WM_UNIT_ISNUMDGMTITLE" val="0"/>
  <p:tag name="KSO_WM_UNIT_LAYERLEVEL" val="1_1_1"/>
  <p:tag name="KSO_WM_UNIT_NOCLEAR" val="0"/>
  <p:tag name="KSO_WM_UNIT_PRESET_TEXT" val="单击此处添加标题"/>
  <p:tag name="KSO_WM_UNIT_TEXT_FILL_FORE_SCHEMECOLOR_INDEX" val="7"/>
  <p:tag name="KSO_WM_UNIT_TEXT_FILL_TYPE" val="1"/>
  <p:tag name="KSO_WM_UNIT_TYPE" val="m_h_a"/>
  <p:tag name="KSO_WM_UNIT_VALUE" val="10"/>
</p:tagLst>
</file>

<file path=ppt/tags/tag74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HIGHLIGHT" val="0"/>
  <p:tag name="KSO_WM_UNIT_ID" val="diagram160193_5*m_h_f*1_4_1"/>
  <p:tag name="KSO_WM_UNIT_INDEX" val="1_4_1"/>
  <p:tag name="KSO_WM_UNIT_LAYERLEVEL" val="1_1_1"/>
  <p:tag name="KSO_WM_UNIT_NOCLEAR" val="0"/>
  <p:tag name="KSO_WM_UNIT_PRESET_TEXT" val="单击此处添加文本具体内容"/>
  <p:tag name="KSO_WM_UNIT_SUBTYPE" val="a"/>
  <p:tag name="KSO_WM_UNIT_TEXT_FILL_FORE_SCHEMECOLOR_INDEX" val="13"/>
  <p:tag name="KSO_WM_UNIT_TEXT_FILL_TYPE" val="1"/>
  <p:tag name="KSO_WM_UNIT_TYPE" val="m_h_f"/>
  <p:tag name="KSO_WM_UNIT_VALUE" val="15"/>
</p:tagLst>
</file>

<file path=ppt/tags/tag75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FILL_FORE_SCHEMECOLOR_INDEX" val="6"/>
  <p:tag name="KSO_WM_UNIT_FILL_TYPE" val="1"/>
  <p:tag name="KSO_WM_UNIT_HIGHLIGHT" val="0"/>
  <p:tag name="KSO_WM_UNIT_ID" val="diagram160193_5*m_h_i*1_5_1"/>
  <p:tag name="KSO_WM_UNIT_INDEX" val="1_5_1"/>
  <p:tag name="KSO_WM_UNIT_LAYERLEVEL" val="1_1_1"/>
  <p:tag name="KSO_WM_UNIT_LINE_FILL_TYPE" val="2"/>
  <p:tag name="KSO_WM_UNIT_LINE_FORE_SCHEMECOLOR_INDEX" val="6"/>
  <p:tag name="KSO_WM_UNIT_SUBTYPE" val="d"/>
  <p:tag name="KSO_WM_UNIT_TEXT_FILL_FORE_SCHEMECOLOR_INDEX" val="14"/>
  <p:tag name="KSO_WM_UNIT_TEXT_FILL_TYPE" val="1"/>
  <p:tag name="KSO_WM_UNIT_TYPE" val="m_h_i"/>
</p:tagLst>
</file>

<file path=ppt/tags/tag76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HIGHLIGHT" val="0"/>
  <p:tag name="KSO_WM_UNIT_ID" val="diagram160193_5*m_h_i*1_5_2"/>
  <p:tag name="KSO_WM_UNIT_INDEX" val="1_5_2"/>
  <p:tag name="KSO_WM_UNIT_LAYERLEVEL" val="1_1_1"/>
  <p:tag name="KSO_WM_UNIT_LINE_FILL_TYPE" val="2"/>
  <p:tag name="KSO_WM_UNIT_LINE_FORE_SCHEMECOLOR_INDEX" val="14"/>
  <p:tag name="KSO_WM_UNIT_TYPE" val="m_h_i"/>
</p:tagLst>
</file>

<file path=ppt/tags/tag77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HIGHLIGHT" val="0"/>
  <p:tag name="KSO_WM_UNIT_ID" val="diagram160193_5*m_h_a*1_5_1"/>
  <p:tag name="KSO_WM_UNIT_INDEX" val="1_5_1"/>
  <p:tag name="KSO_WM_UNIT_ISCONTENTSTITLE" val="0"/>
  <p:tag name="KSO_WM_UNIT_ISNUMDGMTITLE" val="0"/>
  <p:tag name="KSO_WM_UNIT_LAYERLEVEL" val="1_1_1"/>
  <p:tag name="KSO_WM_UNIT_NOCLEAR" val="0"/>
  <p:tag name="KSO_WM_UNIT_PRESET_TEXT" val="单击此处添加标题"/>
  <p:tag name="KSO_WM_UNIT_TEXT_FILL_FORE_SCHEMECOLOR_INDEX" val="6"/>
  <p:tag name="KSO_WM_UNIT_TEXT_FILL_TYPE" val="1"/>
  <p:tag name="KSO_WM_UNIT_TYPE" val="m_h_a"/>
  <p:tag name="KSO_WM_UNIT_VALUE" val="10"/>
</p:tagLst>
</file>

<file path=ppt/tags/tag78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HIGHLIGHT" val="0"/>
  <p:tag name="KSO_WM_UNIT_ID" val="diagram160193_5*m_h_f*1_5_1"/>
  <p:tag name="KSO_WM_UNIT_INDEX" val="1_5_1"/>
  <p:tag name="KSO_WM_UNIT_LAYERLEVEL" val="1_1_1"/>
  <p:tag name="KSO_WM_UNIT_NOCLEAR" val="0"/>
  <p:tag name="KSO_WM_UNIT_PRESET_TEXT" val="单击此处添加文本具体内容"/>
  <p:tag name="KSO_WM_UNIT_SUBTYPE" val="a"/>
  <p:tag name="KSO_WM_UNIT_TEXT_FILL_FORE_SCHEMECOLOR_INDEX" val="13"/>
  <p:tag name="KSO_WM_UNIT_TEXT_FILL_TYPE" val="1"/>
  <p:tag name="KSO_WM_UNIT_TYPE" val="m_h_f"/>
  <p:tag name="KSO_WM_UNIT_VALUE" val="16"/>
</p:tagLst>
</file>

<file path=ppt/tags/tag79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FILL_FORE_SCHEMECOLOR_INDEX" val="14"/>
  <p:tag name="KSO_WM_UNIT_FILL_TYPE" val="1"/>
  <p:tag name="KSO_WM_UNIT_HIGHLIGHT" val="0"/>
  <p:tag name="KSO_WM_UNIT_ID" val="diagram160193_5*m_i*1_1"/>
  <p:tag name="KSO_WM_UNIT_INDEX" val="1_1"/>
  <p:tag name="KSO_WM_UNIT_LAYERLEVEL" val="1_1"/>
  <p:tag name="KSO_WM_UNIT_TEXT_FILL_FORE_SCHEMECOLOR_INDEX" val="2"/>
  <p:tag name="KSO_WM_UNIT_TEXT_FILL_TYPE" val="1"/>
  <p:tag name="KSO_WM_UNIT_TYPE" val="m_i"/>
</p:tagLst>
</file>

<file path=ppt/tags/tag80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FILL_FORE_SCHEMECOLOR_INDEX" val="14"/>
  <p:tag name="KSO_WM_UNIT_FILL_TYPE" val="1"/>
  <p:tag name="KSO_WM_UNIT_HIGHLIGHT" val="0"/>
  <p:tag name="KSO_WM_UNIT_ID" val="diagram160193_5*m_i*1_2"/>
  <p:tag name="KSO_WM_UNIT_INDEX" val="1_2"/>
  <p:tag name="KSO_WM_UNIT_LAYERLEVEL" val="1_1"/>
  <p:tag name="KSO_WM_UNIT_TEXT_FILL_FORE_SCHEMECOLOR_INDEX" val="2"/>
  <p:tag name="KSO_WM_UNIT_TEXT_FILL_TYPE" val="1"/>
  <p:tag name="KSO_WM_UNIT_TYPE" val="m_i"/>
</p:tagLst>
</file>

<file path=ppt/tags/tag81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FILL_FORE_SCHEMECOLOR_INDEX" val="14"/>
  <p:tag name="KSO_WM_UNIT_FILL_TYPE" val="1"/>
  <p:tag name="KSO_WM_UNIT_HIGHLIGHT" val="0"/>
  <p:tag name="KSO_WM_UNIT_ID" val="diagram160193_5*m_i*1_3"/>
  <p:tag name="KSO_WM_UNIT_INDEX" val="1_3"/>
  <p:tag name="KSO_WM_UNIT_LAYERLEVEL" val="1_1"/>
  <p:tag name="KSO_WM_UNIT_TEXT_FILL_FORE_SCHEMECOLOR_INDEX" val="2"/>
  <p:tag name="KSO_WM_UNIT_TEXT_FILL_TYPE" val="1"/>
  <p:tag name="KSO_WM_UNIT_TYPE" val="m_i"/>
</p:tagLst>
</file>

<file path=ppt/tags/tag82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FILL_FORE_SCHEMECOLOR_INDEX" val="14"/>
  <p:tag name="KSO_WM_UNIT_FILL_TYPE" val="1"/>
  <p:tag name="KSO_WM_UNIT_HIGHLIGHT" val="0"/>
  <p:tag name="KSO_WM_UNIT_ID" val="diagram160193_5*m_i*1_4"/>
  <p:tag name="KSO_WM_UNIT_INDEX" val="1_4"/>
  <p:tag name="KSO_WM_UNIT_LAYERLEVEL" val="1_1"/>
  <p:tag name="KSO_WM_UNIT_TEXT_FILL_FORE_SCHEMECOLOR_INDEX" val="2"/>
  <p:tag name="KSO_WM_UNIT_TEXT_FILL_TYPE" val="1"/>
  <p:tag name="KSO_WM_UNIT_TYPE" val="m_i"/>
</p:tagLst>
</file>

<file path=ppt/tags/tag83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FILL_FORE_SCHEMECOLOR_INDEX" val="14"/>
  <p:tag name="KSO_WM_UNIT_FILL_TYPE" val="1"/>
  <p:tag name="KSO_WM_UNIT_HIGHLIGHT" val="0"/>
  <p:tag name="KSO_WM_UNIT_ID" val="diagram160193_5*m_i*1_5"/>
  <p:tag name="KSO_WM_UNIT_INDEX" val="1_5"/>
  <p:tag name="KSO_WM_UNIT_LAYERLEVEL" val="1_1"/>
  <p:tag name="KSO_WM_UNIT_TEXT_FILL_FORE_SCHEMECOLOR_INDEX" val="2"/>
  <p:tag name="KSO_WM_UNIT_TEXT_FILL_TYPE" val="1"/>
  <p:tag name="KSO_WM_UNIT_TYPE" val="m_i"/>
</p:tagLst>
</file>

<file path=ppt/tags/tag84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FILL_FORE_SCHEMECOLOR_INDEX" val="14"/>
  <p:tag name="KSO_WM_UNIT_FILL_TYPE" val="1"/>
  <p:tag name="KSO_WM_UNIT_HIGHLIGHT" val="0"/>
  <p:tag name="KSO_WM_UNIT_ID" val="diagram160193_5*m_i*1_6"/>
  <p:tag name="KSO_WM_UNIT_INDEX" val="1_6"/>
  <p:tag name="KSO_WM_UNIT_LAYERLEVEL" val="1_1"/>
  <p:tag name="KSO_WM_UNIT_TEXT_FILL_FORE_SCHEMECOLOR_INDEX" val="2"/>
  <p:tag name="KSO_WM_UNIT_TEXT_FILL_TYPE" val="1"/>
  <p:tag name="KSO_WM_UNIT_TYPE" val="m_i"/>
</p:tagLst>
</file>

<file path=ppt/tags/tag85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FILL_FORE_SCHEMECOLOR_INDEX" val="14"/>
  <p:tag name="KSO_WM_UNIT_FILL_TYPE" val="1"/>
  <p:tag name="KSO_WM_UNIT_HIGHLIGHT" val="0"/>
  <p:tag name="KSO_WM_UNIT_ID" val="diagram160193_5*m_i*1_7"/>
  <p:tag name="KSO_WM_UNIT_INDEX" val="1_7"/>
  <p:tag name="KSO_WM_UNIT_LAYERLEVEL" val="1_1"/>
  <p:tag name="KSO_WM_UNIT_TEXT_FILL_FORE_SCHEMECOLOR_INDEX" val="2"/>
  <p:tag name="KSO_WM_UNIT_TEXT_FILL_TYPE" val="1"/>
  <p:tag name="KSO_WM_UNIT_TYPE" val="m_i"/>
</p:tagLst>
</file>

<file path=ppt/tags/tag86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FILL_FORE_SCHEMECOLOR_INDEX" val="10"/>
  <p:tag name="KSO_WM_UNIT_FILL_TYPE" val="1"/>
  <p:tag name="KSO_WM_UNIT_HIGHLIGHT" val="0"/>
  <p:tag name="KSO_WM_UNIT_ID" val="diagram160193_5*m_h_i*1_1_1"/>
  <p:tag name="KSO_WM_UNIT_INDEX" val="1_1_1"/>
  <p:tag name="KSO_WM_UNIT_LAYERLEVEL" val="1_1_1"/>
  <p:tag name="KSO_WM_UNIT_LINE_FILL_TYPE" val="2"/>
  <p:tag name="KSO_WM_UNIT_LINE_FORE_SCHEMECOLOR_INDEX" val="10"/>
  <p:tag name="KSO_WM_UNIT_SUBTYPE" val="d"/>
  <p:tag name="KSO_WM_UNIT_TEXT_FILL_FORE_SCHEMECOLOR_INDEX" val="14"/>
  <p:tag name="KSO_WM_UNIT_TEXT_FILL_TYPE" val="1"/>
  <p:tag name="KSO_WM_UNIT_TYPE" val="m_h_i"/>
</p:tagLst>
</file>

<file path=ppt/tags/tag87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HIGHLIGHT" val="0"/>
  <p:tag name="KSO_WM_UNIT_ID" val="diagram160193_5*m_h_f*1_1_1"/>
  <p:tag name="KSO_WM_UNIT_INDEX" val="1_1_1"/>
  <p:tag name="KSO_WM_UNIT_LAYERLEVEL" val="1_1_1"/>
  <p:tag name="KSO_WM_UNIT_NOCLEAR" val="0"/>
  <p:tag name="KSO_WM_UNIT_PRESET_TEXT" val="单击此处添加文本具体内容"/>
  <p:tag name="KSO_WM_UNIT_SUBTYPE" val="a"/>
  <p:tag name="KSO_WM_UNIT_TEXT_FILL_FORE_SCHEMECOLOR_INDEX" val="13"/>
  <p:tag name="KSO_WM_UNIT_TEXT_FILL_TYPE" val="1"/>
  <p:tag name="KSO_WM_UNIT_TYPE" val="m_h_f"/>
  <p:tag name="KSO_WM_UNIT_VALUE" val="16"/>
</p:tagLst>
</file>

<file path=ppt/tags/tag88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HIGHLIGHT" val="0"/>
  <p:tag name="KSO_WM_UNIT_ID" val="diagram160193_5*m_h_i*1_1_2"/>
  <p:tag name="KSO_WM_UNIT_INDEX" val="1_1_2"/>
  <p:tag name="KSO_WM_UNIT_LAYERLEVEL" val="1_1_1"/>
  <p:tag name="KSO_WM_UNIT_LINE_FILL_TYPE" val="2"/>
  <p:tag name="KSO_WM_UNIT_LINE_FORE_SCHEMECOLOR_INDEX" val="14"/>
  <p:tag name="KSO_WM_UNIT_TYPE" val="m_h_i"/>
</p:tagLst>
</file>

<file path=ppt/tags/tag89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HIGHLIGHT" val="0"/>
  <p:tag name="KSO_WM_UNIT_ID" val="diagram160193_5*m_h_a*1_1_1"/>
  <p:tag name="KSO_WM_UNIT_INDEX" val="1_1_1"/>
  <p:tag name="KSO_WM_UNIT_ISCONTENTSTITLE" val="0"/>
  <p:tag name="KSO_WM_UNIT_ISNUMDGMTITLE" val="0"/>
  <p:tag name="KSO_WM_UNIT_LAYERLEVEL" val="1_1_1"/>
  <p:tag name="KSO_WM_UNIT_NOCLEAR" val="0"/>
  <p:tag name="KSO_WM_UNIT_PRESET_TEXT" val="单击此处添加标题"/>
  <p:tag name="KSO_WM_UNIT_TEXT_FILL_FORE_SCHEMECOLOR_INDEX" val="10"/>
  <p:tag name="KSO_WM_UNIT_TEXT_FILL_TYPE" val="1"/>
  <p:tag name="KSO_WM_UNIT_TYPE" val="m_h_a"/>
  <p:tag name="KSO_WM_UNIT_VALUE" val="10"/>
</p:tagLst>
</file>

<file path=ppt/tags/tag90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193"/>
  <p:tag name="KSO_WM_UNIT_COMPATIBLE" val="0"/>
  <p:tag name="KSO_WM_UNIT_DIAGRAM_ISNUMVISUAL" val="0"/>
  <p:tag name="KSO_WM_UNIT_DIAGRAM_ISREFERUNIT" val="0"/>
  <p:tag name="KSO_WM_UNIT_HIGHLIGHT" val="0"/>
  <p:tag name="KSO_WM_UNIT_ID" val="diagram160193_5*m_h_f*1_5_1"/>
  <p:tag name="KSO_WM_UNIT_INDEX" val="1_5_1"/>
  <p:tag name="KSO_WM_UNIT_LAYERLEVEL" val="1_1_1"/>
  <p:tag name="KSO_WM_UNIT_NOCLEAR" val="0"/>
  <p:tag name="KSO_WM_UNIT_PRESET_TEXT" val="单击此处添加文本具体内容"/>
  <p:tag name="KSO_WM_UNIT_SUBTYPE" val="a"/>
  <p:tag name="KSO_WM_UNIT_TEXT_FILL_FORE_SCHEMECOLOR_INDEX" val="13"/>
  <p:tag name="KSO_WM_UNIT_TEXT_FILL_TYPE" val="1"/>
  <p:tag name="KSO_WM_UNIT_TYPE" val="m_h_f"/>
  <p:tag name="KSO_WM_UNIT_VALUE" val="16"/>
</p:tagLst>
</file>

<file path=ppt/tags/tag91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047"/>
  <p:tag name="KSO_WM_UNIT_COMPATIBLE" val="0"/>
  <p:tag name="KSO_WM_UNIT_DIAGRAM_ISNUMVISUAL" val="0"/>
  <p:tag name="KSO_WM_UNIT_DIAGRAM_ISREFERUNIT" val="0"/>
  <p:tag name="KSO_WM_UNIT_HIGHLIGHT" val="0"/>
  <p:tag name="KSO_WM_UNIT_ID" val="diagram160047_2*m_h_z*1_2_3"/>
  <p:tag name="KSO_WM_UNIT_INDEX" val="1_2_3"/>
  <p:tag name="KSO_WM_UNIT_LAYERLEVEL" val="1_1_1"/>
  <p:tag name="KSO_WM_UNIT_LINE_FILL_TYPE" val="2"/>
  <p:tag name="KSO_WM_UNIT_LINE_FORE_SCHEMECOLOR_INDEX" val="14"/>
  <p:tag name="KSO_WM_UNIT_TYPE" val="m_h_z"/>
  <p:tag name="KSO_WM_UNIT_USESOURCEFORMAT_APPLY" val="0"/>
</p:tagLst>
</file>

<file path=ppt/tags/tag92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047"/>
  <p:tag name="KSO_WM_UNIT_COMPATIBLE" val="0"/>
  <p:tag name="KSO_WM_UNIT_DIAGRAM_ISNUMVISUAL" val="0"/>
  <p:tag name="KSO_WM_UNIT_DIAGRAM_ISREFERUNIT" val="0"/>
  <p:tag name="KSO_WM_UNIT_HIGHLIGHT" val="0"/>
  <p:tag name="KSO_WM_UNIT_ID" val="diagram160047_2*m_h_z*1_3_3"/>
  <p:tag name="KSO_WM_UNIT_INDEX" val="1_3_3"/>
  <p:tag name="KSO_WM_UNIT_LAYERLEVEL" val="1_1_1"/>
  <p:tag name="KSO_WM_UNIT_LINE_FILL_TYPE" val="2"/>
  <p:tag name="KSO_WM_UNIT_LINE_FORE_SCHEMECOLOR_INDEX" val="14"/>
  <p:tag name="KSO_WM_UNIT_TYPE" val="m_h_z"/>
  <p:tag name="KSO_WM_UNIT_USESOURCEFORMAT_APPLY" val="0"/>
</p:tagLst>
</file>

<file path=ppt/tags/tag93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047"/>
  <p:tag name="KSO_WM_UNIT_COMPATIBLE" val="0"/>
  <p:tag name="KSO_WM_UNIT_DIAGRAM_ISNUMVISUAL" val="0"/>
  <p:tag name="KSO_WM_UNIT_DIAGRAM_ISREFERUNIT" val="0"/>
  <p:tag name="KSO_WM_UNIT_HIGHLIGHT" val="0"/>
  <p:tag name="KSO_WM_UNIT_ID" val="diagram160047_2*m_i*1_2"/>
  <p:tag name="KSO_WM_UNIT_INDEX" val="1_2"/>
  <p:tag name="KSO_WM_UNIT_LAYERLEVEL" val="1_1"/>
  <p:tag name="KSO_WM_UNIT_LINE_FILL_TYPE" val="2"/>
  <p:tag name="KSO_WM_UNIT_LINE_FORE_SCHEMECOLOR_INDEX" val="14"/>
  <p:tag name="KSO_WM_UNIT_TYPE" val="m_i"/>
  <p:tag name="KSO_WM_UNIT_USESOURCEFORMAT_APPLY" val="0"/>
</p:tagLst>
</file>

<file path=ppt/tags/tag94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047"/>
  <p:tag name="KSO_WM_UNIT_COMPATIBLE" val="0"/>
  <p:tag name="KSO_WM_UNIT_DIAGRAM_ISNUMVISUAL" val="0"/>
  <p:tag name="KSO_WM_UNIT_DIAGRAM_ISREFERUNIT" val="0"/>
  <p:tag name="KSO_WM_UNIT_HIGHLIGHT" val="0"/>
  <p:tag name="KSO_WM_UNIT_ID" val="diagram160047_2*m_h_f*1_2_1"/>
  <p:tag name="KSO_WM_UNIT_INDEX" val="1_2_1"/>
  <p:tag name="KSO_WM_UNIT_LAYERLEVEL" val="1_1_1"/>
  <p:tag name="KSO_WM_UNIT_NOCLEAR" val="0"/>
  <p:tag name="KSO_WM_UNIT_PRESET_TEXT" val="单击此处输入你的正文，文字是您思想的提炼，请尽量言简意赅的阐述观点。"/>
  <p:tag name="KSO_WM_UNIT_SUBTYPE" val="a"/>
  <p:tag name="KSO_WM_UNIT_TEXT_FILL_FORE_SCHEMECOLOR_INDEX" val="13"/>
  <p:tag name="KSO_WM_UNIT_TEXT_FILL_TYPE" val="1"/>
  <p:tag name="KSO_WM_UNIT_TYPE" val="m_h_f"/>
  <p:tag name="KSO_WM_UNIT_USESOURCEFORMAT_APPLY" val="0"/>
  <p:tag name="KSO_WM_UNIT_VALUE" val="24"/>
</p:tagLst>
</file>

<file path=ppt/tags/tag95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047"/>
  <p:tag name="KSO_WM_UNIT_COMPATIBLE" val="0"/>
  <p:tag name="KSO_WM_UNIT_DIAGRAM_ISNUMVISUAL" val="0"/>
  <p:tag name="KSO_WM_UNIT_DIAGRAM_ISREFERUNIT" val="0"/>
  <p:tag name="KSO_WM_UNIT_FILL_FORE_SCHEMECOLOR_INDEX" val="6"/>
  <p:tag name="KSO_WM_UNIT_FILL_TYPE" val="1"/>
  <p:tag name="KSO_WM_UNIT_HIGHLIGHT" val="0"/>
  <p:tag name="KSO_WM_UNIT_ID" val="diagram160047_2*m_h_i*1_2_2"/>
  <p:tag name="KSO_WM_UNIT_INDEX" val="1_2_2"/>
  <p:tag name="KSO_WM_UNIT_LAYERLEVEL" val="1_1_1"/>
  <p:tag name="KSO_WM_UNIT_TEXT_FILL_FORE_SCHEMECOLOR_INDEX" val="2"/>
  <p:tag name="KSO_WM_UNIT_TEXT_FILL_TYPE" val="1"/>
  <p:tag name="KSO_WM_UNIT_TYPE" val="m_h_i"/>
  <p:tag name="KSO_WM_UNIT_USESOURCEFORMAT_APPLY" val="0"/>
</p:tagLst>
</file>

<file path=ppt/tags/tag96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047"/>
  <p:tag name="KSO_WM_UNIT_COMPATIBLE" val="0"/>
  <p:tag name="KSO_WM_UNIT_DIAGRAM_ISNUMVISUAL" val="0"/>
  <p:tag name="KSO_WM_UNIT_DIAGRAM_ISREFERUNIT" val="0"/>
  <p:tag name="KSO_WM_UNIT_HIGHLIGHT" val="0"/>
  <p:tag name="KSO_WM_UNIT_ID" val="diagram160047_2*m_h_i*1_2_1"/>
  <p:tag name="KSO_WM_UNIT_INDEX" val="1_2_1"/>
  <p:tag name="KSO_WM_UNIT_LAYERLEVEL" val="1_1_1"/>
  <p:tag name="KSO_WM_UNIT_LINE_FILL_TYPE" val="2"/>
  <p:tag name="KSO_WM_UNIT_LINE_FORE_SCHEMECOLOR_INDEX" val="6"/>
  <p:tag name="KSO_WM_UNIT_TYPE" val="m_h_i"/>
  <p:tag name="KSO_WM_UNIT_USESOURCEFORMAT_APPLY" val="0"/>
</p:tagLst>
</file>

<file path=ppt/tags/tag97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047"/>
  <p:tag name="KSO_WM_UNIT_COMPATIBLE" val="0"/>
  <p:tag name="KSO_WM_UNIT_DIAGRAM_ISNUMVISUAL" val="0"/>
  <p:tag name="KSO_WM_UNIT_DIAGRAM_ISREFERUNIT" val="0"/>
  <p:tag name="KSO_WM_UNIT_FILL_FORE_SCHEMECOLOR_INDEX" val="5"/>
  <p:tag name="KSO_WM_UNIT_FILL_TYPE" val="1"/>
  <p:tag name="KSO_WM_UNIT_HIGHLIGHT" val="0"/>
  <p:tag name="KSO_WM_UNIT_ID" val="diagram160047_2*m_h_i*1_1_2"/>
  <p:tag name="KSO_WM_UNIT_INDEX" val="1_1_2"/>
  <p:tag name="KSO_WM_UNIT_LAYERLEVEL" val="1_1_1"/>
  <p:tag name="KSO_WM_UNIT_TEXT_FILL_FORE_SCHEMECOLOR_INDEX" val="2"/>
  <p:tag name="KSO_WM_UNIT_TEXT_FILL_TYPE" val="1"/>
  <p:tag name="KSO_WM_UNIT_TYPE" val="m_h_i"/>
  <p:tag name="KSO_WM_UNIT_USESOURCEFORMAT_APPLY" val="0"/>
</p:tagLst>
</file>

<file path=ppt/tags/tag98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047"/>
  <p:tag name="KSO_WM_UNIT_COMPATIBLE" val="0"/>
  <p:tag name="KSO_WM_UNIT_DIAGRAM_ISNUMVISUAL" val="0"/>
  <p:tag name="KSO_WM_UNIT_DIAGRAM_ISREFERUNIT" val="0"/>
  <p:tag name="KSO_WM_UNIT_HIGHLIGHT" val="0"/>
  <p:tag name="KSO_WM_UNIT_ID" val="diagram160047_2*m_h_i*1_1_1"/>
  <p:tag name="KSO_WM_UNIT_INDEX" val="1_1_1"/>
  <p:tag name="KSO_WM_UNIT_LAYERLEVEL" val="1_1_1"/>
  <p:tag name="KSO_WM_UNIT_LINE_FILL_TYPE" val="2"/>
  <p:tag name="KSO_WM_UNIT_LINE_FORE_SCHEMECOLOR_INDEX" val="5"/>
  <p:tag name="KSO_WM_UNIT_TYPE" val="m_h_i"/>
  <p:tag name="KSO_WM_UNIT_USESOURCEFORMAT_APPLY" val="0"/>
</p:tagLst>
</file>

<file path=ppt/tags/tag99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047"/>
  <p:tag name="KSO_WM_UNIT_COMPATIBLE" val="0"/>
  <p:tag name="KSO_WM_UNIT_DIAGRAM_ISNUMVISUAL" val="0"/>
  <p:tag name="KSO_WM_UNIT_DIAGRAM_ISREFERUNIT" val="0"/>
  <p:tag name="KSO_WM_UNIT_HIGHLIGHT" val="0"/>
  <p:tag name="KSO_WM_UNIT_ID" val="diagram160047_2*m_h_f*1_1_1"/>
  <p:tag name="KSO_WM_UNIT_INDEX" val="1_1_1"/>
  <p:tag name="KSO_WM_UNIT_LAYERLEVEL" val="1_1_1"/>
  <p:tag name="KSO_WM_UNIT_NOCLEAR" val="0"/>
  <p:tag name="KSO_WM_UNIT_PRESET_TEXT" val="单击此处输入你的正文，文字是您思想的提炼，请尽量言简意赅的阐述观点。"/>
  <p:tag name="KSO_WM_UNIT_SUBTYPE" val="a"/>
  <p:tag name="KSO_WM_UNIT_TEXT_FILL_FORE_SCHEMECOLOR_INDEX" val="13"/>
  <p:tag name="KSO_WM_UNIT_TEXT_FILL_TYPE" val="1"/>
  <p:tag name="KSO_WM_UNIT_TYPE" val="m_h_f"/>
  <p:tag name="KSO_WM_UNIT_USESOURCEFORMAT_APPLY" val="0"/>
  <p:tag name="KSO_WM_UNIT_VALUE" val="24"/>
</p:tagLst>
</file>

<file path=ppt/tags/tag100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047"/>
  <p:tag name="KSO_WM_UNIT_COMPATIBLE" val="0"/>
  <p:tag name="KSO_WM_UNIT_DIAGRAM_ISNUMVISUAL" val="0"/>
  <p:tag name="KSO_WM_UNIT_DIAGRAM_ISREFERUNIT" val="0"/>
  <p:tag name="KSO_WM_UNIT_FILL_FORE_SCHEMECOLOR_INDEX" val="7"/>
  <p:tag name="KSO_WM_UNIT_FILL_TYPE" val="1"/>
  <p:tag name="KSO_WM_UNIT_HIGHLIGHT" val="0"/>
  <p:tag name="KSO_WM_UNIT_ID" val="diagram160047_2*m_h_i*1_3_2"/>
  <p:tag name="KSO_WM_UNIT_INDEX" val="1_3_2"/>
  <p:tag name="KSO_WM_UNIT_LAYERLEVEL" val="1_1_1"/>
  <p:tag name="KSO_WM_UNIT_TEXT_FILL_FORE_SCHEMECOLOR_INDEX" val="2"/>
  <p:tag name="KSO_WM_UNIT_TEXT_FILL_TYPE" val="1"/>
  <p:tag name="KSO_WM_UNIT_TYPE" val="m_h_i"/>
  <p:tag name="KSO_WM_UNIT_USESOURCEFORMAT_APPLY" val="0"/>
</p:tagLst>
</file>

<file path=ppt/tags/tag101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047"/>
  <p:tag name="KSO_WM_UNIT_COMPATIBLE" val="0"/>
  <p:tag name="KSO_WM_UNIT_DIAGRAM_ISNUMVISUAL" val="0"/>
  <p:tag name="KSO_WM_UNIT_DIAGRAM_ISREFERUNIT" val="0"/>
  <p:tag name="KSO_WM_UNIT_HIGHLIGHT" val="0"/>
  <p:tag name="KSO_WM_UNIT_ID" val="diagram160047_2*m_h_i*1_3_1"/>
  <p:tag name="KSO_WM_UNIT_INDEX" val="1_3_1"/>
  <p:tag name="KSO_WM_UNIT_LAYERLEVEL" val="1_1_1"/>
  <p:tag name="KSO_WM_UNIT_LINE_FILL_TYPE" val="2"/>
  <p:tag name="KSO_WM_UNIT_LINE_FORE_SCHEMECOLOR_INDEX" val="7"/>
  <p:tag name="KSO_WM_UNIT_TYPE" val="m_h_i"/>
  <p:tag name="KSO_WM_UNIT_USESOURCEFORMAT_APPLY" val="0"/>
</p:tagLst>
</file>

<file path=ppt/tags/tag102.xml><?xml version="1.0" encoding="utf-8"?>
<p:tagLst xmlns:p="http://schemas.openxmlformats.org/presentationml/2006/main">
  <p:tag name="KSO_WM_BEAUTIFY_FLAG" val="#wm#"/>
  <p:tag name="KSO_WM_DIAGRAM_GROUP_CODE" val="m1-1"/>
  <p:tag name="KSO_WM_TAG_VERSION" val="1.0"/>
  <p:tag name="KSO_WM_TEMPLATE_CATEGORY" val="diagram"/>
  <p:tag name="KSO_WM_TEMPLATE_INDEX" val="160047"/>
  <p:tag name="KSO_WM_UNIT_COMPATIBLE" val="0"/>
  <p:tag name="KSO_WM_UNIT_DIAGRAM_ISNUMVISUAL" val="0"/>
  <p:tag name="KSO_WM_UNIT_DIAGRAM_ISREFERUNIT" val="0"/>
  <p:tag name="KSO_WM_UNIT_HIGHLIGHT" val="0"/>
  <p:tag name="KSO_WM_UNIT_ID" val="diagram160047_2*m_h_f*1_3_1"/>
  <p:tag name="KSO_WM_UNIT_INDEX" val="1_3_1"/>
  <p:tag name="KSO_WM_UNIT_LAYERLEVEL" val="1_1_1"/>
  <p:tag name="KSO_WM_UNIT_NOCLEAR" val="0"/>
  <p:tag name="KSO_WM_UNIT_PRESET_TEXT" val="单击此处输入你的正文，文字是您思想的提炼，请尽量言简意赅的阐述观点。"/>
  <p:tag name="KSO_WM_UNIT_SUBTYPE" val="a"/>
  <p:tag name="KSO_WM_UNIT_TEXT_FILL_FORE_SCHEMECOLOR_INDEX" val="13"/>
  <p:tag name="KSO_WM_UNIT_TEXT_FILL_TYPE" val="1"/>
  <p:tag name="KSO_WM_UNIT_TYPE" val="m_h_f"/>
  <p:tag name="KSO_WM_UNIT_USESOURCEFORMAT_APPLY" val="0"/>
  <p:tag name="KSO_WM_UNIT_VALUE" val="24"/>
</p:tagLst>
</file>

<file path=ppt/tags/tag103.xml><?xml version="1.0" encoding="utf-8"?>
<p:tagLst xmlns:p="http://schemas.openxmlformats.org/presentationml/2006/main">
  <p:tag name="KSO_WM_SLIDE_ITEM_CNT" val="3"/>
</p:tagLst>
</file>

<file path=ppt/tags/tag104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  <p:tag name="COMMONDATA" val="eyJoZGlkIjoiZjgyZmZhYjFlODliMjVlMjhmZmU1Y2ZlZmViZTBiYWYifQ=="/>
  <p:tag name="KSO_WPP_MARK_KEY" val="57790c73-f97d-4700-8cb1-bea56670b782"/>
</p:tagLst>
</file>

<file path=ppt/theme/theme1.xml><?xml version="1.0" encoding="utf-8"?>
<a:theme xmlns:r="http://schemas.openxmlformats.org/officeDocument/2006/relationships"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docProps/app.xml><?xml version="1.0" encoding="utf-8"?>
<Properties xmlns:vt="http://schemas.openxmlformats.org/officeDocument/2006/docPropsVTypes" xmlns="http://schemas.openxmlformats.org/officeDocument/2006/extended-properties">
  <Company>学科网</Company>
  <Paragraphs>200</Paragraphs>
  <Slides>20</Slides>
  <Notes>1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baseType="lpstr" size="32">
      <vt:lpstr>Arial</vt:lpstr>
      <vt:lpstr>微软雅黑</vt:lpstr>
      <vt:lpstr>Wingdings</vt:lpstr>
      <vt:lpstr>Calibri Light</vt:lpstr>
      <vt:lpstr>Calibri</vt:lpstr>
      <vt:lpstr>Times New Roman</vt:lpstr>
      <vt:lpstr>仿宋</vt:lpstr>
      <vt:lpstr>David</vt:lpstr>
      <vt:lpstr>Segoe Print</vt:lpstr>
      <vt:lpstr>Book Antiqua</vt:lpstr>
      <vt:lpstr>Arabic Typesetting</vt:lpstr>
      <vt:lpstr>WPS</vt:lpstr>
      <vt:lpstr>PowerPoint Presentation</vt:lpstr>
      <vt:lpstr>Guess who she is</vt:lpstr>
      <vt:lpstr>Now, we are going to… </vt:lpstr>
      <vt:lpstr>PowerPoint Presentation</vt:lpstr>
      <vt:lpstr>2. Which aspects of appearance are talked about? </vt:lpstr>
      <vt:lpstr>2. Which aspects of appearance are talked about? </vt:lpstr>
      <vt:lpstr>2. Which aspects of appearance are talked about? </vt:lpstr>
      <vt:lpstr>Appearance </vt:lpstr>
      <vt:lpstr>More Expressions </vt:lpstr>
      <vt:lpstr>More Expressions</vt:lpstr>
      <vt:lpstr>More Expressions</vt:lpstr>
      <vt:lpstr>More Expressions</vt:lpstr>
      <vt:lpstr>More Expressions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23.0300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rbm.xkw.com</dc:creator>
  <cp:revision>1</cp:revision>
  <cp:lastPrinted>2024-06-04T10:38:34.815</cp:lastPrinted>
  <dcterms:created xsi:type="dcterms:W3CDTF">2024-06-04T10:38:34Z</dcterms:created>
  <dcterms:modified xsi:type="dcterms:W3CDTF">2024-06-04T02:38:34Z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