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267"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4"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tags" Target="tags/tag65.xml" /><Relationship Id="rId16" Type="http://schemas.openxmlformats.org/officeDocument/2006/relationships/presProps" Target="presProps.xml" /><Relationship Id="rId17" Type="http://schemas.openxmlformats.org/officeDocument/2006/relationships/viewProps" Target="viewProps.xml" /><Relationship Id="rId18" Type="http://schemas.openxmlformats.org/officeDocument/2006/relationships/theme" Target="theme/theme1.xml" /><Relationship Id="rId19"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554400" y="1956390"/>
            <a:ext cx="9799200" cy="1472400"/>
          </a:xfrm>
        </p:spPr>
        <p:txBody>
          <a:bodyPr/>
          <a:lstStyle/>
          <a:p>
            <a:r>
              <a:rPr lang="zh-CN" altLang="en-US" sz="4800">
                <a:latin typeface="Times New Roman" panose="02020603050405020304" pitchFamily="18" charset="0"/>
                <a:ea typeface="宋体" panose="02010600030101010101" pitchFamily="2" charset="-122"/>
              </a:rPr>
              <a:t>读后续写素材(心理描写)</a:t>
            </a:r>
            <a:endParaRPr lang="zh-CN" altLang="en-US" sz="48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Tom’s mind was made up now.He was gloomy and desperate.He was an abandoned,friendless boy,he said;nobody loved him;when they found out what they had driven him to,perhaps they would be sorry,tears would be shed and hearts would be broken.Although he had no friend to complain to,he had tried to do right things and get along with others.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汤姆现在下定了决心。他阴郁而绝望。他说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他是一个被遗弃的、没有朋友的男孩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没有人爱他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当他们发现自己把他逼到这个地步时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也许他们会后悔</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会流泪</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会心碎。虽然他没有朋友可以抱怨</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但他一直努力做正确的事情</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与他人相处。</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2</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Surprised, I didn’t know what to say, and I just shook my head and went into my room. I thought hard and realized that nobody was going to give me a spot on that team.I would have to earn it.Having decided to work toward my goal of making the team, I biked to the gym near my school every day after school and trained for two hours.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我很惊讶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不知道说什么好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我只是摇了摇头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走进了我的房间。我苦思冥想</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意识到没有人会给我在那支队伍中的位置。我必须自己去争取。我决定朝着进入球队的目标努力</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每天放学后我骑自行车去学校附近的健身房</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训练两个小时。</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3</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He repeated the process in the hope that more fish would be caught.It wasn’t long before the bucket was crowded with fish alive and kicking.A sense of accomplishment crept upon him.</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他重复了这个过程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希望能捕到更多的鱼。没过多久</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桶里就塞满了活蹦乱跳的鱼。一种成就感悄悄涌上他的心头。</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4</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 couldn’t believe all this just came from the ordinary-looking boy with the small figure and casual T-shirt.I even felt ashamed to learn that he ran a website to help children with hearing problems, because I stupidly thought that he had no outstanding qualities and that disabled people couldn’t be intelligent.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我不敢相信这一切竟然来自一个长相普通、身材矮小、穿着休闲</a:t>
            </a:r>
            <a:r>
              <a:rPr lang="en-US" altLang="zh-CN" sz="2500" kern="100">
                <a:latin typeface="Times New Roman" panose="02020603050405020304" pitchFamily="18" charset="0"/>
                <a:ea typeface="宋体" panose="02010600030101010101" pitchFamily="2" charset="-122"/>
              </a:rPr>
              <a:t>T</a:t>
            </a:r>
            <a:r>
              <a:rPr lang="zh-CN" altLang="zh-CN" sz="2500" kern="100">
                <a:latin typeface="Times New Roman" panose="02020603050405020304" pitchFamily="18" charset="0"/>
                <a:ea typeface="宋体" panose="02010600030101010101" pitchFamily="2" charset="-122"/>
              </a:rPr>
              <a:t>恤的男孩。当我知道他办了一个帮助听力障碍儿童的网站时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我甚至感到羞愧</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因为我愚蠢地认为他没有什么突出的品质</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残疾人不可能聪明。</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5</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Seeing the boy regain consciousness, those around broke into cheers.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en-US" altLang="zh-CN" sz="2500" kern="100">
                <a:latin typeface="Times New Roman" panose="02020603050405020304" pitchFamily="18" charset="0"/>
                <a:ea typeface="宋体" panose="02010600030101010101" pitchFamily="2" charset="-122"/>
              </a:rPr>
              <a:t>Exhausted, I sighed with relief.I thought had I accepted that easy position,I would have been nothing but a bystander.I’m happy I didn’t take the easy way out.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看到男孩恢复了知觉</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周围的人都欢呼起来。我筋疲力尽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松了口气。我想</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如果我接受了那个轻松的位置</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我就会成为一个旁观者。我很高兴我没有走捷径。</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1391900" y="10502900"/>
            <a:ext cx="0" cy="0"/>
          </a:xfrm>
          <a:prstGeom prst="rect">
            <a:avLst/>
          </a:prstGeom>
          <a:ln>
            <a:noFill/>
          </a:ln>
        </p:spPr>
      </p:pic>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643953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6</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Living with the green plant had offered me comfort.Now that the tree was struggling, I felt increasingly fearful.I grew more and more frustrated and uneasy.Hearing my words, Hannah softly reminded me of the wrong connection between the plant with my own survival.With her patience, I realized I had wrongly connected my care of the plant—something over which I had at least some control—with my own survival—something over which I had no control.</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和绿色的植物生活在一起给了我安慰。现在树在挣扎</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我感到越来越害怕。我变得越来越沮丧和不安。听了我的话</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汉娜温柔地提醒我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这种植物与我的生存之间存在着错误的联系。在她的耐心下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我意识到我错误地把我对植物的照顾</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我至少还能控制的事情</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和我自己的生存</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我无法控制的事情</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联系在一起。</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7</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With tears of gratitude rolling down his cheeks,Peter said thankfully, “You’ve saved me today.I couldn’t thank you enough.” It was very moving to see how much strangers could care for each other.He smiled with gratitude as he accepted the flowers given by a small boy.Touched deeply, the crowd clapped violently.Later, knowing what had happened, his mother shed tears of joy and gratitude.</a:t>
            </a:r>
            <a:r>
              <a:rPr lang="zh-CN" altLang="zh-CN" sz="2500" kern="100">
                <a:latin typeface="Times New Roman" panose="02020603050405020304" pitchFamily="18" charset="0"/>
                <a:ea typeface="宋体" panose="02010600030101010101" pitchFamily="2" charset="-122"/>
              </a:rPr>
              <a:t>感激的泪水顺着他的脸颊滚落</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彼得感激地说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你今天救了我。我怎么感谢你也不为过。</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看到陌生人如此关心彼此</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真是令人感动。他感激地微笑着接受了一个小男孩送给他的花。群众深受感动</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热烈鼓掌。后来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他的母亲知道发生了什么事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流下了喜悦和感激的眼泪。</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8</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An air of sorrow and loneliness settled over her.Feeling left out, Jane was getting desperate with loneliness.She rode home from school slowly, numb with sorrow.Then she locked herself in her room, abandoning herself to great sadness.She felt so sad that she found herself crying unconsciously, unable to hold back her tears.She wept quietly, feeling it was the saddest moment for her young life.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一种悲伤和孤独的气氛笼罩着她。简感到被冷落了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寂寞得绝望起来。她慢慢地从学校骑车回家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悲伤得麻木了。然后她把自己锁在房间里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沉浸在极度的悲伤中。她感到很伤心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不由自主地哭了起来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无法抑制自己的眼泪。她静静地哭了起来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觉得这是她年轻的生命中最悲伤的时刻。</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9</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 went to her office, asking shyly whether I could attend the writing competition. She replied, “Of course! I have faith in you.”Seeing her shining smile, a current of happiness swept through me.At first, I had no idea what to write, but suddenly an idea flashed into my mind.Why not share my story with Mrs White—My Beautiful Snow White? </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我去了她的办公室</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害羞地问她我能不能参加写作比赛。她回答说</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当然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我对你有信心。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看到她灿烂的笑容</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一股幸福的暖流涌上心头。起初</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我不知道该写什么</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但突然一个想法在我脑海中闪现。为什么不把我的故事告诉我美丽的白雪公主夫人呢</a:t>
            </a:r>
            <a:r>
              <a:rPr lang="en-US" altLang="zh-CN" sz="2500" kern="100">
                <a:latin typeface="Times New Roman" panose="02020603050405020304" pitchFamily="18" charset="0"/>
                <a:ea typeface="宋体" panose="02010600030101010101" pitchFamily="2" charset="-122"/>
              </a:rPr>
              <a:t>?</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10</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My knees started shaking, yet my body froze.It felt as though my soul left my body and I had no control over it.Anxiously, I looked through the announcement posted on the wall of the locker room; my heart was beating harder and harder as I slowly saw all my friends’ names on that list but could not find mine.I just couldn’t accept that all my friends were on the team but I was not.</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我的膝盖开始颤抖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但我的身体却僵住了。感觉好像我的灵魂离开了我的身体</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我无法控制它。我焦急地看了看贴在更衣室墙上的公告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当我慢慢地看到所有朋友的名字都在名单上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却找不到我的名字时</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我的心跳得越来越厉害。我只是无法接受我所有的朋友都在队里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而我却不在。</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21</Paragraphs>
  <Slides>11</Slides>
  <Notes>10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11</vt:i4>
      </vt:variant>
    </vt:vector>
  </HeadingPairs>
  <TitlesOfParts>
    <vt:vector baseType="lpstr" size="19">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2024-05-30T10:35:32.542</cp:lastPrinted>
  <dcterms:created xsi:type="dcterms:W3CDTF">2024-05-30T10:35:32Z</dcterms:created>
  <dcterms:modified xsi:type="dcterms:W3CDTF">2024-05-30T02:35:32Z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