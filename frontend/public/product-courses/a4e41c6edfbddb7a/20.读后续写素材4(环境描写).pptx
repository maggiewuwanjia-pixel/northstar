
<file path=[Content_Types].xml><?xml version="1.0" encoding="utf-8"?>
<Types xmlns="http://schemas.openxmlformats.org/package/2006/content-types">
  <Default Extension="rels" ContentType="application/vnd.openxmlformats-package.relationships+xml"/>
  <Default Extension="xml" ContentType="application/xml"/>
  <Default Extension="jpeg" ContentType="image/jpeg"/>
  <Default Extension="png" ContentType="image/png"/>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entation.xml" ContentType="application/vnd.openxmlformats-officedocument.presentationml.presentation.main+xml"/>
  <Override PartName="/ppt/presProps.xml" ContentType="application/vnd.openxmlformats-officedocument.presentationml.presProp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&#65279;<?xml version="1.0" encoding="utf-8" standalone="yes"?><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officeDocument/2006/relationships/extended-properties" Target="docProps/app.xml" /><Relationship Id="rId4" Type="http://schemas.openxmlformats.org/package/2006/relationships/metadata/thumbnail" Target="docProps/thumbnail.jpeg" /><Relationship Id="rId5" Type="http://schemas.openxmlformats.org/officeDocument/2006/relationships/custom-properties" Target="docProps/custom.xml" /></Relationships>
</file>

<file path=ppt/presentation.xml><?xml version="1.0" encoding="utf-8"?>
<!--Generated by Aspose.Slides for Java 23.3-->
<p:presentation xmlns:r="http://schemas.openxmlformats.org/officeDocument/2006/relationships" xmlns:a="http://schemas.openxmlformats.org/drawingml/2006/main" xmlns:p="http://schemas.openxmlformats.org/presentationml/2006/main">
  <p:sldMasterIdLst>
    <p:sldMasterId id="2147483648" r:id="rId1"/>
  </p:sldMasterIdLst>
  <p:notesMasterIdLst>
    <p:notesMasterId r:id="rId2"/>
  </p:notesMasterIdLst>
  <p:handoutMasterIdLst>
    <p:handoutMasterId r:id="rId3"/>
  </p:handoutMasterIdLst>
  <p:sldIdLst>
    <p:sldId id="267" r:id="rId4"/>
    <p:sldId id="257" r:id="rId5"/>
    <p:sldId id="258" r:id="rId6"/>
    <p:sldId id="259" r:id="rId7"/>
    <p:sldId id="260" r:id="rId8"/>
    <p:sldId id="261" r:id="rId9"/>
    <p:sldId id="262" r:id="rId10"/>
    <p:sldId id="263" r:id="rId11"/>
    <p:sldId id="264" r:id="rId12"/>
    <p:sldId id="265" r:id="rId13"/>
    <p:sldId id="266" r:id="rId14"/>
  </p:sldIdLst>
  <p:sldSz cx="12192000" cy="6858000"/>
  <p:notesSz cx="6858000" cy="9144000"/>
  <p:custDataLst>
    <p:tags r:id="rId15"/>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r="http://schemas.openxmlformats.org/officeDocument/2006/relationships" xmlns:a="http://schemas.openxmlformats.org/drawingml/2006/main" xmlns:p="http://schemas.openxmlformats.org/presentationml/2006/main">
  <p:showPr showNarration="1">
    <p:presen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 uri="{1BD7E111-0CB8-44D6-8891-C1BB2F81B7CC}">
      <p1710:readonlyRecommended xmlns:p1710="http://schemas.microsoft.com/office/powerpoint/2017/10/main" val="0"/>
    </p:ext>
  </p:extLst>
</p:presentationPr>
</file>

<file path=ppt/tableStyles.xml><?xml version="1.0" encoding="utf-8"?>
<a:tblStyleLst xmlns:r="http://schemas.openxmlformats.org/officeDocument/2006/relationships"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showGuides="1">
      <p:cViewPr varScale="1">
        <p:scale>
          <a:sx n="99" d="100"/>
          <a:sy n="99" d="100"/>
        </p:scale>
        <p:origin x="84" y="582"/>
      </p:cViewPr>
      <p:guideLst>
        <p:guide orient="horz" pos="2160"/>
        <p:guide pos="3840"/>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&#65279;<?xml version="1.0" encoding="utf-8" standalone="yes"?><Relationships xmlns="http://schemas.openxmlformats.org/package/2006/relationships"><Relationship Id="rId1" Type="http://schemas.openxmlformats.org/officeDocument/2006/relationships/slideMaster" Target="slideMasters/slideMaster1.xml" /><Relationship Id="rId10" Type="http://schemas.openxmlformats.org/officeDocument/2006/relationships/slide" Target="slides/slide7.xml" /><Relationship Id="rId11" Type="http://schemas.openxmlformats.org/officeDocument/2006/relationships/slide" Target="slides/slide8.xml" /><Relationship Id="rId12" Type="http://schemas.openxmlformats.org/officeDocument/2006/relationships/slide" Target="slides/slide9.xml" /><Relationship Id="rId13" Type="http://schemas.openxmlformats.org/officeDocument/2006/relationships/slide" Target="slides/slide10.xml" /><Relationship Id="rId14" Type="http://schemas.openxmlformats.org/officeDocument/2006/relationships/slide" Target="slides/slide11.xml" /><Relationship Id="rId15" Type="http://schemas.openxmlformats.org/officeDocument/2006/relationships/tags" Target="tags/tag65.xml" /><Relationship Id="rId16" Type="http://schemas.openxmlformats.org/officeDocument/2006/relationships/presProps" Target="presProps.xml" /><Relationship Id="rId17" Type="http://schemas.openxmlformats.org/officeDocument/2006/relationships/viewProps" Target="viewProps.xml" /><Relationship Id="rId18" Type="http://schemas.openxmlformats.org/officeDocument/2006/relationships/theme" Target="theme/theme1.xml" /><Relationship Id="rId19" Type="http://schemas.openxmlformats.org/officeDocument/2006/relationships/tableStyles" Target="tableStyles.xml" /><Relationship Id="rId2" Type="http://schemas.openxmlformats.org/officeDocument/2006/relationships/notesMaster" Target="notesMasters/notesMaster1.xml" /><Relationship Id="rId3" Type="http://schemas.openxmlformats.org/officeDocument/2006/relationships/handoutMaster" Target="handoutMasters/handoutMaster1.xml" /><Relationship Id="rId4" Type="http://schemas.openxmlformats.org/officeDocument/2006/relationships/slide" Target="slides/slide1.xml" /><Relationship Id="rId5" Type="http://schemas.openxmlformats.org/officeDocument/2006/relationships/slide" Target="slides/slide2.xml" /><Relationship Id="rId6" Type="http://schemas.openxmlformats.org/officeDocument/2006/relationships/slide" Target="slides/slide3.xml" /><Relationship Id="rId7" Type="http://schemas.openxmlformats.org/officeDocument/2006/relationships/slide" Target="slides/slide4.xml" /><Relationship Id="rId8" Type="http://schemas.openxmlformats.org/officeDocument/2006/relationships/slide" Target="slides/slide5.xml" /><Relationship Id="rId9" Type="http://schemas.openxmlformats.org/officeDocument/2006/relationships/slide" Target="slides/slide6.xml" /></Relationships>
</file>

<file path=ppt/handoutMasters/_rels/handoutMaster1.xml.rels>&#65279;<?xml version="1.0" encoding="utf-8" standalone="yes"?><Relationships xmlns="http://schemas.openxmlformats.org/package/2006/relationships"><Relationship Id="rId1" Type="http://schemas.openxmlformats.org/officeDocument/2006/relationships/theme" Target="../theme/theme3.xml" /></Relationships>
</file>

<file path=ppt/handoutMasters/handoutMaster1.xml><?xml version="1.0" encoding="utf-8"?>
<p:handoutMaster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bg>
      <p:bgRef idx="1001">
        <a:schemeClr val="bg1"/>
      </p:bgRef>
    </p:bg>
    <p:spTree>
      <p:nvGrpSpPr>
        <p:cNvPr id="1" name=""/>
        <p:cNvGrpSpPr/>
        <p:nvPr/>
      </p:nvGrpSpPr>
      <p:grpSpPr>
        <a:xfrm>
          <a:off x="0" y="0"/>
          <a: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t/>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t/>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&#65279;<?xml version="1.0" encoding="utf-8" standalone="yes"?><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bg>
      <p:bgRef idx="1001">
        <a:schemeClr val="bg1"/>
      </p:bgRef>
    </p:bg>
    <p:spTree>
      <p:nvGrpSpPr>
        <p:cNvPr id="1" name=""/>
        <p:cNvGrpSpPr/>
        <p:nvPr/>
      </p:nvGrpSpPr>
      <p:grpSpPr>
        <a:xfrm>
          <a:off x="0" y="0"/>
          <a: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&#65279;<?xml version="1.0" encoding="utf-8" standalone="yes"?><Relationships xmlns="http://schemas.openxmlformats.org/package/2006/relationships"><Relationship Id="rId1" Type="http://schemas.openxmlformats.org/officeDocument/2006/relationships/slide" Target="../slides/slide2.xml" /><Relationship Id="rId2" Type="http://schemas.openxmlformats.org/officeDocument/2006/relationships/notesMaster" Target="../notesMasters/notesMaster1.xml" /></Relationships>
</file>

<file path=ppt/notesSlides/_rels/notesSlide2.xml.rels>&#65279;<?xml version="1.0" encoding="utf-8" standalone="yes"?><Relationships xmlns="http://schemas.openxmlformats.org/package/2006/relationships"><Relationship Id="rId1" Type="http://schemas.openxmlformats.org/officeDocument/2006/relationships/slide" Target="../slides/slide3.xml" /><Relationship Id="rId2" Type="http://schemas.openxmlformats.org/officeDocument/2006/relationships/notesMaster" Target="../notesMasters/notesMaster1.xml" /></Relationships>
</file>

<file path=ppt/notesSlides/_rels/notesSlide3.xml.rels>&#65279;<?xml version="1.0" encoding="utf-8" standalone="yes"?><Relationships xmlns="http://schemas.openxmlformats.org/package/2006/relationships"><Relationship Id="rId1" Type="http://schemas.openxmlformats.org/officeDocument/2006/relationships/slide" Target="../slides/slide4.xml" /><Relationship Id="rId2" Type="http://schemas.openxmlformats.org/officeDocument/2006/relationships/notesMaster" Target="../notesMasters/notesMaster1.xml" /></Relationships>
</file>

<file path=ppt/notesSlides/_rels/notesSlide4.xml.rels>&#65279;<?xml version="1.0" encoding="utf-8" standalone="yes"?><Relationships xmlns="http://schemas.openxmlformats.org/package/2006/relationships"><Relationship Id="rId1" Type="http://schemas.openxmlformats.org/officeDocument/2006/relationships/slide" Target="../slides/slide5.xml" /><Relationship Id="rId2" Type="http://schemas.openxmlformats.org/officeDocument/2006/relationships/notesMaster" Target="../notesMasters/notesMaster1.xml" /></Relationships>
</file>

<file path=ppt/notesSlides/_rels/notesSlide5.xml.rels>&#65279;<?xml version="1.0" encoding="utf-8" standalone="yes"?><Relationships xmlns="http://schemas.openxmlformats.org/package/2006/relationships"><Relationship Id="rId1" Type="http://schemas.openxmlformats.org/officeDocument/2006/relationships/slide" Target="../slides/slide6.xml" /><Relationship Id="rId2" Type="http://schemas.openxmlformats.org/officeDocument/2006/relationships/notesMaster" Target="../notesMasters/notesMaster1.xml" /></Relationships>
</file>

<file path=ppt/notesSlides/_rels/notesSlide6.xml.rels>&#65279;<?xml version="1.0" encoding="utf-8" standalone="yes"?><Relationships xmlns="http://schemas.openxmlformats.org/package/2006/relationships"><Relationship Id="rId1" Type="http://schemas.openxmlformats.org/officeDocument/2006/relationships/slide" Target="../slides/slide7.xml" /><Relationship Id="rId2" Type="http://schemas.openxmlformats.org/officeDocument/2006/relationships/notesMaster" Target="../notesMasters/notesMaster1.xml" /></Relationships>
</file>

<file path=ppt/notesSlides/_rels/notesSlide7.xml.rels>&#65279;<?xml version="1.0" encoding="utf-8" standalone="yes"?><Relationships xmlns="http://schemas.openxmlformats.org/package/2006/relationships"><Relationship Id="rId1" Type="http://schemas.openxmlformats.org/officeDocument/2006/relationships/slide" Target="../slides/slide8.xml" /><Relationship Id="rId2" Type="http://schemas.openxmlformats.org/officeDocument/2006/relationships/notesMaster" Target="../notesMasters/notesMaster1.xml" /></Relationships>
</file>

<file path=ppt/notesSlides/_rels/notesSlide8.xml.rels>&#65279;<?xml version="1.0" encoding="utf-8" standalone="yes"?><Relationships xmlns="http://schemas.openxmlformats.org/package/2006/relationships"><Relationship Id="rId1" Type="http://schemas.openxmlformats.org/officeDocument/2006/relationships/slide" Target="../slides/slide9.xml" /><Relationship Id="rId2" Type="http://schemas.openxmlformats.org/officeDocument/2006/relationships/notesMaster" Target="../notesMasters/notesMaster1.xml" /></Relationships>
</file>

<file path=ppt/notesSlides/_rels/notesSlide9.xml.rels>&#65279;<?xml version="1.0" encoding="utf-8" standalone="yes"?><Relationships xmlns="http://schemas.openxmlformats.org/package/2006/relationships"><Relationship Id="rId1" Type="http://schemas.openxmlformats.org/officeDocument/2006/relationships/slide" Target="../slides/slide10.xml" /><Relationship Id="rId2" Type="http://schemas.openxmlformats.org/officeDocument/2006/relationships/notesMaster" Target="../notesMasters/notesMaster1.xml" /></Relationships>
</file>

<file path=ppt/notesSlides/_rels/notesSlide10.xml.rels>&#65279;<?xml version="1.0" encoding="utf-8" standalone="yes"?><Relationships xmlns="http://schemas.openxmlformats.org/package/2006/relationships"><Relationship Id="rId1" Type="http://schemas.openxmlformats.org/officeDocument/2006/relationships/slide" Target="../slides/slide11.xml" /><Relationship Id="rId2"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幻灯片图像占位符 1"/>
          <p:cNvSpPr>
            <a:spLocks noGrp="1" noRot="1" noChangeAspect="1"/>
          </p:cNvSpPr>
          <p:nvPr>
            <p:ph type="sldImg" idx="2"/>
          </p:nvPr>
        </p:nvSpPr>
        <p:spPr>
          <a:xfrm>
            <a:off x="685800" y="1143000"/>
            <a:ext cx="5486400" cy="3086100"/>
          </a:xfrm>
        </p:spPr>
      </p:sp>
      <p:sp>
        <p:nvSpPr>
          <p:cNvPr id="3" name="文本占位符 2"/>
          <p:cNvSpPr txBox="1">
            <a:spLocks noGrp="1"/>
          </p:cNvSpPr>
          <p:nvPr>
            <p:ph type="body" idx="3"/>
          </p:nvPr>
        </p:nvSpPr>
        <p:spPr/>
        <p:txBody>
          <a:bodyPr/>
          <a:lstStyle/>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幻灯片图像占位符 1"/>
          <p:cNvSpPr>
            <a:spLocks noGrp="1" noRot="1" noChangeAspect="1"/>
          </p:cNvSpPr>
          <p:nvPr>
            <p:ph type="sldImg" idx="2"/>
          </p:nvPr>
        </p:nvSpPr>
        <p:spPr>
          <a:xfrm>
            <a:off x="685800" y="1143000"/>
            <a:ext cx="5486400" cy="3086100"/>
          </a:xfrm>
        </p:spPr>
      </p:sp>
      <p:sp>
        <p:nvSpPr>
          <p:cNvPr id="3" name="文本占位符 2"/>
          <p:cNvSpPr txBox="1">
            <a:spLocks noGrp="1"/>
          </p:cNvSpPr>
          <p:nvPr>
            <p:ph type="body" idx="3"/>
          </p:nvPr>
        </p:nvSpPr>
        <p:spPr/>
        <p:txBody>
          <a:bodyPr/>
          <a:lstStyle/>
          <a:p>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幻灯片图像占位符 1"/>
          <p:cNvSpPr>
            <a:spLocks noGrp="1" noRot="1" noChangeAspect="1"/>
          </p:cNvSpPr>
          <p:nvPr>
            <p:ph type="sldImg" idx="2"/>
          </p:nvPr>
        </p:nvSpPr>
        <p:spPr>
          <a:xfrm>
            <a:off x="685800" y="1143000"/>
            <a:ext cx="5486400" cy="3086100"/>
          </a:xfrm>
        </p:spPr>
      </p:sp>
      <p:sp>
        <p:nvSpPr>
          <p:cNvPr id="3" name="文本占位符 2"/>
          <p:cNvSpPr txBox="1">
            <a:spLocks noGrp="1"/>
          </p:cNvSpPr>
          <p:nvPr>
            <p:ph type="body" idx="3"/>
          </p:nvPr>
        </p:nvSpPr>
        <p:spPr/>
        <p:txBody>
          <a:bodyPr/>
          <a:lstStyle/>
          <a:p>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幻灯片图像占位符 1"/>
          <p:cNvSpPr>
            <a:spLocks noGrp="1" noRot="1" noChangeAspect="1"/>
          </p:cNvSpPr>
          <p:nvPr>
            <p:ph type="sldImg" idx="2"/>
          </p:nvPr>
        </p:nvSpPr>
        <p:spPr>
          <a:xfrm>
            <a:off x="685800" y="1143000"/>
            <a:ext cx="5486400" cy="3086100"/>
          </a:xfrm>
        </p:spPr>
      </p:sp>
      <p:sp>
        <p:nvSpPr>
          <p:cNvPr id="3" name="文本占位符 2"/>
          <p:cNvSpPr txBox="1">
            <a:spLocks noGrp="1"/>
          </p:cNvSpPr>
          <p:nvPr>
            <p:ph type="body" idx="3"/>
          </p:nvPr>
        </p:nvSpPr>
        <p:spPr/>
        <p:txBody>
          <a:bodyPr/>
          <a:lstStyle/>
          <a:p>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幻灯片图像占位符 1"/>
          <p:cNvSpPr>
            <a:spLocks noGrp="1" noRot="1" noChangeAspect="1"/>
          </p:cNvSpPr>
          <p:nvPr>
            <p:ph type="sldImg" idx="2"/>
          </p:nvPr>
        </p:nvSpPr>
        <p:spPr>
          <a:xfrm>
            <a:off x="685800" y="1143000"/>
            <a:ext cx="5486400" cy="3086100"/>
          </a:xfrm>
        </p:spPr>
      </p:sp>
      <p:sp>
        <p:nvSpPr>
          <p:cNvPr id="3" name="文本占位符 2"/>
          <p:cNvSpPr txBox="1">
            <a:spLocks noGrp="1"/>
          </p:cNvSpPr>
          <p:nvPr>
            <p:ph type="body" idx="3"/>
          </p:nvPr>
        </p:nvSpPr>
        <p:spPr/>
        <p:txBody>
          <a:bodyPr/>
          <a:lstStyle/>
          <a:p>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幻灯片图像占位符 1"/>
          <p:cNvSpPr>
            <a:spLocks noGrp="1" noRot="1" noChangeAspect="1"/>
          </p:cNvSpPr>
          <p:nvPr>
            <p:ph type="sldImg" idx="2"/>
          </p:nvPr>
        </p:nvSpPr>
        <p:spPr>
          <a:xfrm>
            <a:off x="685800" y="1143000"/>
            <a:ext cx="5486400" cy="3086100"/>
          </a:xfrm>
        </p:spPr>
      </p:sp>
      <p:sp>
        <p:nvSpPr>
          <p:cNvPr id="3" name="文本占位符 2"/>
          <p:cNvSpPr txBox="1">
            <a:spLocks noGrp="1"/>
          </p:cNvSpPr>
          <p:nvPr>
            <p:ph type="body" idx="3"/>
          </p:nvPr>
        </p:nvSpPr>
        <p:spPr/>
        <p:txBody>
          <a:bodyPr/>
          <a:lstStyle/>
          <a:p>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幻灯片图像占位符 1"/>
          <p:cNvSpPr>
            <a:spLocks noGrp="1" noRot="1" noChangeAspect="1"/>
          </p:cNvSpPr>
          <p:nvPr>
            <p:ph type="sldImg" idx="2"/>
          </p:nvPr>
        </p:nvSpPr>
        <p:spPr>
          <a:xfrm>
            <a:off x="685800" y="1143000"/>
            <a:ext cx="5486400" cy="3086100"/>
          </a:xfrm>
        </p:spPr>
      </p:sp>
      <p:sp>
        <p:nvSpPr>
          <p:cNvPr id="3" name="文本占位符 2"/>
          <p:cNvSpPr txBox="1">
            <a:spLocks noGrp="1"/>
          </p:cNvSpPr>
          <p:nvPr>
            <p:ph type="body" idx="3"/>
          </p:nvPr>
        </p:nvSpPr>
        <p:spPr/>
        <p:txBody>
          <a:bodyPr/>
          <a:lstStyle/>
          <a:p>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幻灯片图像占位符 1"/>
          <p:cNvSpPr>
            <a:spLocks noGrp="1" noRot="1" noChangeAspect="1"/>
          </p:cNvSpPr>
          <p:nvPr>
            <p:ph type="sldImg" idx="2"/>
          </p:nvPr>
        </p:nvSpPr>
        <p:spPr>
          <a:xfrm>
            <a:off x="685800" y="1143000"/>
            <a:ext cx="5486400" cy="3086100"/>
          </a:xfrm>
        </p:spPr>
      </p:sp>
      <p:sp>
        <p:nvSpPr>
          <p:cNvPr id="3" name="文本占位符 2"/>
          <p:cNvSpPr txBox="1">
            <a:spLocks noGrp="1"/>
          </p:cNvSpPr>
          <p:nvPr>
            <p:ph type="body" idx="3"/>
          </p:nvPr>
        </p:nvSpPr>
        <p:spPr/>
        <p:txBody>
          <a:bodyPr/>
          <a:lstStyle/>
          <a:p>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幻灯片图像占位符 1"/>
          <p:cNvSpPr>
            <a:spLocks noGrp="1" noRot="1" noChangeAspect="1"/>
          </p:cNvSpPr>
          <p:nvPr>
            <p:ph type="sldImg" idx="2"/>
          </p:nvPr>
        </p:nvSpPr>
        <p:spPr>
          <a:xfrm>
            <a:off x="685800" y="1143000"/>
            <a:ext cx="5486400" cy="3086100"/>
          </a:xfrm>
        </p:spPr>
      </p:sp>
      <p:sp>
        <p:nvSpPr>
          <p:cNvPr id="3" name="文本占位符 2"/>
          <p:cNvSpPr txBox="1">
            <a:spLocks noGrp="1"/>
          </p:cNvSpPr>
          <p:nvPr>
            <p:ph type="body" idx="3"/>
          </p:nvPr>
        </p:nvSpPr>
        <p:spPr/>
        <p:txBody>
          <a:bodyPr/>
          <a:lstStyle/>
          <a:p>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幻灯片图像占位符 1"/>
          <p:cNvSpPr>
            <a:spLocks noGrp="1" noRot="1" noChangeAspect="1"/>
          </p:cNvSpPr>
          <p:nvPr>
            <p:ph type="sldImg" idx="2"/>
          </p:nvPr>
        </p:nvSpPr>
        <p:spPr>
          <a:xfrm>
            <a:off x="685800" y="1143000"/>
            <a:ext cx="5486400" cy="3086100"/>
          </a:xfrm>
        </p:spPr>
      </p:sp>
      <p:sp>
        <p:nvSpPr>
          <p:cNvPr id="3" name="文本占位符 2"/>
          <p:cNvSpPr txBox="1">
            <a:spLocks noGrp="1"/>
          </p:cNvSpPr>
          <p:nvPr>
            <p:ph type="body" idx="3"/>
          </p:nvPr>
        </p:nvSpPr>
        <p:spPr/>
        <p:txBody>
          <a:bodyPr/>
          <a:lstStyle/>
          <a:p>
            <a:endParaRPr lang="zh-CN" altLang="en-US"/>
          </a:p>
        </p:txBody>
      </p:sp>
    </p:spTree>
  </p:cSld>
  <p:clrMapOvr>
    <a:masterClrMapping/>
  </p:clrMapOvr>
</p:notes>
</file>

<file path=ppt/slideLayouts/_rels/slideLayout1.xml.rels>&#65279;<?xml version="1.0" encoding="utf-8" standalone="yes"?><Relationships xmlns="http://schemas.openxmlformats.org/package/2006/relationships"><Relationship Id="rId1" Type="http://schemas.openxmlformats.org/officeDocument/2006/relationships/tags" Target="../tags/tag1.xml" /><Relationship Id="rId2" Type="http://schemas.openxmlformats.org/officeDocument/2006/relationships/tags" Target="../tags/tag2.xml" /><Relationship Id="rId3" Type="http://schemas.openxmlformats.org/officeDocument/2006/relationships/tags" Target="../tags/tag3.xml" /><Relationship Id="rId4" Type="http://schemas.openxmlformats.org/officeDocument/2006/relationships/tags" Target="../tags/tag4.xml" /><Relationship Id="rId5" Type="http://schemas.openxmlformats.org/officeDocument/2006/relationships/tags" Target="../tags/tag5.xml" /><Relationship Id="rId6" Type="http://schemas.openxmlformats.org/officeDocument/2006/relationships/slideMaster" Target="../slideMasters/slideMaster1.xml" /></Relationships>
</file>

<file path=ppt/slideLayouts/_rels/slideLayout2.xml.rels>&#65279;<?xml version="1.0" encoding="utf-8" standalone="yes"?><Relationships xmlns="http://schemas.openxmlformats.org/package/2006/relationships"><Relationship Id="rId1" Type="http://schemas.openxmlformats.org/officeDocument/2006/relationships/tags" Target="../tags/tag6.xml" /><Relationship Id="rId2" Type="http://schemas.openxmlformats.org/officeDocument/2006/relationships/tags" Target="../tags/tag7.xml" /><Relationship Id="rId3" Type="http://schemas.openxmlformats.org/officeDocument/2006/relationships/tags" Target="../tags/tag8.xml" /><Relationship Id="rId4" Type="http://schemas.openxmlformats.org/officeDocument/2006/relationships/tags" Target="../tags/tag9.xml" /><Relationship Id="rId5" Type="http://schemas.openxmlformats.org/officeDocument/2006/relationships/tags" Target="../tags/tag10.xml" /><Relationship Id="rId6" Type="http://schemas.openxmlformats.org/officeDocument/2006/relationships/slideMaster" Target="../slideMasters/slideMaster1.xml" /></Relationships>
</file>

<file path=ppt/slideLayouts/_rels/slideLayout3.xml.rels>&#65279;<?xml version="1.0" encoding="utf-8" standalone="yes"?><Relationships xmlns="http://schemas.openxmlformats.org/package/2006/relationships"><Relationship Id="rId1" Type="http://schemas.openxmlformats.org/officeDocument/2006/relationships/tags" Target="../tags/tag11.xml" /><Relationship Id="rId2" Type="http://schemas.openxmlformats.org/officeDocument/2006/relationships/tags" Target="../tags/tag12.xml" /><Relationship Id="rId3" Type="http://schemas.openxmlformats.org/officeDocument/2006/relationships/tags" Target="../tags/tag13.xml" /><Relationship Id="rId4" Type="http://schemas.openxmlformats.org/officeDocument/2006/relationships/tags" Target="../tags/tag14.xml" /><Relationship Id="rId5" Type="http://schemas.openxmlformats.org/officeDocument/2006/relationships/tags" Target="../tags/tag15.xml" /><Relationship Id="rId6" Type="http://schemas.openxmlformats.org/officeDocument/2006/relationships/slideMaster" Target="../slideMasters/slideMaster1.xml" /></Relationships>
</file>

<file path=ppt/slideLayouts/_rels/slideLayout4.xml.rels>&#65279;<?xml version="1.0" encoding="utf-8" standalone="yes"?><Relationships xmlns="http://schemas.openxmlformats.org/package/2006/relationships"><Relationship Id="rId1" Type="http://schemas.openxmlformats.org/officeDocument/2006/relationships/tags" Target="../tags/tag16.xml" /><Relationship Id="rId2" Type="http://schemas.openxmlformats.org/officeDocument/2006/relationships/tags" Target="../tags/tag17.xml" /><Relationship Id="rId3" Type="http://schemas.openxmlformats.org/officeDocument/2006/relationships/tags" Target="../tags/tag18.xml" /><Relationship Id="rId4" Type="http://schemas.openxmlformats.org/officeDocument/2006/relationships/tags" Target="../tags/tag19.xml" /><Relationship Id="rId5" Type="http://schemas.openxmlformats.org/officeDocument/2006/relationships/tags" Target="../tags/tag20.xml" /><Relationship Id="rId6" Type="http://schemas.openxmlformats.org/officeDocument/2006/relationships/tags" Target="../tags/tag21.xml" /><Relationship Id="rId7" Type="http://schemas.openxmlformats.org/officeDocument/2006/relationships/slideMaster" Target="../slideMasters/slideMaster1.xml" /></Relationships>
</file>

<file path=ppt/slideLayouts/_rels/slideLayout5.xml.rels>&#65279;<?xml version="1.0" encoding="utf-8" standalone="yes"?><Relationships xmlns="http://schemas.openxmlformats.org/package/2006/relationships"><Relationship Id="rId1" Type="http://schemas.openxmlformats.org/officeDocument/2006/relationships/tags" Target="../tags/tag22.xml" /><Relationship Id="rId2" Type="http://schemas.openxmlformats.org/officeDocument/2006/relationships/tags" Target="../tags/tag23.xml" /><Relationship Id="rId3" Type="http://schemas.openxmlformats.org/officeDocument/2006/relationships/tags" Target="../tags/tag24.xml" /><Relationship Id="rId4" Type="http://schemas.openxmlformats.org/officeDocument/2006/relationships/tags" Target="../tags/tag25.xml" /><Relationship Id="rId5" Type="http://schemas.openxmlformats.org/officeDocument/2006/relationships/tags" Target="../tags/tag26.xml" /><Relationship Id="rId6" Type="http://schemas.openxmlformats.org/officeDocument/2006/relationships/tags" Target="../tags/tag27.xml" /><Relationship Id="rId7" Type="http://schemas.openxmlformats.org/officeDocument/2006/relationships/tags" Target="../tags/tag28.xml" /><Relationship Id="rId8" Type="http://schemas.openxmlformats.org/officeDocument/2006/relationships/tags" Target="../tags/tag29.xml" /><Relationship Id="rId9" Type="http://schemas.openxmlformats.org/officeDocument/2006/relationships/slideMaster" Target="../slideMasters/slideMaster1.xml" /></Relationships>
</file>

<file path=ppt/slideLayouts/_rels/slideLayout6.xml.rels>&#65279;<?xml version="1.0" encoding="utf-8" standalone="yes"?><Relationships xmlns="http://schemas.openxmlformats.org/package/2006/relationships"><Relationship Id="rId1" Type="http://schemas.openxmlformats.org/officeDocument/2006/relationships/tags" Target="../tags/tag30.xml" /><Relationship Id="rId2" Type="http://schemas.openxmlformats.org/officeDocument/2006/relationships/tags" Target="../tags/tag31.xml" /><Relationship Id="rId3" Type="http://schemas.openxmlformats.org/officeDocument/2006/relationships/tags" Target="../tags/tag32.xml" /><Relationship Id="rId4" Type="http://schemas.openxmlformats.org/officeDocument/2006/relationships/tags" Target="../tags/tag33.xml" /><Relationship Id="rId5" Type="http://schemas.openxmlformats.org/officeDocument/2006/relationships/slideMaster" Target="../slideMasters/slideMaster1.xml" /></Relationships>
</file>

<file path=ppt/slideLayouts/_rels/slideLayout7.xml.rels>&#65279;<?xml version="1.0" encoding="utf-8" standalone="yes"?><Relationships xmlns="http://schemas.openxmlformats.org/package/2006/relationships"><Relationship Id="rId1" Type="http://schemas.openxmlformats.org/officeDocument/2006/relationships/tags" Target="../tags/tag34.xml" /><Relationship Id="rId2" Type="http://schemas.openxmlformats.org/officeDocument/2006/relationships/tags" Target="../tags/tag35.xml" /><Relationship Id="rId3" Type="http://schemas.openxmlformats.org/officeDocument/2006/relationships/tags" Target="../tags/tag36.xml" /><Relationship Id="rId4" Type="http://schemas.openxmlformats.org/officeDocument/2006/relationships/slideMaster" Target="../slideMasters/slideMaster1.xml" /></Relationships>
</file>

<file path=ppt/slideLayouts/_rels/slideLayout8.xml.rels>&#65279;<?xml version="1.0" encoding="utf-8" standalone="yes"?><Relationships xmlns="http://schemas.openxmlformats.org/package/2006/relationships"><Relationship Id="rId1" Type="http://schemas.openxmlformats.org/officeDocument/2006/relationships/tags" Target="../tags/tag37.xml" /><Relationship Id="rId2" Type="http://schemas.openxmlformats.org/officeDocument/2006/relationships/tags" Target="../tags/tag38.xml" /><Relationship Id="rId3" Type="http://schemas.openxmlformats.org/officeDocument/2006/relationships/tags" Target="../tags/tag39.xml" /><Relationship Id="rId4" Type="http://schemas.openxmlformats.org/officeDocument/2006/relationships/tags" Target="../tags/tag40.xml" /><Relationship Id="rId5" Type="http://schemas.openxmlformats.org/officeDocument/2006/relationships/tags" Target="../tags/tag41.xml" /><Relationship Id="rId6" Type="http://schemas.openxmlformats.org/officeDocument/2006/relationships/tags" Target="../tags/tag42.xml" /><Relationship Id="rId7" Type="http://schemas.openxmlformats.org/officeDocument/2006/relationships/slideMaster" Target="../slideMasters/slideMaster1.xml" /></Relationships>
</file>

<file path=ppt/slideLayouts/_rels/slideLayout9.xml.rels>&#65279;<?xml version="1.0" encoding="utf-8" standalone="yes"?><Relationships xmlns="http://schemas.openxmlformats.org/package/2006/relationships"><Relationship Id="rId1" Type="http://schemas.openxmlformats.org/officeDocument/2006/relationships/tags" Target="../tags/tag43.xml" /><Relationship Id="rId2" Type="http://schemas.openxmlformats.org/officeDocument/2006/relationships/tags" Target="../tags/tag44.xml" /><Relationship Id="rId3" Type="http://schemas.openxmlformats.org/officeDocument/2006/relationships/tags" Target="../tags/tag45.xml" /><Relationship Id="rId4" Type="http://schemas.openxmlformats.org/officeDocument/2006/relationships/tags" Target="../tags/tag46.xml" /><Relationship Id="rId5" Type="http://schemas.openxmlformats.org/officeDocument/2006/relationships/tags" Target="../tags/tag47.xml" /><Relationship Id="rId6" Type="http://schemas.openxmlformats.org/officeDocument/2006/relationships/slideMaster" Target="../slideMasters/slideMaster1.xml" /></Relationships>
</file>

<file path=ppt/slideLayouts/_rels/slideLayout10.xml.rels>&#65279;<?xml version="1.0" encoding="utf-8" standalone="yes"?><Relationships xmlns="http://schemas.openxmlformats.org/package/2006/relationships"><Relationship Id="rId1" Type="http://schemas.openxmlformats.org/officeDocument/2006/relationships/tags" Target="../tags/tag48.xml" /><Relationship Id="rId2" Type="http://schemas.openxmlformats.org/officeDocument/2006/relationships/tags" Target="../tags/tag49.xml" /><Relationship Id="rId3" Type="http://schemas.openxmlformats.org/officeDocument/2006/relationships/tags" Target="../tags/tag50.xml" /><Relationship Id="rId4" Type="http://schemas.openxmlformats.org/officeDocument/2006/relationships/tags" Target="../tags/tag51.xml" /><Relationship Id="rId5" Type="http://schemas.openxmlformats.org/officeDocument/2006/relationships/slideMaster" Target="../slideMasters/slideMaster1.xml" /></Relationships>
</file>

<file path=ppt/slideLayouts/_rels/slideLayout11.xml.rels>&#65279;<?xml version="1.0" encoding="utf-8" standalone="yes"?><Relationships xmlns="http://schemas.openxmlformats.org/package/2006/relationships"><Relationship Id="rId1" Type="http://schemas.openxmlformats.org/officeDocument/2006/relationships/tags" Target="../tags/tag52.xml" /><Relationship Id="rId2" Type="http://schemas.openxmlformats.org/officeDocument/2006/relationships/tags" Target="../tags/tag53.xml" /><Relationship Id="rId3" Type="http://schemas.openxmlformats.org/officeDocument/2006/relationships/tags" Target="../tags/tag54.xml" /><Relationship Id="rId4" Type="http://schemas.openxmlformats.org/officeDocument/2006/relationships/tags" Target="../tags/tag55.xml" /><Relationship Id="rId5" Type="http://schemas.openxmlformats.org/officeDocument/2006/relationships/tags" Target="../tags/tag56.xml" /><Relationship Id="rId6"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title" preserve="1">
  <p:cSld name="标题幻灯片">
    <p:spTree>
      <p:nvGrpSpPr>
        <p:cNvPr id="1" name=""/>
        <p:cNvGrpSpPr/>
        <p:nvPr/>
      </p:nvGrpSpPr>
      <p:grpSpPr>
        <a:xfrm>
          <a:off x="0" y="0"/>
          <a:ext cx="0" cy="0"/>
        </a:xfrm>
      </p:grpSpPr>
      <p:sp>
        <p:nvSpPr>
          <p:cNvPr id="2" name="标题 1"/>
          <p:cNvSpPr>
            <a:spLocks noGrp="1"/>
          </p:cNvSpPr>
          <p:nvPr>
            <p:ph type="ctrTitle"/>
            <p:custDataLst>
              <p:tags r:id="rId1"/>
            </p:custDataLst>
          </p:nvPr>
        </p:nvSpPr>
        <p:spPr>
          <a:xfrm>
            <a:off x="1198800" y="914400"/>
            <a:ext cx="9799200" cy="2570400"/>
          </a:xfrm>
        </p:spPr>
        <p:txBody>
          <a:bodyPr lIns="90000" tIns="46800" rIns="90000" bIns="46800" anchor="b" anchorCtr="0">
            <a:normAutofit/>
          </a:bodyPr>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custDataLst>
              <p:tags r:id="rId2"/>
            </p:custDataLst>
          </p:nvPr>
        </p:nvSpPr>
        <p:spPr>
          <a:xfrm>
            <a:off x="1198800" y="3560400"/>
            <a:ext cx="9799200" cy="1472400"/>
          </a:xfrm>
        </p:spPr>
        <p:txBody>
          <a:bodyPr lIns="90000" tIns="46800" rIns="90000" bIns="46800">
            <a:normAutofit/>
          </a:bodyPr>
          <a:lstStyle>
            <a:lvl1pPr marL="0" indent="0" algn="ctr">
              <a:lnSpc>
                <a:spcPct val="110000"/>
              </a:lnSpc>
              <a:buNone/>
              <a:defRPr sz="2400" spc="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16" name="日期占位符 15"/>
          <p:cNvSpPr>
            <a:spLocks noGrp="1"/>
          </p:cNvSpPr>
          <p:nvPr>
            <p:ph type="dt" sz="half" idx="10"/>
            <p:custDataLst>
              <p:tags r:id="rId3"/>
            </p:custDataLst>
          </p:nvPr>
        </p:nvSpPr>
        <p:spPr/>
        <p:txBody>
          <a:bodyPr/>
          <a:lstStyle/>
          <a:p>
            <a:fld id="{760FBDFE-C587-4B4C-A407-44438C67B59E}" type="datetimeFigureOut">
              <a:rPr lang="zh-CN" altLang="en-US" smtClean="0"/>
              <a:t/>
            </a:fld>
            <a:endParaRPr lang="zh-CN" altLang="en-US"/>
          </a:p>
        </p:txBody>
      </p:sp>
      <p:sp>
        <p:nvSpPr>
          <p:cNvPr id="17" name="页脚占位符 16"/>
          <p:cNvSpPr>
            <a:spLocks noGrp="1"/>
          </p:cNvSpPr>
          <p:nvPr>
            <p:ph type="ftr" sz="quarter" idx="11"/>
            <p:custDataLst>
              <p:tags r:id="rId4"/>
            </p:custDataLst>
          </p:nvPr>
        </p:nvSpPr>
        <p:spPr/>
        <p:txBody>
          <a:bodyPr/>
          <a:lstStyle/>
          <a:p>
            <a:endParaRPr lang="zh-CN" altLang="en-US"/>
          </a:p>
        </p:txBody>
      </p:sp>
      <p:sp>
        <p:nvSpPr>
          <p:cNvPr id="18" name="灯片编号占位符 17"/>
          <p:cNvSpPr>
            <a:spLocks noGrp="1"/>
          </p:cNvSpPr>
          <p:nvPr>
            <p:ph type="sldNum" sz="quarter" idx="12"/>
            <p:custDataLst>
              <p:tags r:id="rId5"/>
            </p:custDataLst>
          </p:nvPr>
        </p:nvSpPr>
        <p:spPr/>
        <p:txBody>
          <a:bodyPr/>
          <a:lstStyle/>
          <a:p>
            <a:fld id="{49AE70B2-8BF9-45C0-BB95-33D1B9D3A854}" type="slidenum">
              <a:rPr lang="zh-CN" altLang="en-US" smtClean="0"/>
              <a:t/>
            </a:fld>
            <a:endParaRPr lang="zh-CN" altLang="en-US"/>
          </a:p>
        </p:txBody>
      </p:sp>
    </p:spTree>
  </p:cSld>
  <p:clrMapOvr>
    <a:masterClrMapping/>
  </p:clrMapOvr>
  <p:transition/>
  <p:timing/>
</p:sldLayout>
</file>

<file path=ppt/slideLayouts/slideLayout2.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obj" preserve="1">
  <p:cSld name="标题和内容">
    <p:spTree>
      <p:nvGrpSpPr>
        <p:cNvPr id="1" name=""/>
        <p:cNvGrpSpPr/>
        <p:nvPr/>
      </p:nvGrpSpPr>
      <p:grpSpPr>
        <a:xfrm>
          <a:off x="0" y="0"/>
          <a:ext cx="0" cy="0"/>
        </a:xfrm>
      </p:grpSpPr>
      <p:sp>
        <p:nvSpPr>
          <p:cNvPr id="2" name="标题 1"/>
          <p:cNvSpPr>
            <a:spLocks noGrp="1"/>
          </p:cNvSpPr>
          <p:nvPr>
            <p:ph type="title"/>
            <p:custDataLst>
              <p:tags r:id="rId1"/>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idx="1"/>
            <p:custDataLst>
              <p:tags r:id="rId2"/>
            </p:custDataLst>
          </p:nvPr>
        </p:nvSpPr>
        <p:spPr>
          <a:xfrm>
            <a:off x="608400" y="1490400"/>
            <a:ext cx="10969200" cy="47592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custDataLst>
              <p:tags r:id="rId3"/>
            </p:custDataLst>
          </p:nvPr>
        </p:nvSpPr>
        <p:spPr/>
        <p:txBody>
          <a:bodyPr/>
          <a:lstStyle/>
          <a:p>
            <a:fld id="{760FBDFE-C587-4B4C-A407-44438C67B59E}" type="datetimeFigureOut">
              <a:rPr lang="zh-CN" altLang="en-US" smtClean="0"/>
              <a:t/>
            </a:fld>
            <a:endParaRPr lang="zh-CN" altLang="en-US"/>
          </a:p>
        </p:txBody>
      </p:sp>
      <p:sp>
        <p:nvSpPr>
          <p:cNvPr id="5" name="页脚占位符 4"/>
          <p:cNvSpPr>
            <a:spLocks noGrp="1"/>
          </p:cNvSpPr>
          <p:nvPr>
            <p:ph type="ftr" sz="quarter" idx="11"/>
            <p:custDataLst>
              <p:tags r:id="rId4"/>
            </p:custDataLst>
          </p:nvPr>
        </p:nvSpPr>
        <p:spPr/>
        <p:txBody>
          <a:bodyPr/>
          <a:lstStyle/>
          <a:p>
            <a:endParaRPr lang="zh-CN" altLang="en-US"/>
          </a:p>
        </p:txBody>
      </p:sp>
      <p:sp>
        <p:nvSpPr>
          <p:cNvPr id="6" name="灯片编号占位符 5"/>
          <p:cNvSpPr>
            <a:spLocks noGrp="1"/>
          </p:cNvSpPr>
          <p:nvPr>
            <p:ph type="sldNum" sz="quarter" idx="12"/>
            <p:custDataLst>
              <p:tags r:id="rId5"/>
            </p:custDataLst>
          </p:nvPr>
        </p:nvSpPr>
        <p:spPr/>
        <p:txBody>
          <a:bodyPr/>
          <a:lstStyle/>
          <a:p>
            <a:fld id="{49AE70B2-8BF9-45C0-BB95-33D1B9D3A854}" type="slidenum">
              <a:rPr lang="zh-CN" altLang="en-US" smtClean="0"/>
              <a:t/>
            </a:fld>
            <a:endParaRPr lang="zh-CN" altLang="en-US"/>
          </a:p>
        </p:txBody>
      </p:sp>
    </p:spTree>
  </p:cSld>
  <p:clrMapOvr>
    <a:masterClrMapping/>
  </p:clrMapOvr>
  <p:transition/>
  <p:timing/>
</p:sldLayout>
</file>

<file path=ppt/slideLayouts/slideLayout3.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secHead" preserve="1">
  <p:cSld name="节标题">
    <p:spTree>
      <p:nvGrpSpPr>
        <p:cNvPr id="1" name=""/>
        <p:cNvGrpSpPr/>
        <p:nvPr/>
      </p:nvGrpSpPr>
      <p:grpSpPr>
        <a:xfrm>
          <a:off x="0" y="0"/>
          <a:ext cx="0" cy="0"/>
        </a:xfrm>
      </p:grpSpPr>
      <p:sp>
        <p:nvSpPr>
          <p:cNvPr id="2" name="标题 1"/>
          <p:cNvSpPr>
            <a:spLocks noGrp="1"/>
          </p:cNvSpPr>
          <p:nvPr>
            <p:ph type="title" hasCustomPrompt="1"/>
            <p:custDataLst>
              <p:tags r:id="rId1"/>
            </p:custDataLst>
          </p:nvPr>
        </p:nvSpPr>
        <p:spPr>
          <a:xfrm>
            <a:off x="1990800" y="3848400"/>
            <a:ext cx="7768800" cy="766800"/>
          </a:xfrm>
        </p:spPr>
        <p:txBody>
          <a:bodyPr lIns="90000" tIns="46800" rIns="90000" bIns="46800" anchor="b" anchorCtr="0">
            <a:normAutofit/>
          </a:bodyPr>
          <a:lstStyle>
            <a:lvl1pPr>
              <a:defRPr sz="4400"/>
            </a:lvl1pPr>
          </a:lstStyle>
          <a:p>
            <a:r>
              <a:rPr lang="zh-CN" altLang="en-US"/>
              <a:t>单击此处编辑标题</a:t>
            </a:r>
            <a:endParaRPr lang="zh-CN" altLang="en-US"/>
          </a:p>
        </p:txBody>
      </p:sp>
      <p:sp>
        <p:nvSpPr>
          <p:cNvPr id="3" name="文本占位符 2"/>
          <p:cNvSpPr>
            <a:spLocks noGrp="1"/>
          </p:cNvSpPr>
          <p:nvPr>
            <p:ph type="body" idx="1" hasCustomPrompt="1"/>
            <p:custDataLst>
              <p:tags r:id="rId2"/>
            </p:custDataLst>
          </p:nvPr>
        </p:nvSpPr>
        <p:spPr>
          <a:xfrm>
            <a:off x="1990800" y="4615200"/>
            <a:ext cx="7768800" cy="867600"/>
          </a:xfrm>
        </p:spPr>
        <p:txBody>
          <a:bodyPr lIns="90000" tIns="46800" rIns="90000" bIns="46800">
            <a:normAutofit/>
          </a:bodyPr>
          <a:lstStyle>
            <a:lvl1pPr marL="0" indent="0">
              <a:buNone/>
              <a:defRPr sz="1800">
                <a:solidFill>
                  <a:schemeClr val="tx1">
                    <a:lumMod val="65000"/>
                    <a:lumOff val="35000"/>
                  </a:schemeClr>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单击此处编辑文本</a:t>
            </a:r>
            <a:endParaRPr lang="zh-CN" altLang="en-US"/>
          </a:p>
        </p:txBody>
      </p:sp>
      <p:sp>
        <p:nvSpPr>
          <p:cNvPr id="4" name="日期占位符 3"/>
          <p:cNvSpPr>
            <a:spLocks noGrp="1"/>
          </p:cNvSpPr>
          <p:nvPr>
            <p:ph type="dt" sz="half" idx="10"/>
            <p:custDataLst>
              <p:tags r:id="rId3"/>
            </p:custDataLst>
          </p:nvPr>
        </p:nvSpPr>
        <p:spPr/>
        <p:txBody>
          <a:bodyPr/>
          <a:lstStyle/>
          <a:p>
            <a:fld id="{760FBDFE-C587-4B4C-A407-44438C67B59E}" type="datetimeFigureOut">
              <a:rPr lang="zh-CN" altLang="en-US" smtClean="0"/>
              <a:t/>
            </a:fld>
            <a:endParaRPr lang="zh-CN" altLang="en-US"/>
          </a:p>
        </p:txBody>
      </p:sp>
      <p:sp>
        <p:nvSpPr>
          <p:cNvPr id="5" name="页脚占位符 4"/>
          <p:cNvSpPr>
            <a:spLocks noGrp="1"/>
          </p:cNvSpPr>
          <p:nvPr>
            <p:ph type="ftr" sz="quarter" idx="11"/>
            <p:custDataLst>
              <p:tags r:id="rId4"/>
            </p:custDataLst>
          </p:nvPr>
        </p:nvSpPr>
        <p:spPr/>
        <p:txBody>
          <a:bodyPr/>
          <a:lstStyle/>
          <a:p>
            <a:endParaRPr lang="zh-CN" altLang="en-US"/>
          </a:p>
        </p:txBody>
      </p:sp>
      <p:sp>
        <p:nvSpPr>
          <p:cNvPr id="6" name="灯片编号占位符 5"/>
          <p:cNvSpPr>
            <a:spLocks noGrp="1"/>
          </p:cNvSpPr>
          <p:nvPr>
            <p:ph type="sldNum" sz="quarter" idx="12"/>
            <p:custDataLst>
              <p:tags r:id="rId5"/>
            </p:custDataLst>
          </p:nvPr>
        </p:nvSpPr>
        <p:spPr/>
        <p:txBody>
          <a:bodyPr/>
          <a:lstStyle/>
          <a:p>
            <a:fld id="{49AE70B2-8BF9-45C0-BB95-33D1B9D3A854}" type="slidenum">
              <a:rPr lang="zh-CN" altLang="en-US" smtClean="0"/>
              <a:t/>
            </a:fld>
            <a:endParaRPr lang="zh-CN" altLang="en-US"/>
          </a:p>
        </p:txBody>
      </p:sp>
    </p:spTree>
  </p:cSld>
  <p:clrMapOvr>
    <a:masterClrMapping/>
  </p:clrMapOvr>
  <p:transition/>
  <p:timing/>
</p:sldLayout>
</file>

<file path=ppt/slideLayouts/slideLayout4.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twoObj" preserve="1">
  <p:cSld name="两栏内容">
    <p:spTree>
      <p:nvGrpSpPr>
        <p:cNvPr id="1" name=""/>
        <p:cNvGrpSpPr/>
        <p:nvPr/>
      </p:nvGrpSpPr>
      <p:grpSpPr>
        <a:xfrm>
          <a:off x="0" y="0"/>
          <a:ext cx="0" cy="0"/>
        </a:xfrm>
      </p:grpSpPr>
      <p:sp>
        <p:nvSpPr>
          <p:cNvPr id="2" name="标题 1"/>
          <p:cNvSpPr>
            <a:spLocks noGrp="1"/>
          </p:cNvSpPr>
          <p:nvPr>
            <p:ph type="title"/>
            <p:custDataLst>
              <p:tags r:id="rId1"/>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sz="half" idx="1"/>
            <p:custDataLst>
              <p:tags r:id="rId2"/>
            </p:custDataLst>
          </p:nvPr>
        </p:nvSpPr>
        <p:spPr>
          <a:xfrm>
            <a:off x="608400" y="1501200"/>
            <a:ext cx="5176800" cy="47484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custDataLst>
              <p:tags r:id="rId3"/>
            </p:custDataLst>
          </p:nvPr>
        </p:nvSpPr>
        <p:spPr>
          <a:xfrm>
            <a:off x="6411600" y="1501200"/>
            <a:ext cx="5176800" cy="4748400"/>
          </a:xfrm>
        </p:spPr>
        <p:txBody>
          <a:bodyPr lIns="90000" tIns="46800" rIns="90000" bIns="4680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custDataLst>
              <p:tags r:id="rId4"/>
            </p:custDataLst>
          </p:nvPr>
        </p:nvSpPr>
        <p:spPr/>
        <p:txBody>
          <a:bodyPr/>
          <a:lstStyle/>
          <a:p>
            <a:fld id="{760FBDFE-C587-4B4C-A407-44438C67B59E}" type="datetimeFigureOut">
              <a:rPr lang="zh-CN" altLang="en-US" smtClean="0"/>
              <a:t/>
            </a:fld>
            <a:endParaRPr lang="zh-CN" altLang="en-US"/>
          </a:p>
        </p:txBody>
      </p:sp>
      <p:sp>
        <p:nvSpPr>
          <p:cNvPr id="6" name="页脚占位符 5"/>
          <p:cNvSpPr>
            <a:spLocks noGrp="1"/>
          </p:cNvSpPr>
          <p:nvPr>
            <p:ph type="ftr" sz="quarter" idx="11"/>
            <p:custDataLst>
              <p:tags r:id="rId5"/>
            </p:custDataLst>
          </p:nvPr>
        </p:nvSpPr>
        <p:spPr/>
        <p:txBody>
          <a:bodyPr/>
          <a:lstStyle/>
          <a:p>
            <a:endParaRPr lang="zh-CN" altLang="en-US"/>
          </a:p>
        </p:txBody>
      </p:sp>
      <p:sp>
        <p:nvSpPr>
          <p:cNvPr id="7" name="灯片编号占位符 6"/>
          <p:cNvSpPr>
            <a:spLocks noGrp="1"/>
          </p:cNvSpPr>
          <p:nvPr>
            <p:ph type="sldNum" sz="quarter" idx="12"/>
            <p:custDataLst>
              <p:tags r:id="rId6"/>
            </p:custDataLst>
          </p:nvPr>
        </p:nvSpPr>
        <p:spPr/>
        <p:txBody>
          <a:bodyPr/>
          <a:lstStyle/>
          <a:p>
            <a:fld id="{49AE70B2-8BF9-45C0-BB95-33D1B9D3A854}" type="slidenum">
              <a:rPr lang="zh-CN" altLang="en-US" smtClean="0"/>
              <a:t/>
            </a:fld>
            <a:endParaRPr lang="zh-CN" altLang="en-US"/>
          </a:p>
        </p:txBody>
      </p:sp>
    </p:spTree>
  </p:cSld>
  <p:clrMapOvr>
    <a:masterClrMapping/>
  </p:clrMapOvr>
  <p:transition/>
  <p:timing/>
</p:sldLayout>
</file>

<file path=ppt/slideLayouts/slideLayout5.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twoTxTwoObj" preserve="1">
  <p:cSld name="比较">
    <p:spTree>
      <p:nvGrpSpPr>
        <p:cNvPr id="1" name=""/>
        <p:cNvGrpSpPr/>
        <p:nvPr/>
      </p:nvGrpSpPr>
      <p:grpSpPr>
        <a:xfrm>
          <a:off x="0" y="0"/>
          <a:ext cx="0" cy="0"/>
        </a:xfrm>
      </p:grpSpPr>
      <p:sp>
        <p:nvSpPr>
          <p:cNvPr id="2" name="标题 1"/>
          <p:cNvSpPr>
            <a:spLocks noGrp="1"/>
          </p:cNvSpPr>
          <p:nvPr>
            <p:ph type="title"/>
            <p:custDataLst>
              <p:tags r:id="rId1"/>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文本占位符 2"/>
          <p:cNvSpPr>
            <a:spLocks noGrp="1"/>
          </p:cNvSpPr>
          <p:nvPr>
            <p:ph type="body" idx="1" hasCustomPrompt="1"/>
            <p:custDataLst>
              <p:tags r:id="rId2"/>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单击此处编辑文本</a:t>
            </a:r>
            <a:endParaRPr lang="zh-CN" altLang="en-US"/>
          </a:p>
        </p:txBody>
      </p:sp>
      <p:sp>
        <p:nvSpPr>
          <p:cNvPr id="4" name="内容占位符 3"/>
          <p:cNvSpPr>
            <a:spLocks noGrp="1"/>
          </p:cNvSpPr>
          <p:nvPr>
            <p:ph sz="half" idx="2"/>
            <p:custDataLst>
              <p:tags r:id="rId3"/>
            </p:custDataLst>
          </p:nvPr>
        </p:nvSpPr>
        <p:spPr>
          <a:xfrm>
            <a:off x="60840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hasCustomPrompt="1"/>
            <p:custDataLst>
              <p:tags r:id="rId4"/>
            </p:custDataLst>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单击此处编辑文本</a:t>
            </a:r>
            <a:endParaRPr lang="zh-CN" altLang="en-US"/>
          </a:p>
        </p:txBody>
      </p:sp>
      <p:sp>
        <p:nvSpPr>
          <p:cNvPr id="6" name="内容占位符 5"/>
          <p:cNvSpPr>
            <a:spLocks noGrp="1"/>
          </p:cNvSpPr>
          <p:nvPr>
            <p:ph sz="quarter" idx="4"/>
            <p:custDataLst>
              <p:tags r:id="rId5"/>
            </p:custDataLst>
          </p:nvPr>
        </p:nvSpPr>
        <p:spPr>
          <a:xfrm>
            <a:off x="623575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custDataLst>
              <p:tags r:id="rId6"/>
            </p:custDataLst>
          </p:nvPr>
        </p:nvSpPr>
        <p:spPr/>
        <p:txBody>
          <a:bodyPr/>
          <a:lstStyle/>
          <a:p>
            <a:fld id="{760FBDFE-C587-4B4C-A407-44438C67B59E}" type="datetimeFigureOut">
              <a:rPr lang="zh-CN" altLang="en-US" smtClean="0"/>
              <a:t/>
            </a:fld>
            <a:endParaRPr lang="zh-CN" altLang="en-US"/>
          </a:p>
        </p:txBody>
      </p:sp>
      <p:sp>
        <p:nvSpPr>
          <p:cNvPr id="8" name="页脚占位符 7"/>
          <p:cNvSpPr>
            <a:spLocks noGrp="1"/>
          </p:cNvSpPr>
          <p:nvPr>
            <p:ph type="ftr" sz="quarter" idx="11"/>
            <p:custDataLst>
              <p:tags r:id="rId7"/>
            </p:custDataLst>
          </p:nvPr>
        </p:nvSpPr>
        <p:spPr/>
        <p:txBody>
          <a:bodyPr/>
          <a:lstStyle/>
          <a:p>
            <a:endParaRPr lang="zh-CN" altLang="en-US"/>
          </a:p>
        </p:txBody>
      </p:sp>
      <p:sp>
        <p:nvSpPr>
          <p:cNvPr id="9" name="灯片编号占位符 8"/>
          <p:cNvSpPr>
            <a:spLocks noGrp="1"/>
          </p:cNvSpPr>
          <p:nvPr>
            <p:ph type="sldNum" sz="quarter" idx="12"/>
            <p:custDataLst>
              <p:tags r:id="rId8"/>
            </p:custDataLst>
          </p:nvPr>
        </p:nvSpPr>
        <p:spPr/>
        <p:txBody>
          <a:bodyPr/>
          <a:lstStyle/>
          <a:p>
            <a:fld id="{49AE70B2-8BF9-45C0-BB95-33D1B9D3A854}" type="slidenum">
              <a:rPr lang="zh-CN" altLang="en-US" smtClean="0"/>
              <a:t/>
            </a:fld>
            <a:endParaRPr lang="zh-CN" altLang="en-US"/>
          </a:p>
        </p:txBody>
      </p:sp>
    </p:spTree>
  </p:cSld>
  <p:clrMapOvr>
    <a:masterClrMapping/>
  </p:clrMapOvr>
  <p:transition/>
  <p:timing/>
</p:sldLayout>
</file>

<file path=ppt/slideLayouts/slideLayout6.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titleOnly" preserve="1">
  <p:cSld name="仅标题">
    <p:spTree>
      <p:nvGrpSpPr>
        <p:cNvPr id="1" name=""/>
        <p:cNvGrpSpPr/>
        <p:nvPr/>
      </p:nvGrpSpPr>
      <p:grpSpPr>
        <a:xfrm>
          <a:off x="0" y="0"/>
          <a:ext cx="0" cy="0"/>
        </a:xfrm>
      </p:grpSpPr>
      <p:sp>
        <p:nvSpPr>
          <p:cNvPr id="2" name="标题 1"/>
          <p:cNvSpPr>
            <a:spLocks noGrp="1"/>
          </p:cNvSpPr>
          <p:nvPr>
            <p:ph type="title"/>
            <p:custDataLst>
              <p:tags r:id="rId1"/>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t/>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t/>
            </a:fld>
            <a:endParaRPr lang="zh-CN" altLang="en-US"/>
          </a:p>
        </p:txBody>
      </p:sp>
    </p:spTree>
  </p:cSld>
  <p:clrMapOvr>
    <a:masterClrMapping/>
  </p:clrMapOvr>
  <p:transition/>
  <p:timing/>
</p:sldLayout>
</file>

<file path=ppt/slideLayouts/slideLayout7.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blank" preserve="1">
  <p:cSld name="空白">
    <p:spTree>
      <p:nvGrpSpPr>
        <p:cNvPr id="1" name=""/>
        <p:cNvGrpSpPr/>
        <p:nvPr/>
      </p:nvGrpSpPr>
      <p:grpSpPr>
        <a:xfrm>
          <a:off x="0" y="0"/>
          <a:ext cx="0" cy="0"/>
        </a:xfrm>
      </p:grpSpPr>
      <p:sp>
        <p:nvSpPr>
          <p:cNvPr id="2" name="日期占位符 1"/>
          <p:cNvSpPr>
            <a:spLocks noGrp="1"/>
          </p:cNvSpPr>
          <p:nvPr>
            <p:ph type="dt" sz="half" idx="10"/>
            <p:custDataLst>
              <p:tags r:id="rId1"/>
            </p:custDataLst>
          </p:nvPr>
        </p:nvSpPr>
        <p:spPr/>
        <p:txBody>
          <a:bodyPr/>
          <a:lstStyle/>
          <a:p>
            <a:fld id="{760FBDFE-C587-4B4C-A407-44438C67B59E}" type="datetimeFigureOut">
              <a:rPr lang="zh-CN" altLang="en-US" smtClean="0"/>
              <a:t/>
            </a:fld>
            <a:endParaRPr lang="zh-CN" altLang="en-US"/>
          </a:p>
        </p:txBody>
      </p:sp>
      <p:sp>
        <p:nvSpPr>
          <p:cNvPr id="3" name="页脚占位符 2"/>
          <p:cNvSpPr>
            <a:spLocks noGrp="1"/>
          </p:cNvSpPr>
          <p:nvPr>
            <p:ph type="ftr" sz="quarter" idx="11"/>
            <p:custDataLst>
              <p:tags r:id="rId2"/>
            </p:custDataLst>
          </p:nvPr>
        </p:nvSpPr>
        <p:spPr/>
        <p:txBody>
          <a:bodyPr/>
          <a:lstStyle/>
          <a:p>
            <a:endParaRPr lang="zh-CN" altLang="en-US"/>
          </a:p>
        </p:txBody>
      </p:sp>
      <p:sp>
        <p:nvSpPr>
          <p:cNvPr id="4" name="灯片编号占位符 3"/>
          <p:cNvSpPr>
            <a:spLocks noGrp="1"/>
          </p:cNvSpPr>
          <p:nvPr>
            <p:ph type="sldNum" sz="quarter" idx="12"/>
            <p:custDataLst>
              <p:tags r:id="rId3"/>
            </p:custDataLst>
          </p:nvPr>
        </p:nvSpPr>
        <p:spPr/>
        <p:txBody>
          <a:bodyPr/>
          <a:lstStyle/>
          <a:p>
            <a:fld id="{49AE70B2-8BF9-45C0-BB95-33D1B9D3A854}" type="slidenum">
              <a:rPr lang="zh-CN" altLang="en-US" smtClean="0"/>
              <a:t/>
            </a:fld>
            <a:endParaRPr lang="zh-CN" altLang="en-US"/>
          </a:p>
        </p:txBody>
      </p:sp>
    </p:spTree>
  </p:cSld>
  <p:clrMapOvr>
    <a:masterClrMapping/>
  </p:clrMapOvr>
  <p:transition/>
  <p:timing/>
</p:sldLayout>
</file>

<file path=ppt/slideLayouts/slideLayout8.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reserve="1" userDrawn="1">
  <p:cSld name="图片与标题">
    <p:spTree>
      <p:nvGrpSpPr>
        <p:cNvPr id="1" name=""/>
        <p:cNvGrpSpPr/>
        <p:nvPr/>
      </p:nvGrpSpPr>
      <p:grpSpPr>
        <a:xfrm>
          <a:off x="0" y="0"/>
          <a:ext cx="0" cy="0"/>
        </a:xfrm>
      </p:grpSpPr>
      <p:sp>
        <p:nvSpPr>
          <p:cNvPr id="3" name="图片占位符 2"/>
          <p:cNvSpPr>
            <a:spLocks noGrp="1"/>
          </p:cNvSpPr>
          <p:nvPr>
            <p:ph type="pic" idx="1"/>
            <p:custDataLst>
              <p:tags r:id="rId1"/>
            </p:custDataLst>
          </p:nvPr>
        </p:nvSpPr>
        <p:spPr>
          <a:xfrm>
            <a:off x="608400" y="1555200"/>
            <a:ext cx="5233077" cy="4608000"/>
          </a:xfrm>
        </p:spPr>
        <p:txBody>
          <a:bodyPr vert="horz" lIns="90000" tIns="46800" rIns="90000" bIns="46800" rtlCol="0">
            <a:normAutofit/>
          </a:bodyPr>
          <a:lstStyle>
            <a:lvl1pPr>
              <a:buNone/>
              <a:defRPr sz="1600"/>
            </a:lvl1pPr>
          </a:lstStyle>
          <a:p>
            <a:pPr lvl="0"/>
            <a:endParaRPr lang="zh-CN" altLang="en-US"/>
          </a:p>
        </p:txBody>
      </p:sp>
      <p:sp>
        <p:nvSpPr>
          <p:cNvPr id="4" name="文本占位符 3"/>
          <p:cNvSpPr>
            <a:spLocks noGrp="1"/>
          </p:cNvSpPr>
          <p:nvPr>
            <p:ph type="body" sz="half" idx="2"/>
            <p:custDataLst>
              <p:tags r:id="rId2"/>
            </p:custDataLst>
          </p:nvPr>
        </p:nvSpPr>
        <p:spPr>
          <a:xfrm>
            <a:off x="6350400" y="1555200"/>
            <a:ext cx="5227200" cy="4608000"/>
          </a:xfrm>
        </p:spPr>
        <p:txBody>
          <a:bodyPr vert="horz" lIns="90000" tIns="46800" rIns="90000" bIns="46800" rtlCol="0">
            <a:normAutofit/>
          </a:bodyPr>
          <a:lstStyle>
            <a:lvl1pPr>
              <a:buNone/>
              <a:defRPr sz="1600"/>
            </a:lvl1pPr>
          </a:lstStyle>
          <a:p>
            <a:pPr lvl="0"/>
            <a:r>
              <a:rPr lang="zh-CN" altLang="en-US" smtClean="0"/>
              <a:t>单击此处编辑母版文本样式</a:t>
            </a:r>
            <a:endParaRPr lang="zh-CN" altLang="en-US"/>
          </a:p>
        </p:txBody>
      </p:sp>
      <p:sp>
        <p:nvSpPr>
          <p:cNvPr id="5" name="日期占位符 4"/>
          <p:cNvSpPr>
            <a:spLocks noGrp="1"/>
          </p:cNvSpPr>
          <p:nvPr>
            <p:ph type="dt" sz="half" idx="10"/>
            <p:custDataLst>
              <p:tags r:id="rId3"/>
            </p:custDataLst>
          </p:nvPr>
        </p:nvSpPr>
        <p:spPr/>
        <p:txBody>
          <a:bodyPr/>
          <a:lstStyle/>
          <a:p>
            <a:fld id="{9EFD9D74-47D9-4702-A33C-335B63B48DBF}" type="datetimeFigureOut">
              <a:rPr lang="zh-CN" altLang="en-US" smtClean="0"/>
              <a:t/>
            </a:fld>
            <a:endParaRPr lang="zh-CN" altLang="en-US"/>
          </a:p>
        </p:txBody>
      </p:sp>
      <p:sp>
        <p:nvSpPr>
          <p:cNvPr id="6" name="页脚占位符 5"/>
          <p:cNvSpPr>
            <a:spLocks noGrp="1"/>
          </p:cNvSpPr>
          <p:nvPr>
            <p:ph type="ftr" sz="quarter" idx="11"/>
            <p:custDataLst>
              <p:tags r:id="rId4"/>
            </p:custDataLst>
          </p:nvPr>
        </p:nvSpPr>
        <p:spPr/>
        <p:txBody>
          <a:bodyPr/>
          <a:lstStyle/>
          <a:p>
            <a:endParaRPr lang="zh-CN" altLang="en-US"/>
          </a:p>
        </p:txBody>
      </p:sp>
      <p:sp>
        <p:nvSpPr>
          <p:cNvPr id="7" name="灯片编号占位符 6"/>
          <p:cNvSpPr>
            <a:spLocks noGrp="1"/>
          </p:cNvSpPr>
          <p:nvPr>
            <p:ph type="sldNum" sz="quarter" idx="12"/>
            <p:custDataLst>
              <p:tags r:id="rId5"/>
            </p:custDataLst>
          </p:nvPr>
        </p:nvSpPr>
        <p:spPr/>
        <p:txBody>
          <a:bodyPr/>
          <a:lstStyle/>
          <a:p>
            <a:fld id="{FABC47A4-756D-490B-A52F-7D9E2C9FC05F}" type="slidenum">
              <a:rPr lang="zh-CN" altLang="en-US" smtClean="0"/>
              <a:t/>
            </a:fld>
            <a:endParaRPr lang="zh-CN" altLang="en-US"/>
          </a:p>
        </p:txBody>
      </p:sp>
      <p:sp>
        <p:nvSpPr>
          <p:cNvPr id="9" name="标题 8"/>
          <p:cNvSpPr>
            <a:spLocks noGrp="1"/>
          </p:cNvSpPr>
          <p:nvPr>
            <p:ph type="title"/>
            <p:custDataLst>
              <p:tags r:id="rId6"/>
            </p:custDataLst>
          </p:nvPr>
        </p:nvSpPr>
        <p:spPr/>
        <p:txBody>
          <a:bodyPr/>
          <a:lstStyle/>
          <a:p>
            <a:r>
              <a:rPr lang="zh-CN" altLang="en-US"/>
              <a:t>单击此处编辑母版标题样式</a:t>
            </a:r>
            <a:endParaRPr lang="zh-CN" altLang="en-US"/>
          </a:p>
        </p:txBody>
      </p:sp>
    </p:spTree>
  </p:cSld>
  <p:clrMapOvr>
    <a:masterClrMapping/>
  </p:clrMapOvr>
  <p:transition/>
  <p:timing/>
</p:sldLayout>
</file>

<file path=ppt/slideLayouts/slideLayout9.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vertTitleAndTx" preserve="1">
  <p:cSld name="竖排标题与文本">
    <p:spTree>
      <p:nvGrpSpPr>
        <p:cNvPr id="1" name=""/>
        <p:cNvGrpSpPr/>
        <p:nvPr/>
      </p:nvGrpSpPr>
      <p:grpSpPr>
        <a:xfrm>
          <a:off x="0" y="0"/>
          <a:ext cx="0" cy="0"/>
        </a:xfrm>
      </p:grpSpPr>
      <p:sp>
        <p:nvSpPr>
          <p:cNvPr id="2" name="竖排标题 1"/>
          <p:cNvSpPr>
            <a:spLocks noGrp="1"/>
          </p:cNvSpPr>
          <p:nvPr>
            <p:ph type="title" orient="vert" hasCustomPrompt="1"/>
            <p:custDataLst>
              <p:tags r:id="rId1"/>
            </p:custDataLst>
          </p:nvPr>
        </p:nvSpPr>
        <p:spPr>
          <a:xfrm>
            <a:off x="10234800" y="914400"/>
            <a:ext cx="1044000" cy="5029200"/>
          </a:xfrm>
        </p:spPr>
        <p:txBody>
          <a:bodyPr vert="eaVert" lIns="90000" tIns="46800" rIns="90000" bIns="46800" rtlCol="0" anchor="ctr" anchorCtr="0">
            <a:normAutofit/>
          </a:bodyPr>
          <a:lstStyle>
            <a:lvl1pPr>
              <a:buNone/>
              <a:defRPr sz="2800"/>
            </a:lvl1pPr>
          </a:lstStyle>
          <a:p>
            <a:pPr lvl="0"/>
            <a:r>
              <a:rPr lang="zh-CN" altLang="en-US" smtClean="0"/>
              <a:t>单击此处编辑标题</a:t>
            </a:r>
            <a:endParaRPr lang="zh-CN" altLang="en-US"/>
          </a:p>
        </p:txBody>
      </p:sp>
      <p:sp>
        <p:nvSpPr>
          <p:cNvPr id="3" name="竖排文字占位符 2"/>
          <p:cNvSpPr>
            <a:spLocks noGrp="1"/>
          </p:cNvSpPr>
          <p:nvPr>
            <p:ph type="body" orient="vert" idx="1"/>
            <p:custDataLst>
              <p:tags r:id="rId2"/>
            </p:custDataLst>
          </p:nvPr>
        </p:nvSpPr>
        <p:spPr>
          <a:xfrm>
            <a:off x="914400" y="914400"/>
            <a:ext cx="9169200" cy="5029200"/>
          </a:xfrm>
        </p:spPr>
        <p:txBody>
          <a:bodyPr vert="eaVert" lIns="46800" tIns="46800" rIns="46800" bIns="46800"/>
          <a:lstStyle>
            <a:lvl1pPr marL="228600" indent="-228600">
              <a:spcAft>
                <a:spcPts val="1000"/>
              </a:spcAft>
              <a:defRPr spc="300"/>
            </a:lvl1pPr>
            <a:lvl2pPr marL="685800" indent="-228600">
              <a:defRPr spc="300"/>
            </a:lvl2pPr>
            <a:lvl3pPr marL="1143000" indent="-228600">
              <a:defRPr spc="300"/>
            </a:lvl3pPr>
            <a:lvl4pPr marL="1600200" indent="-228600">
              <a:defRPr spc="300"/>
            </a:lvl4pPr>
            <a:lvl5pPr marL="2057400" indent="-228600">
              <a:defRPr spc="300"/>
            </a:lvl5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custDataLst>
              <p:tags r:id="rId3"/>
            </p:custDataLst>
          </p:nvPr>
        </p:nvSpPr>
        <p:spPr/>
        <p:txBody>
          <a:bodyPr/>
          <a:lstStyle/>
          <a:p>
            <a:fld id="{760FBDFE-C587-4B4C-A407-44438C67B59E}" type="datetimeFigureOut">
              <a:rPr lang="zh-CN" altLang="en-US" smtClean="0"/>
              <a:t/>
            </a:fld>
            <a:endParaRPr lang="zh-CN" altLang="en-US"/>
          </a:p>
        </p:txBody>
      </p:sp>
      <p:sp>
        <p:nvSpPr>
          <p:cNvPr id="5" name="页脚占位符 4"/>
          <p:cNvSpPr>
            <a:spLocks noGrp="1"/>
          </p:cNvSpPr>
          <p:nvPr>
            <p:ph type="ftr" sz="quarter" idx="11"/>
            <p:custDataLst>
              <p:tags r:id="rId4"/>
            </p:custDataLst>
          </p:nvPr>
        </p:nvSpPr>
        <p:spPr/>
        <p:txBody>
          <a:bodyPr/>
          <a:lstStyle/>
          <a:p>
            <a:endParaRPr lang="zh-CN" altLang="en-US"/>
          </a:p>
        </p:txBody>
      </p:sp>
      <p:sp>
        <p:nvSpPr>
          <p:cNvPr id="6" name="灯片编号占位符 5"/>
          <p:cNvSpPr>
            <a:spLocks noGrp="1"/>
          </p:cNvSpPr>
          <p:nvPr>
            <p:ph type="sldNum" sz="quarter" idx="12"/>
            <p:custDataLst>
              <p:tags r:id="rId5"/>
            </p:custDataLst>
          </p:nvPr>
        </p:nvSpPr>
        <p:spPr/>
        <p:txBody>
          <a:bodyPr/>
          <a:lstStyle/>
          <a:p>
            <a:fld id="{49AE70B2-8BF9-45C0-BB95-33D1B9D3A854}" type="slidenum">
              <a:rPr lang="zh-CN" altLang="en-US" smtClean="0"/>
              <a:t/>
            </a:fld>
            <a:endParaRPr lang="zh-CN" altLang="en-US"/>
          </a:p>
        </p:txBody>
      </p:sp>
    </p:spTree>
  </p:cSld>
  <p:clrMapOvr>
    <a:masterClrMapping/>
  </p:clrMapOvr>
  <p:transition/>
  <p:timing/>
</p:sldLayout>
</file>

<file path=ppt/slideLayouts/slideLayout10.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reserve="1" userDrawn="1">
  <p:cSld name="内容">
    <p:spTree>
      <p:nvGrpSpPr>
        <p:cNvPr id="1" name=""/>
        <p:cNvGrpSpPr/>
        <p:nvPr/>
      </p:nvGrpSpPr>
      <p:grpSpPr>
        <a:xfrm>
          <a:off x="0" y="0"/>
          <a:ext cx="0" cy="0"/>
        </a:xfrm>
      </p:grpSpPr>
      <p:sp>
        <p:nvSpPr>
          <p:cNvPr id="3" name="日期占位符 2"/>
          <p:cNvSpPr>
            <a:spLocks noGrp="1"/>
          </p:cNvSpPr>
          <p:nvPr>
            <p:ph type="dt" sz="half" idx="10"/>
            <p:custDataLst>
              <p:tags r:id="rId1"/>
            </p:custDataLst>
          </p:nvPr>
        </p:nvSpPr>
        <p:spPr/>
        <p:txBody>
          <a:bodyPr/>
          <a:lstStyle/>
          <a:p>
            <a:fld id="{760FBDFE-C587-4B4C-A407-44438C67B59E}" type="datetimeFigureOut">
              <a:rPr lang="zh-CN" altLang="en-US" smtClean="0"/>
              <a:t/>
            </a:fld>
            <a:endParaRPr lang="zh-CN" altLang="en-US"/>
          </a:p>
        </p:txBody>
      </p:sp>
      <p:sp>
        <p:nvSpPr>
          <p:cNvPr id="4" name="页脚占位符 3"/>
          <p:cNvSpPr>
            <a:spLocks noGrp="1"/>
          </p:cNvSpPr>
          <p:nvPr>
            <p:ph type="ftr" sz="quarter" idx="11"/>
            <p:custDataLst>
              <p:tags r:id="rId2"/>
            </p:custDataLst>
          </p:nvPr>
        </p:nvSpPr>
        <p:spPr/>
        <p:txBody>
          <a:bodyPr/>
          <a:lstStyle/>
          <a:p>
            <a:endParaRPr lang="zh-CN" altLang="en-US"/>
          </a:p>
        </p:txBody>
      </p:sp>
      <p:sp>
        <p:nvSpPr>
          <p:cNvPr id="5" name="灯片编号占位符 4"/>
          <p:cNvSpPr>
            <a:spLocks noGrp="1"/>
          </p:cNvSpPr>
          <p:nvPr>
            <p:ph type="sldNum" sz="quarter" idx="12"/>
            <p:custDataLst>
              <p:tags r:id="rId3"/>
            </p:custDataLst>
          </p:nvPr>
        </p:nvSpPr>
        <p:spPr/>
        <p:txBody>
          <a:bodyPr/>
          <a:lstStyle/>
          <a:p>
            <a:fld id="{49AE70B2-8BF9-45C0-BB95-33D1B9D3A854}" type="slidenum">
              <a:rPr lang="zh-CN" altLang="en-US" smtClean="0"/>
              <a:t/>
            </a:fld>
            <a:endParaRPr lang="zh-CN" altLang="en-US"/>
          </a:p>
        </p:txBody>
      </p:sp>
      <p:sp>
        <p:nvSpPr>
          <p:cNvPr id="7" name="内容占位符 6"/>
          <p:cNvSpPr>
            <a:spLocks noGrp="1"/>
          </p:cNvSpPr>
          <p:nvPr>
            <p:ph sz="quarter" idx="13"/>
            <p:custDataLst>
              <p:tags r:id="rId4"/>
            </p:custDataLst>
          </p:nvPr>
        </p:nvSpPr>
        <p:spPr>
          <a:xfrm>
            <a:off x="608400" y="774000"/>
            <a:ext cx="10972800" cy="548280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transition/>
  <p:timing/>
</p:sldLayout>
</file>

<file path=ppt/slideLayouts/slideLayout11.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reserve="1" userDrawn="1">
  <p:cSld name="末尾幻灯片">
    <p:spTree>
      <p:nvGrpSpPr>
        <p:cNvPr id="1" name=""/>
        <p:cNvGrpSpPr/>
        <p:nvPr/>
      </p:nvGrpSpPr>
      <p:grpSpPr>
        <a:xfrm>
          <a:off x="0" y="0"/>
          <a:ext cx="0" cy="0"/>
        </a:xfrm>
      </p:grpSpPr>
      <p:sp>
        <p:nvSpPr>
          <p:cNvPr id="3" name="日期占位符 2"/>
          <p:cNvSpPr>
            <a:spLocks noGrp="1"/>
          </p:cNvSpPr>
          <p:nvPr>
            <p:ph type="dt" sz="half" idx="10"/>
            <p:custDataLst>
              <p:tags r:id="rId1"/>
            </p:custDataLst>
          </p:nvPr>
        </p:nvSpPr>
        <p:spPr/>
        <p:txBody>
          <a:bodyPr/>
          <a:lstStyle/>
          <a:p>
            <a:fld id="{760FBDFE-C587-4B4C-A407-44438C67B59E}" type="datetimeFigureOut">
              <a:rPr lang="zh-CN" altLang="en-US" smtClean="0"/>
              <a:t/>
            </a:fld>
            <a:endParaRPr lang="zh-CN" altLang="en-US"/>
          </a:p>
        </p:txBody>
      </p:sp>
      <p:sp>
        <p:nvSpPr>
          <p:cNvPr id="4" name="页脚占位符 3"/>
          <p:cNvSpPr>
            <a:spLocks noGrp="1"/>
          </p:cNvSpPr>
          <p:nvPr>
            <p:ph type="ftr" sz="quarter" idx="11"/>
            <p:custDataLst>
              <p:tags r:id="rId2"/>
            </p:custDataLst>
          </p:nvPr>
        </p:nvSpPr>
        <p:spPr/>
        <p:txBody>
          <a:bodyPr/>
          <a:lstStyle/>
          <a:p>
            <a:endParaRPr lang="zh-CN" altLang="en-US"/>
          </a:p>
        </p:txBody>
      </p:sp>
      <p:sp>
        <p:nvSpPr>
          <p:cNvPr id="5" name="灯片编号占位符 4"/>
          <p:cNvSpPr>
            <a:spLocks noGrp="1"/>
          </p:cNvSpPr>
          <p:nvPr>
            <p:ph type="sldNum" sz="quarter" idx="12"/>
            <p:custDataLst>
              <p:tags r:id="rId3"/>
            </p:custDataLst>
          </p:nvPr>
        </p:nvSpPr>
        <p:spPr/>
        <p:txBody>
          <a:bodyPr/>
          <a:lstStyle/>
          <a:p>
            <a:fld id="{49AE70B2-8BF9-45C0-BB95-33D1B9D3A854}" type="slidenum">
              <a:rPr lang="zh-CN" altLang="en-US" smtClean="0"/>
              <a:t/>
            </a:fld>
            <a:endParaRPr lang="zh-CN" altLang="en-US"/>
          </a:p>
        </p:txBody>
      </p:sp>
      <p:sp>
        <p:nvSpPr>
          <p:cNvPr id="2" name="标题 1"/>
          <p:cNvSpPr>
            <a:spLocks noGrp="1"/>
          </p:cNvSpPr>
          <p:nvPr>
            <p:ph type="title" hasCustomPrompt="1"/>
            <p:custDataLst>
              <p:tags r:id="rId4"/>
            </p:custDataLst>
          </p:nvPr>
        </p:nvSpPr>
        <p:spPr>
          <a:xfrm>
            <a:off x="1198800" y="2484000"/>
            <a:ext cx="9799200" cy="1018800"/>
          </a:xfrm>
        </p:spPr>
        <p:txBody>
          <a:bodyPr vert="horz" lIns="90000" tIns="46800" rIns="90000" bIns="46800" rtlCol="0" anchor="t" anchorCtr="0">
            <a:normAutofit/>
          </a:bodyPr>
          <a:lstStyle>
            <a:lvl1pPr algn="ctr">
              <a:defRPr sz="6000"/>
            </a:lvl1pPr>
          </a:lstStyle>
          <a:p>
            <a:pPr lvl="0"/>
            <a:r>
              <a:rPr lang="zh-CN" altLang="en-US" smtClean="0"/>
              <a:t>单击此处编辑标题</a:t>
            </a:r>
            <a:endParaRPr lang="zh-CN" altLang="en-US"/>
          </a:p>
        </p:txBody>
      </p:sp>
      <p:sp>
        <p:nvSpPr>
          <p:cNvPr id="7" name="文本占位符 6"/>
          <p:cNvSpPr>
            <a:spLocks noGrp="1"/>
          </p:cNvSpPr>
          <p:nvPr>
            <p:ph type="body" sz="quarter" idx="13"/>
            <p:custDataLst>
              <p:tags r:id="rId5"/>
            </p:custDataLst>
          </p:nvPr>
        </p:nvSpPr>
        <p:spPr>
          <a:xfrm>
            <a:off x="1198800" y="3560400"/>
            <a:ext cx="9799200" cy="471600"/>
          </a:xfrm>
        </p:spPr>
        <p:txBody>
          <a:bodyPr lIns="90000" tIns="46800" rIns="90000" bIns="46800">
            <a:normAutofit/>
          </a:bodyPr>
          <a:lstStyle>
            <a:lvl1pPr algn="ctr">
              <a:lnSpc>
                <a:spcPct val="110000"/>
              </a:lnSpc>
              <a:buNone/>
              <a:defRPr sz="2400" spc="200"/>
            </a:lvl1pPr>
          </a:lstStyle>
          <a:p>
            <a:pPr lvl="0"/>
            <a:r>
              <a:rPr lang="zh-CN" altLang="en-US"/>
              <a:t>单击此处编辑母版文本样式</a:t>
            </a:r>
            <a:endParaRPr lang="zh-CN" altLang="en-US"/>
          </a:p>
        </p:txBody>
      </p:sp>
    </p:spTree>
  </p:cSld>
  <p:clrMapOvr>
    <a:masterClrMapping/>
  </p:clrMapOvr>
  <p:transition/>
  <p:timing/>
</p:sldLayout>
</file>

<file path=ppt/slideMasters/_rels/slideMaster1.xml.rels>&#65279;<?xml version="1.0" encoding="utf-8" standalone="yes"?><Relationships xmlns="http://schemas.openxmlformats.org/package/2006/relationships"><Relationship Id="rId1" Type="http://schemas.openxmlformats.org/officeDocument/2006/relationships/slideLayout" Target="../slideLayouts/slideLayout1.xml" /><Relationship Id="rId10" Type="http://schemas.openxmlformats.org/officeDocument/2006/relationships/slideLayout" Target="../slideLayouts/slideLayout10.xml" /><Relationship Id="rId11" Type="http://schemas.openxmlformats.org/officeDocument/2006/relationships/slideLayout" Target="../slideLayouts/slideLayout11.xml" /><Relationship Id="rId12" Type="http://schemas.openxmlformats.org/officeDocument/2006/relationships/tags" Target="../tags/tag57.xml" /><Relationship Id="rId13" Type="http://schemas.openxmlformats.org/officeDocument/2006/relationships/tags" Target="../tags/tag58.xml" /><Relationship Id="rId14" Type="http://schemas.openxmlformats.org/officeDocument/2006/relationships/tags" Target="../tags/tag59.xml" /><Relationship Id="rId15" Type="http://schemas.openxmlformats.org/officeDocument/2006/relationships/tags" Target="../tags/tag60.xml" /><Relationship Id="rId16" Type="http://schemas.openxmlformats.org/officeDocument/2006/relationships/tags" Target="../tags/tag61.xml" /><Relationship Id="rId17" Type="http://schemas.openxmlformats.org/officeDocument/2006/relationships/image" Target="file:///D:\qq&#25991;&#20214;\712321467\Image\C2C\Image2\%7b75232B38-A165-1FB7-499C-2E1C792CACB5%7d.png" TargetMode="External" /><Relationship Id="rId18" Type="http://schemas.openxmlformats.org/officeDocument/2006/relationships/image" Target="../media/image1.png" /><Relationship Id="rId19" Type="http://schemas.openxmlformats.org/officeDocument/2006/relationships/image" Target="../media/image2.jpeg" /><Relationship Id="rId2" Type="http://schemas.openxmlformats.org/officeDocument/2006/relationships/slideLayout" Target="../slideLayouts/slideLayout2.xml" /><Relationship Id="rId20" Type="http://schemas.openxmlformats.org/officeDocument/2006/relationships/tags" Target="../tags/tag62.xml" /><Relationship Id="rId21" Type="http://schemas.openxmlformats.org/officeDocument/2006/relationships/theme" Target="../theme/theme1.xml" /><Relationship Id="rId3" Type="http://schemas.openxmlformats.org/officeDocument/2006/relationships/slideLayout" Target="../slideLayouts/slideLayout3.xml" /><Relationship Id="rId4" Type="http://schemas.openxmlformats.org/officeDocument/2006/relationships/slideLayout" Target="../slideLayouts/slideLayout4.xml" /><Relationship Id="rId5" Type="http://schemas.openxmlformats.org/officeDocument/2006/relationships/slideLayout" Target="../slideLayouts/slideLayout5.xml" /><Relationship Id="rId6" Type="http://schemas.openxmlformats.org/officeDocument/2006/relationships/slideLayout" Target="../slideLayouts/slideLayout6.xml" /><Relationship Id="rId7" Type="http://schemas.openxmlformats.org/officeDocument/2006/relationships/slideLayout" Target="../slideLayouts/slideLayout7.xml" /><Relationship Id="rId8" Type="http://schemas.openxmlformats.org/officeDocument/2006/relationships/slideLayout" Target="../slideLayouts/slideLayout8.xml" /><Relationship Id="rId9" Type="http://schemas.openxmlformats.org/officeDocument/2006/relationships/slideLayout" Target="../slideLayouts/slideLayout9.xml" /></Relationships>
</file>

<file path=ppt/slideMasters/slideMaster1.xml><?xml version="1.0" encoding="utf-8"?>
<p:sldMaster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p:bg>
      <p:bgPr>
        <a:blipFill rotWithShape="0">
          <a:blip r:embed="rId19"/>
          <a:stretch>
            <a:fillRect/>
          </a:stretch>
        </a:blipFill>
        <a:effectLst/>
      </p:bgPr>
    </p:bg>
    <p:spTree>
      <p:nvGrpSpPr>
        <p:cNvPr id="1" name=""/>
        <p:cNvGrpSpPr/>
        <p:nvPr/>
      </p:nvGrpSpPr>
      <p:grpSpPr>
        <a:xfrm>
          <a:off x="0" y="0"/>
          <a:ext cx="0" cy="0"/>
        </a:xfrm>
      </p:grpSpPr>
      <p:sp>
        <p:nvSpPr>
          <p:cNvPr id="2" name="标题占位符 1"/>
          <p:cNvSpPr>
            <a:spLocks noGrp="1"/>
          </p:cNvSpPr>
          <p:nvPr>
            <p:ph type="title"/>
            <p:custDataLst>
              <p:tags r:id="rId12"/>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a:t>单击此处编辑母版标题样式</a:t>
            </a:r>
            <a:endParaRPr lang="zh-CN" altLang="en-US"/>
          </a:p>
        </p:txBody>
      </p:sp>
      <p:sp>
        <p:nvSpPr>
          <p:cNvPr id="3" name="文本占位符 2"/>
          <p:cNvSpPr>
            <a:spLocks noGrp="1"/>
          </p:cNvSpPr>
          <p:nvPr>
            <p:ph type="body" idx="1"/>
            <p:custDataLst>
              <p:tags r:id="rId13"/>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2"/>
            <p:custDataLst>
              <p:tags r:id="rId14"/>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defRPr>
            </a:lvl1pPr>
          </a:lstStyle>
          <a:p>
            <a:fld id="{760FBDFE-C587-4B4C-A407-44438C67B59E}" type="datetimeFigureOut">
              <a:rPr lang="zh-CN" altLang="en-US" smtClean="0"/>
              <a:t/>
            </a:fld>
            <a:endParaRPr lang="zh-CN" altLang="en-US"/>
          </a:p>
        </p:txBody>
      </p:sp>
      <p:sp>
        <p:nvSpPr>
          <p:cNvPr id="5" name="页脚占位符 4"/>
          <p:cNvSpPr>
            <a:spLocks noGrp="1"/>
          </p:cNvSpPr>
          <p:nvPr>
            <p:ph type="ftr" sz="quarter" idx="3"/>
            <p:custDataLst>
              <p:tags r:id="rId15"/>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defRPr>
            </a:lvl1pPr>
          </a:lstStyle>
          <a:p>
            <a:endParaRPr lang="zh-CN" altLang="en-US"/>
          </a:p>
        </p:txBody>
      </p:sp>
      <p:sp>
        <p:nvSpPr>
          <p:cNvPr id="6" name="灯片编号占位符 5"/>
          <p:cNvSpPr>
            <a:spLocks noGrp="1"/>
          </p:cNvSpPr>
          <p:nvPr>
            <p:ph type="sldNum" sz="quarter" idx="4"/>
            <p:custDataLst>
              <p:tags r:id="rId16"/>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defRPr>
            </a:lvl1pPr>
          </a:lstStyle>
          <a:p>
            <a:fld id="{49AE70B2-8BF9-45C0-BB95-33D1B9D3A854}" type="slidenum">
              <a:rPr lang="zh-CN" altLang="en-US" smtClean="0"/>
              <a:t>0</a:t>
            </a:fld>
            <a:endParaRPr lang="zh-CN" altLang="en-US"/>
          </a:p>
        </p:txBody>
      </p:sp>
      <p:pic>
        <p:nvPicPr>
          <p:cNvPr id="7" name="图片 1073743875" descr="学科网 zxxk.com" title=""/>
          <p:cNvPicPr>
            <a:picLocks noChangeAspect="1"/>
          </p:cNvPicPr>
          <p:nvPr/>
        </p:nvPicPr>
        <p:blipFill>
          <a:blip r:embed="rId18" r:link="rId17"/>
          <a:stretch>
            <a:fillRect/>
          </a:stretch>
        </p:blipFill>
        <p:spPr>
          <a:xfrm>
            <a:off x="838200" y="365125"/>
            <a:ext cx="9525" cy="9525"/>
          </a:xfrm>
          <a:prstGeom prst="rect">
            <a:avLst/>
          </a:prstGeom>
          <a:noFill/>
          <a:ln>
            <a:noFill/>
            <a:miter lim="800000"/>
          </a:ln>
        </p:spPr>
      </p:pic>
    </p:spTree>
    <p:custDataLst>
      <p:tags r:id="rId20"/>
    </p:custData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p:timing/>
  <p:txStyles>
    <p:titleStyle>
      <a:lvl1pPr algn="l" defTabSz="914400" rtl="0" eaLnBrk="1" fontAlgn="auto" latinLnBrk="0" hangingPunct="1">
        <a:lnSpc>
          <a:spcPct val="100000"/>
        </a:lnSpc>
        <a:spcBef>
          <a:spcPct val="0"/>
        </a:spcBef>
        <a:buNone/>
        <a:defRPr sz="3600" b="0" u="none" strike="noStrike" kern="1200" cap="none" spc="300" normalizeH="0" baseline="0">
          <a:solidFill>
            <a:schemeClr val="tx1">
              <a:lumMod val="85000"/>
              <a:lumOff val="15000"/>
            </a:schemeClr>
          </a:solidFill>
          <a:uFillTx/>
          <a:latin typeface="+mj-lt"/>
          <a:ea typeface="+mj-ea"/>
          <a:cs typeface="+mj-cs"/>
        </a:defRPr>
      </a:lvl1pPr>
    </p:titleStyle>
    <p:bodyStyle>
      <a:lvl1pPr marL="228600" indent="-228600" algn="l" defTabSz="914400" rtl="0" eaLnBrk="1" fontAlgn="auto" latinLnBrk="0" hangingPunct="1">
        <a:lnSpc>
          <a:spcPct val="130000"/>
        </a:lnSpc>
        <a:spcBef>
          <a:spcPct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ct val="0"/>
        </a:spcBef>
        <a:spcAft>
          <a:spcPts val="600"/>
        </a:spcAft>
        <a:buFont typeface="Arial" panose="020b0604020202020204" pitchFamily="34" charset="0"/>
        <a:buChar char="●"/>
        <a:tabLst>
          <a:tab pos="1609725"/>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ct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ct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ct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&#65279;<?xml version="1.0" encoding="utf-8" standalone="yes"?><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tags" Target="../tags/tag63.xml" /><Relationship Id="rId3" Type="http://schemas.openxmlformats.org/officeDocument/2006/relationships/image" Target="../media/image3.jpeg" /><Relationship Id="rId4" Type="http://schemas.openxmlformats.org/officeDocument/2006/relationships/tags" Target="../tags/tag64.xml" /></Relationships>
</file>

<file path=ppt/slides/_rels/slide2.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1.xml" /></Relationships>
</file>

<file path=ppt/slides/_rels/slide3.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2.xml" /></Relationships>
</file>

<file path=ppt/slides/_rels/slide4.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3.xml" /></Relationships>
</file>

<file path=ppt/slides/_rels/slide5.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4.xml" /></Relationships>
</file>

<file path=ppt/slides/_rels/slide6.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5.xml" /></Relationships>
</file>

<file path=ppt/slides/_rels/slide7.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6.xml" /></Relationships>
</file>

<file path=ppt/slides/_rels/slide8.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7.xml" /></Relationships>
</file>

<file path=ppt/slides/_rels/slide9.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8.xml" /></Relationships>
</file>

<file path=ppt/slides/_rels/slide10.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9.xml" /><Relationship Id="rId3" Type="http://schemas.openxmlformats.org/officeDocument/2006/relationships/image" Target="../media/image4.png" /></Relationships>
</file>

<file path=ppt/slides/_rels/slide11.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10.xml" /></Relationships>
</file>

<file path=ppt/slides/slide1.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bg>
      <p:bgPr>
        <a:blipFill rotWithShape="1">
          <a:blip r:embed="rId3"/>
          <a:stretch>
            <a:fillRect/>
          </a:stretch>
        </a:blipFill>
        <a:effectLst/>
      </p:bgPr>
    </p:bg>
    <p:spTree>
      <p:nvGrpSpPr>
        <p:cNvPr id="1" name=""/>
        <p:cNvGrpSpPr/>
        <p:nvPr/>
      </p:nvGrpSpPr>
      <p:grpSpPr>
        <a:xfrm>
          <a:off x="0" y="0"/>
          <a:ext cx="0" cy="0"/>
        </a:xfrm>
      </p:grpSpPr>
      <p:sp>
        <p:nvSpPr>
          <p:cNvPr id="3" name="副标题 2" title=""/>
          <p:cNvSpPr>
            <a:spLocks noGrp="1"/>
          </p:cNvSpPr>
          <p:nvPr>
            <p:ph type="subTitle" idx="1"/>
            <p:custDataLst>
              <p:tags r:id="rId2"/>
            </p:custDataLst>
          </p:nvPr>
        </p:nvSpPr>
        <p:spPr>
          <a:xfrm>
            <a:off x="1554400" y="1956390"/>
            <a:ext cx="9799200" cy="1472400"/>
          </a:xfrm>
        </p:spPr>
        <p:txBody>
          <a:bodyPr/>
          <a:lstStyle/>
          <a:p>
            <a:r>
              <a:rPr lang="zh-CN" altLang="en-US" sz="2500">
                <a:latin typeface="Times New Roman" panose="02020603050405020304" pitchFamily="18" charset="0"/>
                <a:ea typeface="宋体" panose="02010600030101010101" pitchFamily="2" charset="-122"/>
              </a:rPr>
              <a:t>读后续写素材(环境描写)</a:t>
            </a:r>
            <a:endParaRPr lang="zh-CN" altLang="en-US" sz="2500">
              <a:latin typeface="Times New Roman" panose="02020603050405020304" pitchFamily="18" charset="0"/>
              <a:ea typeface="宋体" panose="02010600030101010101" pitchFamily="2" charset="-122"/>
            </a:endParaRPr>
          </a:p>
        </p:txBody>
      </p:sp>
    </p:spTree>
    <p:custDataLst>
      <p:tags r:id="rId4"/>
    </p:custDataLst>
  </p:cSld>
  <p:clrMapOvr>
    <a:masterClrMapping/>
  </p:clrMapOvr>
  <p:transition/>
  <p:timing/>
</p:sld>
</file>

<file path=ppt/slides/slide2.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sp>
        <p:nvSpPr>
          <p:cNvPr id="2" name="TextBox 1" title=""/>
          <p:cNvSpPr txBox="1"/>
          <p:nvPr/>
        </p:nvSpPr>
        <p:spPr>
          <a:xfrm>
            <a:off x="534762" y="721184"/>
            <a:ext cx="11276510" cy="2976880"/>
          </a:xfrm>
          <a:prstGeom prst="rect">
            <a:avLst/>
          </a:prstGeom>
          <a:noFill/>
        </p:spPr>
        <p:txBody>
          <a:bodyPr wrap="square" rtlCol="0">
            <a:spAutoFit/>
          </a:bodyPr>
          <a:lstStyle/>
          <a:p>
            <a:pPr algn="just">
              <a:lnSpc>
                <a:spcPct val="150000"/>
              </a:lnSpc>
              <a:spcAft>
                <a:spcPct val="0"/>
              </a:spcAft>
            </a:pPr>
            <a:r>
              <a:rPr lang="zh-CN" altLang="zh-CN" sz="2500" kern="100">
                <a:solidFill>
                  <a:srgbClr val="0000FF"/>
                </a:solidFill>
                <a:latin typeface="Times New Roman" panose="02020603050405020304" pitchFamily="18" charset="0"/>
                <a:ea typeface="宋体" panose="02010600030101010101" pitchFamily="2" charset="-122"/>
              </a:rPr>
              <a:t>【素材</a:t>
            </a:r>
            <a:r>
              <a:rPr lang="en-US" altLang="zh-CN" sz="2500" b="1" kern="100">
                <a:solidFill>
                  <a:srgbClr val="0000FF"/>
                </a:solidFill>
                <a:latin typeface="Times New Roman" panose="02020603050405020304" pitchFamily="18" charset="0"/>
                <a:ea typeface="宋体" panose="02010600030101010101" pitchFamily="2" charset="-122"/>
              </a:rPr>
              <a:t>1</a:t>
            </a:r>
            <a:r>
              <a:rPr lang="zh-CN" altLang="zh-CN" sz="2500" kern="100">
                <a:solidFill>
                  <a:srgbClr val="0000FF"/>
                </a:solidFill>
                <a:latin typeface="Times New Roman" panose="02020603050405020304" pitchFamily="18" charset="0"/>
                <a:ea typeface="宋体" panose="02010600030101010101" pitchFamily="2" charset="-122"/>
              </a:rPr>
              <a:t>】</a:t>
            </a:r>
            <a:r>
              <a:rPr lang="en-US" altLang="zh-CN" sz="2500" kern="100">
                <a:latin typeface="Times New Roman" panose="02020603050405020304" pitchFamily="18" charset="0"/>
                <a:ea typeface="宋体" panose="02010600030101010101" pitchFamily="2" charset="-122"/>
              </a:rPr>
              <a:t>At the close of the afternoon service,we returned by an exposed and hilly road,where the bitter winter wind,blowing over a range of snowy summits to the north,almost flayed the skin from our face.</a:t>
            </a:r>
            <a:endParaRPr lang="zh-CN" altLang="zh-CN" sz="2500" kern="100">
              <a:latin typeface="Times New Roman" panose="02020603050405020304" pitchFamily="18" charset="0"/>
              <a:ea typeface="宋体" panose="02010600030101010101" pitchFamily="2" charset="-122"/>
            </a:endParaRPr>
          </a:p>
          <a:p>
            <a:pPr algn="just">
              <a:lnSpc>
                <a:spcPct val="150000"/>
              </a:lnSpc>
              <a:spcAft>
                <a:spcPct val="0"/>
              </a:spcAft>
            </a:pPr>
            <a:r>
              <a:rPr lang="zh-CN" altLang="zh-CN" sz="2500" kern="100">
                <a:latin typeface="Times New Roman" panose="02020603050405020304" pitchFamily="18" charset="0"/>
                <a:ea typeface="宋体" panose="02010600030101010101" pitchFamily="2" charset="-122"/>
              </a:rPr>
              <a:t>下午的礼拜结束后</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我们沿着一条裸露的山路返回</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凛冽的寒风吹过北方的雪峰</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几乎要从我们脸上刮去一层皮。</a:t>
            </a:r>
            <a:endParaRPr lang="zh-CN" altLang="zh-CN" sz="2500" kern="100">
              <a:latin typeface="Times New Roman" panose="02020603050405020304" pitchFamily="18" charset="0"/>
              <a:ea typeface="宋体" panose="02010600030101010101" pitchFamily="2" charset="-122"/>
            </a:endParaRPr>
          </a:p>
        </p:txBody>
      </p:sp>
    </p:spTree>
  </p:cSld>
  <p:clrMapOvr>
    <a:masterClrMapping/>
  </p:clrMapOvr>
  <p:transition/>
  <p:timing/>
</p:sld>
</file>

<file path=ppt/slides/slide3.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sp>
        <p:nvSpPr>
          <p:cNvPr id="2" name="TextBox 1" title=""/>
          <p:cNvSpPr txBox="1"/>
          <p:nvPr/>
        </p:nvSpPr>
        <p:spPr>
          <a:xfrm>
            <a:off x="534762" y="721184"/>
            <a:ext cx="11276510" cy="4130675"/>
          </a:xfrm>
          <a:prstGeom prst="rect">
            <a:avLst/>
          </a:prstGeom>
          <a:noFill/>
        </p:spPr>
        <p:txBody>
          <a:bodyPr wrap="square" rtlCol="0">
            <a:spAutoFit/>
          </a:bodyPr>
          <a:lstStyle/>
          <a:p>
            <a:pPr algn="just">
              <a:lnSpc>
                <a:spcPct val="150000"/>
              </a:lnSpc>
              <a:spcAft>
                <a:spcPct val="0"/>
              </a:spcAft>
            </a:pPr>
            <a:r>
              <a:rPr lang="zh-CN" altLang="zh-CN" sz="2500" kern="100">
                <a:solidFill>
                  <a:srgbClr val="0000FF"/>
                </a:solidFill>
                <a:latin typeface="Times New Roman" panose="02020603050405020304" pitchFamily="18" charset="0"/>
                <a:ea typeface="宋体" panose="02010600030101010101" pitchFamily="2" charset="-122"/>
              </a:rPr>
              <a:t>【素材</a:t>
            </a:r>
            <a:r>
              <a:rPr lang="en-US" altLang="zh-CN" sz="2500" b="1" kern="100">
                <a:solidFill>
                  <a:srgbClr val="0000FF"/>
                </a:solidFill>
                <a:latin typeface="Times New Roman" panose="02020603050405020304" pitchFamily="18" charset="0"/>
                <a:ea typeface="宋体" panose="02010600030101010101" pitchFamily="2" charset="-122"/>
              </a:rPr>
              <a:t>2</a:t>
            </a:r>
            <a:r>
              <a:rPr lang="zh-CN" altLang="zh-CN" sz="2500" kern="100">
                <a:solidFill>
                  <a:srgbClr val="0000FF"/>
                </a:solidFill>
                <a:latin typeface="Times New Roman" panose="02020603050405020304" pitchFamily="18" charset="0"/>
                <a:ea typeface="宋体" panose="02010600030101010101" pitchFamily="2" charset="-122"/>
              </a:rPr>
              <a:t>】</a:t>
            </a:r>
            <a:r>
              <a:rPr lang="en-US" altLang="zh-CN" sz="2500" kern="100">
                <a:latin typeface="Times New Roman" panose="02020603050405020304" pitchFamily="18" charset="0"/>
                <a:ea typeface="宋体" panose="02010600030101010101" pitchFamily="2" charset="-122"/>
              </a:rPr>
              <a:t>It was the cool gray dawn,and there was a sense of peace deep in the woods.Not a leaf stirred;not a sound disturbed great Nature’s meditation.Dewdrops stood upon the leaves and grasses.A white layer of ashes covered the fire,and a thin blue breath of smoke rose straight into the air.</a:t>
            </a:r>
            <a:endParaRPr lang="zh-CN" altLang="zh-CN" sz="2500" kern="100">
              <a:latin typeface="Times New Roman" panose="02020603050405020304" pitchFamily="18" charset="0"/>
              <a:ea typeface="宋体" panose="02010600030101010101" pitchFamily="2" charset="-122"/>
            </a:endParaRPr>
          </a:p>
          <a:p>
            <a:pPr algn="just">
              <a:lnSpc>
                <a:spcPct val="150000"/>
              </a:lnSpc>
              <a:spcAft>
                <a:spcPct val="0"/>
              </a:spcAft>
            </a:pPr>
            <a:r>
              <a:rPr lang="zh-CN" altLang="zh-CN" sz="2500" kern="100">
                <a:latin typeface="Times New Roman" panose="02020603050405020304" pitchFamily="18" charset="0"/>
                <a:ea typeface="宋体" panose="02010600030101010101" pitchFamily="2" charset="-122"/>
              </a:rPr>
              <a:t>这是一个凉爽的灰蒙蒙的黎明</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树林深处有一种宁静的感觉。没有一片树叶被搅动</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没有任何声音打扰大自然的沉思。露珠落在树叶和草上。一层白色的灰烬覆盖着火堆</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一股蓝色的烟雾直冲云霄。</a:t>
            </a:r>
            <a:endParaRPr lang="zh-CN" altLang="zh-CN" sz="2500" kern="100">
              <a:latin typeface="Times New Roman" panose="02020603050405020304" pitchFamily="18" charset="0"/>
              <a:ea typeface="宋体" panose="02010600030101010101" pitchFamily="2" charset="-122"/>
            </a:endParaRPr>
          </a:p>
        </p:txBody>
      </p:sp>
    </p:spTree>
  </p:cSld>
  <p:clrMapOvr>
    <a:masterClrMapping/>
  </p:clrMapOvr>
  <p:transition/>
  <p:timing/>
</p:sld>
</file>

<file path=ppt/slides/slide4.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sp>
        <p:nvSpPr>
          <p:cNvPr id="2" name="TextBox 1" title=""/>
          <p:cNvSpPr txBox="1"/>
          <p:nvPr/>
        </p:nvSpPr>
        <p:spPr>
          <a:xfrm>
            <a:off x="534762" y="721184"/>
            <a:ext cx="11276510" cy="5862320"/>
          </a:xfrm>
          <a:prstGeom prst="rect">
            <a:avLst/>
          </a:prstGeom>
          <a:noFill/>
        </p:spPr>
        <p:txBody>
          <a:bodyPr wrap="square" rtlCol="0">
            <a:spAutoFit/>
          </a:bodyPr>
          <a:lstStyle/>
          <a:p>
            <a:pPr algn="just">
              <a:lnSpc>
                <a:spcPct val="150000"/>
              </a:lnSpc>
              <a:spcAft>
                <a:spcPct val="0"/>
              </a:spcAft>
            </a:pPr>
            <a:r>
              <a:rPr lang="zh-CN" altLang="zh-CN" sz="2500" kern="100">
                <a:solidFill>
                  <a:srgbClr val="0000FF"/>
                </a:solidFill>
                <a:latin typeface="Times New Roman" panose="02020603050405020304" pitchFamily="18" charset="0"/>
                <a:ea typeface="宋体" panose="02010600030101010101" pitchFamily="2" charset="-122"/>
              </a:rPr>
              <a:t>【素材</a:t>
            </a:r>
            <a:r>
              <a:rPr lang="en-US" altLang="zh-CN" sz="2500" b="1" kern="100">
                <a:solidFill>
                  <a:srgbClr val="0000FF"/>
                </a:solidFill>
                <a:latin typeface="Times New Roman" panose="02020603050405020304" pitchFamily="18" charset="0"/>
                <a:ea typeface="宋体" panose="02010600030101010101" pitchFamily="2" charset="-122"/>
              </a:rPr>
              <a:t>3</a:t>
            </a:r>
            <a:r>
              <a:rPr lang="zh-CN" altLang="zh-CN" sz="2500" kern="100">
                <a:solidFill>
                  <a:srgbClr val="0000FF"/>
                </a:solidFill>
                <a:latin typeface="Times New Roman" panose="02020603050405020304" pitchFamily="18" charset="0"/>
                <a:ea typeface="宋体" panose="02010600030101010101" pitchFamily="2" charset="-122"/>
              </a:rPr>
              <a:t>】</a:t>
            </a:r>
            <a:r>
              <a:rPr lang="en-US" altLang="zh-CN" sz="2500" kern="100">
                <a:latin typeface="Times New Roman" panose="02020603050405020304" pitchFamily="18" charset="0"/>
                <a:ea typeface="宋体" panose="02010600030101010101" pitchFamily="2" charset="-122"/>
              </a:rPr>
              <a:t>It was raining and cold when we went out to eat.We found a small restaurant poorly decorated for the holiday.Only five tables in the restaurant were taken.There were two German couples, two French families and an American sailor, by himself.They were eating in stony silence except the sailor.While eating, he was writing a letter, and a half-smile lit up his face.In the corner a piano player was listlessly playing Christmas music.</a:t>
            </a:r>
            <a:endParaRPr lang="zh-CN" altLang="zh-CN" sz="2500" kern="100">
              <a:latin typeface="Times New Roman" panose="02020603050405020304" pitchFamily="18" charset="0"/>
              <a:ea typeface="宋体" panose="02010600030101010101" pitchFamily="2" charset="-122"/>
            </a:endParaRPr>
          </a:p>
          <a:p>
            <a:pPr algn="just">
              <a:lnSpc>
                <a:spcPct val="150000"/>
              </a:lnSpc>
              <a:spcAft>
                <a:spcPct val="0"/>
              </a:spcAft>
            </a:pPr>
            <a:r>
              <a:rPr lang="zh-CN" altLang="zh-CN" sz="2500" kern="100">
                <a:latin typeface="Times New Roman" panose="02020603050405020304" pitchFamily="18" charset="0"/>
                <a:ea typeface="宋体" panose="02010600030101010101" pitchFamily="2" charset="-122"/>
              </a:rPr>
              <a:t>我们出去吃饭时</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天正在下雨</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很冷。我们发现一家小餐馆装修得很差</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不适合过节。餐馆里只有五张桌子被占满了。有两对德国夫妇</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两个法国家庭和一个美国水手</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独自一人。除了那个水手</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大家都在沉默地吃东西。他边吃边写信</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脸上露出了一丝微笑。一个钢琴师在角落里无精打采地弹奏着圣诞乐曲。</a:t>
            </a:r>
            <a:endParaRPr lang="zh-CN" altLang="zh-CN" sz="2500" kern="100">
              <a:latin typeface="Times New Roman" panose="02020603050405020304" pitchFamily="18" charset="0"/>
              <a:ea typeface="宋体" panose="02010600030101010101" pitchFamily="2" charset="-122"/>
            </a:endParaRPr>
          </a:p>
        </p:txBody>
      </p:sp>
    </p:spTree>
  </p:cSld>
  <p:clrMapOvr>
    <a:masterClrMapping/>
  </p:clrMapOvr>
  <p:transition/>
  <p:timing/>
</p:sld>
</file>

<file path=ppt/slides/slide5.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sp>
        <p:nvSpPr>
          <p:cNvPr id="2" name="TextBox 1" title=""/>
          <p:cNvSpPr txBox="1"/>
          <p:nvPr/>
        </p:nvSpPr>
        <p:spPr>
          <a:xfrm>
            <a:off x="534762" y="721184"/>
            <a:ext cx="11276510" cy="4130675"/>
          </a:xfrm>
          <a:prstGeom prst="rect">
            <a:avLst/>
          </a:prstGeom>
          <a:noFill/>
        </p:spPr>
        <p:txBody>
          <a:bodyPr wrap="square" rtlCol="0">
            <a:spAutoFit/>
          </a:bodyPr>
          <a:lstStyle/>
          <a:p>
            <a:pPr algn="just">
              <a:lnSpc>
                <a:spcPct val="150000"/>
              </a:lnSpc>
              <a:spcAft>
                <a:spcPct val="0"/>
              </a:spcAft>
            </a:pPr>
            <a:r>
              <a:rPr lang="zh-CN" altLang="zh-CN" sz="2500" kern="100">
                <a:solidFill>
                  <a:srgbClr val="0000FF"/>
                </a:solidFill>
                <a:latin typeface="Times New Roman" panose="02020603050405020304" pitchFamily="18" charset="0"/>
                <a:ea typeface="宋体" panose="02010600030101010101" pitchFamily="2" charset="-122"/>
              </a:rPr>
              <a:t>【素材</a:t>
            </a:r>
            <a:r>
              <a:rPr lang="en-US" altLang="zh-CN" sz="2500" b="1" kern="100">
                <a:solidFill>
                  <a:srgbClr val="0000FF"/>
                </a:solidFill>
                <a:latin typeface="Times New Roman" panose="02020603050405020304" pitchFamily="18" charset="0"/>
                <a:ea typeface="宋体" panose="02010600030101010101" pitchFamily="2" charset="-122"/>
              </a:rPr>
              <a:t>4</a:t>
            </a:r>
            <a:r>
              <a:rPr lang="zh-CN" altLang="zh-CN" sz="2500" kern="100">
                <a:solidFill>
                  <a:srgbClr val="0000FF"/>
                </a:solidFill>
                <a:latin typeface="Times New Roman" panose="02020603050405020304" pitchFamily="18" charset="0"/>
                <a:ea typeface="宋体" panose="02010600030101010101" pitchFamily="2" charset="-122"/>
              </a:rPr>
              <a:t>】</a:t>
            </a:r>
            <a:r>
              <a:rPr lang="en-US" altLang="zh-CN" sz="2500" kern="100">
                <a:latin typeface="Times New Roman" panose="02020603050405020304" pitchFamily="18" charset="0"/>
                <a:ea typeface="宋体" panose="02010600030101010101" pitchFamily="2" charset="-122"/>
              </a:rPr>
              <a:t>A wafer of a moon was shining over Gatsby’s house, making the night fine as before and surviving the laughter and the sound of his still glowing garden.A sudden emptiness seemed to flow now from the windows and the great doors, endowing with complete isolation the figure of the host.</a:t>
            </a:r>
            <a:endParaRPr lang="zh-CN" altLang="zh-CN" sz="2500" kern="100">
              <a:latin typeface="Times New Roman" panose="02020603050405020304" pitchFamily="18" charset="0"/>
              <a:ea typeface="宋体" panose="02010600030101010101" pitchFamily="2" charset="-122"/>
            </a:endParaRPr>
          </a:p>
          <a:p>
            <a:pPr algn="just">
              <a:lnSpc>
                <a:spcPct val="150000"/>
              </a:lnSpc>
              <a:spcAft>
                <a:spcPct val="0"/>
              </a:spcAft>
            </a:pPr>
            <a:r>
              <a:rPr lang="zh-CN" altLang="zh-CN" sz="2500" kern="100">
                <a:latin typeface="Times New Roman" panose="02020603050405020304" pitchFamily="18" charset="0"/>
                <a:ea typeface="宋体" panose="02010600030101010101" pitchFamily="2" charset="-122"/>
              </a:rPr>
              <a:t>一轮明月正照在盖茨比的房子上方</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使夜色像从前一样美好</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在他那仍在发光的花园的欢声笑语中依然存在。一种突然的空虚似乎从窗户和大门里涌了出来</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使主人的身影显得完全孤立无援。</a:t>
            </a:r>
            <a:endParaRPr lang="zh-CN" altLang="zh-CN" sz="2500" kern="100">
              <a:latin typeface="Times New Roman" panose="02020603050405020304" pitchFamily="18" charset="0"/>
              <a:ea typeface="宋体" panose="02010600030101010101" pitchFamily="2" charset="-122"/>
            </a:endParaRPr>
          </a:p>
        </p:txBody>
      </p:sp>
    </p:spTree>
  </p:cSld>
  <p:clrMapOvr>
    <a:masterClrMapping/>
  </p:clrMapOvr>
  <p:transition/>
  <p:timing/>
</p:sld>
</file>

<file path=ppt/slides/slide6.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sp>
        <p:nvSpPr>
          <p:cNvPr id="2" name="TextBox 1" title=""/>
          <p:cNvSpPr txBox="1"/>
          <p:nvPr/>
        </p:nvSpPr>
        <p:spPr>
          <a:xfrm>
            <a:off x="534762" y="721184"/>
            <a:ext cx="11276510" cy="5285105"/>
          </a:xfrm>
          <a:prstGeom prst="rect">
            <a:avLst/>
          </a:prstGeom>
          <a:noFill/>
        </p:spPr>
        <p:txBody>
          <a:bodyPr wrap="square" rtlCol="0">
            <a:spAutoFit/>
          </a:bodyPr>
          <a:lstStyle/>
          <a:p>
            <a:pPr algn="just">
              <a:lnSpc>
                <a:spcPct val="150000"/>
              </a:lnSpc>
              <a:spcAft>
                <a:spcPct val="0"/>
              </a:spcAft>
            </a:pPr>
            <a:r>
              <a:rPr lang="zh-CN" altLang="zh-CN" sz="2500" kern="100">
                <a:solidFill>
                  <a:srgbClr val="0000FF"/>
                </a:solidFill>
                <a:latin typeface="Times New Roman" panose="02020603050405020304" pitchFamily="18" charset="0"/>
                <a:ea typeface="宋体" panose="02010600030101010101" pitchFamily="2" charset="-122"/>
              </a:rPr>
              <a:t>【素材</a:t>
            </a:r>
            <a:r>
              <a:rPr lang="en-US" altLang="zh-CN" sz="2500" b="1" kern="100">
                <a:solidFill>
                  <a:srgbClr val="0000FF"/>
                </a:solidFill>
                <a:latin typeface="Times New Roman" panose="02020603050405020304" pitchFamily="18" charset="0"/>
                <a:ea typeface="宋体" panose="02010600030101010101" pitchFamily="2" charset="-122"/>
              </a:rPr>
              <a:t>5</a:t>
            </a:r>
            <a:r>
              <a:rPr lang="zh-CN" altLang="zh-CN" sz="2500" kern="100">
                <a:solidFill>
                  <a:srgbClr val="0000FF"/>
                </a:solidFill>
                <a:latin typeface="Times New Roman" panose="02020603050405020304" pitchFamily="18" charset="0"/>
                <a:ea typeface="宋体" panose="02010600030101010101" pitchFamily="2" charset="-122"/>
              </a:rPr>
              <a:t>】</a:t>
            </a:r>
            <a:r>
              <a:rPr lang="en-US" altLang="zh-CN" sz="2500" kern="100">
                <a:latin typeface="Times New Roman" panose="02020603050405020304" pitchFamily="18" charset="0"/>
                <a:ea typeface="宋体" panose="02010600030101010101" pitchFamily="2" charset="-122"/>
              </a:rPr>
              <a:t> I was studying a Barbie and doing some simple math in my head when suddenly an earthshaking clap of thunder roared from the storm outside.I jumped at the noise, dropping the doll to the floor.The lights flickered once and died, covering everything in a blanket of blackness.Thunder continued to shake the sky and lightning illuminated the store for seconds, casting frightening shadows on my mind.</a:t>
            </a:r>
            <a:endParaRPr lang="zh-CN" altLang="zh-CN" sz="2500" kern="100">
              <a:latin typeface="Times New Roman" panose="02020603050405020304" pitchFamily="18" charset="0"/>
              <a:ea typeface="宋体" panose="02010600030101010101" pitchFamily="2" charset="-122"/>
            </a:endParaRPr>
          </a:p>
          <a:p>
            <a:pPr algn="just">
              <a:lnSpc>
                <a:spcPct val="150000"/>
              </a:lnSpc>
              <a:spcAft>
                <a:spcPct val="0"/>
              </a:spcAft>
            </a:pPr>
            <a:r>
              <a:rPr lang="zh-CN" altLang="zh-CN" sz="2500" kern="100">
                <a:latin typeface="Times New Roman" panose="02020603050405020304" pitchFamily="18" charset="0"/>
                <a:ea typeface="宋体" panose="02010600030101010101" pitchFamily="2" charset="-122"/>
              </a:rPr>
              <a:t>我正在研究芭比娃娃</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并在脑子里做一些简单的数学</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突然</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外面的暴风雨中响起了惊天动地的雷声。听到声音</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我吓了一跳</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把娃娃摔在地上。灯光闪烁了一下就熄灭了</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一切都笼罩在一片黑暗中。雷声继续震动着天空</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闪电照亮了商店几秒钟</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在我的脑海里投下了可怕的阴影。</a:t>
            </a:r>
            <a:endParaRPr lang="zh-CN" altLang="zh-CN" sz="2500" kern="100">
              <a:latin typeface="Times New Roman" panose="02020603050405020304" pitchFamily="18" charset="0"/>
              <a:ea typeface="宋体" panose="02010600030101010101" pitchFamily="2" charset="-122"/>
            </a:endParaRPr>
          </a:p>
        </p:txBody>
      </p:sp>
    </p:spTree>
  </p:cSld>
  <p:clrMapOvr>
    <a:masterClrMapping/>
  </p:clrMapOvr>
  <p:transition/>
  <p:timing/>
</p:sld>
</file>

<file path=ppt/slides/slide7.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sp>
        <p:nvSpPr>
          <p:cNvPr id="2" name="TextBox 1" title=""/>
          <p:cNvSpPr txBox="1"/>
          <p:nvPr/>
        </p:nvSpPr>
        <p:spPr>
          <a:xfrm>
            <a:off x="534762" y="721184"/>
            <a:ext cx="11276510" cy="3553460"/>
          </a:xfrm>
          <a:prstGeom prst="rect">
            <a:avLst/>
          </a:prstGeom>
          <a:noFill/>
        </p:spPr>
        <p:txBody>
          <a:bodyPr wrap="square" rtlCol="0">
            <a:spAutoFit/>
          </a:bodyPr>
          <a:lstStyle/>
          <a:p>
            <a:pPr algn="just">
              <a:lnSpc>
                <a:spcPct val="150000"/>
              </a:lnSpc>
              <a:spcAft>
                <a:spcPct val="0"/>
              </a:spcAft>
            </a:pPr>
            <a:r>
              <a:rPr lang="zh-CN" altLang="zh-CN" sz="2500" kern="100">
                <a:solidFill>
                  <a:srgbClr val="0000FF"/>
                </a:solidFill>
                <a:latin typeface="Times New Roman" panose="02020603050405020304" pitchFamily="18" charset="0"/>
                <a:ea typeface="宋体" panose="02010600030101010101" pitchFamily="2" charset="-122"/>
              </a:rPr>
              <a:t>【素材</a:t>
            </a:r>
            <a:r>
              <a:rPr lang="en-US" altLang="zh-CN" sz="2500" b="1" kern="100">
                <a:solidFill>
                  <a:srgbClr val="0000FF"/>
                </a:solidFill>
                <a:latin typeface="Times New Roman" panose="02020603050405020304" pitchFamily="18" charset="0"/>
                <a:ea typeface="宋体" panose="02010600030101010101" pitchFamily="2" charset="-122"/>
              </a:rPr>
              <a:t>6</a:t>
            </a:r>
            <a:r>
              <a:rPr lang="zh-CN" altLang="zh-CN" sz="2500" kern="100">
                <a:solidFill>
                  <a:srgbClr val="0000FF"/>
                </a:solidFill>
                <a:latin typeface="Times New Roman" panose="02020603050405020304" pitchFamily="18" charset="0"/>
                <a:ea typeface="宋体" panose="02010600030101010101" pitchFamily="2" charset="-122"/>
              </a:rPr>
              <a:t>】</a:t>
            </a:r>
            <a:r>
              <a:rPr lang="en-US" altLang="zh-CN" sz="2500" kern="100">
                <a:latin typeface="Times New Roman" panose="02020603050405020304" pitchFamily="18" charset="0"/>
                <a:ea typeface="宋体" panose="02010600030101010101" pitchFamily="2" charset="-122"/>
              </a:rPr>
              <a:t>“I’ll tell you in the morning,” she said.“When the first light comes into the sky and the sparrows stir and the cows rattle their chains, when the rooster crows and the stars fade, when early cars whisper along the highway, you look up here and I’ll show you something.”“</a:t>
            </a:r>
            <a:r>
              <a:rPr lang="zh-CN" altLang="zh-CN" sz="2500" kern="100">
                <a:latin typeface="Times New Roman" panose="02020603050405020304" pitchFamily="18" charset="0"/>
                <a:ea typeface="宋体" panose="02010600030101010101" pitchFamily="2" charset="-122"/>
              </a:rPr>
              <a:t>我明天早上再告诉你</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她说。</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当第一缕曙光出现在天空中</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麻雀跳来跳去</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母牛咔塔咔塔地摇着它们的链子</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当公鸡鸣叫</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星星隐没</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当早班车在高速公路上发出声响时</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你抬头看这里</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我会给你看一样东西。</a:t>
            </a:r>
            <a:r>
              <a:rPr lang="en-US" altLang="zh-CN" sz="2500" kern="100">
                <a:latin typeface="Times New Roman" panose="02020603050405020304" pitchFamily="18" charset="0"/>
                <a:ea typeface="宋体" panose="02010600030101010101" pitchFamily="2" charset="-122"/>
              </a:rPr>
              <a:t>”</a:t>
            </a:r>
            <a:endParaRPr lang="zh-CN" altLang="zh-CN" sz="2500" kern="100">
              <a:latin typeface="Times New Roman" panose="02020603050405020304" pitchFamily="18" charset="0"/>
              <a:ea typeface="宋体" panose="02010600030101010101" pitchFamily="2" charset="-122"/>
            </a:endParaRPr>
          </a:p>
        </p:txBody>
      </p:sp>
    </p:spTree>
  </p:cSld>
  <p:clrMapOvr>
    <a:masterClrMapping/>
  </p:clrMapOvr>
  <p:transition/>
  <p:timing/>
</p:sld>
</file>

<file path=ppt/slides/slide8.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sp>
        <p:nvSpPr>
          <p:cNvPr id="2" name="TextBox 1" title=""/>
          <p:cNvSpPr txBox="1"/>
          <p:nvPr/>
        </p:nvSpPr>
        <p:spPr>
          <a:xfrm>
            <a:off x="534762" y="721184"/>
            <a:ext cx="11276510" cy="4707890"/>
          </a:xfrm>
          <a:prstGeom prst="rect">
            <a:avLst/>
          </a:prstGeom>
          <a:noFill/>
        </p:spPr>
        <p:txBody>
          <a:bodyPr wrap="square" rtlCol="0">
            <a:spAutoFit/>
          </a:bodyPr>
          <a:lstStyle/>
          <a:p>
            <a:pPr algn="just">
              <a:lnSpc>
                <a:spcPct val="150000"/>
              </a:lnSpc>
              <a:spcAft>
                <a:spcPct val="0"/>
              </a:spcAft>
            </a:pPr>
            <a:r>
              <a:rPr lang="zh-CN" altLang="zh-CN" sz="2500" kern="100">
                <a:solidFill>
                  <a:srgbClr val="0000FF"/>
                </a:solidFill>
                <a:latin typeface="Times New Roman" panose="02020603050405020304" pitchFamily="18" charset="0"/>
                <a:ea typeface="宋体" panose="02010600030101010101" pitchFamily="2" charset="-122"/>
              </a:rPr>
              <a:t>【素材</a:t>
            </a:r>
            <a:r>
              <a:rPr lang="en-US" altLang="zh-CN" sz="2500" b="1" kern="100">
                <a:solidFill>
                  <a:srgbClr val="0000FF"/>
                </a:solidFill>
                <a:latin typeface="Times New Roman" panose="02020603050405020304" pitchFamily="18" charset="0"/>
                <a:ea typeface="宋体" panose="02010600030101010101" pitchFamily="2" charset="-122"/>
              </a:rPr>
              <a:t>7</a:t>
            </a:r>
            <a:r>
              <a:rPr lang="zh-CN" altLang="zh-CN" sz="2500" kern="100">
                <a:solidFill>
                  <a:srgbClr val="0000FF"/>
                </a:solidFill>
                <a:latin typeface="Times New Roman" panose="02020603050405020304" pitchFamily="18" charset="0"/>
                <a:ea typeface="宋体" panose="02010600030101010101" pitchFamily="2" charset="-122"/>
              </a:rPr>
              <a:t>】</a:t>
            </a:r>
            <a:r>
              <a:rPr lang="en-US" altLang="zh-CN" sz="2500" kern="100">
                <a:latin typeface="Times New Roman" panose="02020603050405020304" pitchFamily="18" charset="0"/>
                <a:ea typeface="宋体" panose="02010600030101010101" pitchFamily="2" charset="-122"/>
              </a:rPr>
              <a:t>After the heat of the day, the evening came as a welcome relief to all.The Ferris wheel was lighted now.It went round and round in the sky and seemed twice as high as by day.There were lights on the midway, and you could hear the crackle of the gambling machines and the music of the merry-go-round and the voice of the man in the beano booth calling numbers.</a:t>
            </a:r>
            <a:endParaRPr lang="zh-CN" altLang="zh-CN" sz="2500" kern="100">
              <a:latin typeface="Times New Roman" panose="02020603050405020304" pitchFamily="18" charset="0"/>
              <a:ea typeface="宋体" panose="02010600030101010101" pitchFamily="2" charset="-122"/>
            </a:endParaRPr>
          </a:p>
          <a:p>
            <a:pPr algn="just">
              <a:lnSpc>
                <a:spcPct val="150000"/>
              </a:lnSpc>
              <a:spcAft>
                <a:spcPct val="0"/>
              </a:spcAft>
            </a:pPr>
            <a:r>
              <a:rPr lang="zh-CN" altLang="zh-CN" sz="2500" kern="100">
                <a:latin typeface="Times New Roman" panose="02020603050405020304" pitchFamily="18" charset="0"/>
                <a:ea typeface="宋体" panose="02010600030101010101" pitchFamily="2" charset="-122"/>
              </a:rPr>
              <a:t>炎热的白天过去了</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夜晚来了</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大家都松了一口气。摩天轮现在亮了。它在天空中转来转去</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似乎比白天高两倍。游戏中心灯火通明</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你可以听到赌博机的噼啪声、旋转木马的音乐声和摇彩摊的喊号码声。</a:t>
            </a:r>
            <a:endParaRPr lang="zh-CN" altLang="zh-CN" sz="2500" kern="100">
              <a:latin typeface="Times New Roman" panose="02020603050405020304" pitchFamily="18" charset="0"/>
              <a:ea typeface="宋体" panose="02010600030101010101" pitchFamily="2" charset="-122"/>
            </a:endParaRPr>
          </a:p>
        </p:txBody>
      </p:sp>
    </p:spTree>
  </p:cSld>
  <p:clrMapOvr>
    <a:masterClrMapping/>
  </p:clrMapOvr>
  <p:transition/>
  <p:timing/>
</p:sld>
</file>

<file path=ppt/slides/slide9.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sp>
        <p:nvSpPr>
          <p:cNvPr id="2" name="TextBox 1" title=""/>
          <p:cNvSpPr txBox="1"/>
          <p:nvPr/>
        </p:nvSpPr>
        <p:spPr>
          <a:xfrm>
            <a:off x="534762" y="721184"/>
            <a:ext cx="11276510" cy="4707890"/>
          </a:xfrm>
          <a:prstGeom prst="rect">
            <a:avLst/>
          </a:prstGeom>
          <a:noFill/>
        </p:spPr>
        <p:txBody>
          <a:bodyPr wrap="square" rtlCol="0">
            <a:spAutoFit/>
          </a:bodyPr>
          <a:lstStyle/>
          <a:p>
            <a:pPr algn="just">
              <a:lnSpc>
                <a:spcPct val="150000"/>
              </a:lnSpc>
              <a:spcAft>
                <a:spcPct val="0"/>
              </a:spcAft>
            </a:pPr>
            <a:r>
              <a:rPr lang="zh-CN" altLang="zh-CN" sz="2500" kern="100">
                <a:solidFill>
                  <a:srgbClr val="0000FF"/>
                </a:solidFill>
                <a:latin typeface="Times New Roman" panose="02020603050405020304" pitchFamily="18" charset="0"/>
                <a:ea typeface="宋体" panose="02010600030101010101" pitchFamily="2" charset="-122"/>
              </a:rPr>
              <a:t>【素材</a:t>
            </a:r>
            <a:r>
              <a:rPr lang="en-US" altLang="zh-CN" sz="2500" b="1" kern="100">
                <a:solidFill>
                  <a:srgbClr val="0000FF"/>
                </a:solidFill>
                <a:latin typeface="Times New Roman" panose="02020603050405020304" pitchFamily="18" charset="0"/>
                <a:ea typeface="宋体" panose="02010600030101010101" pitchFamily="2" charset="-122"/>
              </a:rPr>
              <a:t>8</a:t>
            </a:r>
            <a:r>
              <a:rPr lang="zh-CN" altLang="zh-CN" sz="2500" kern="100">
                <a:solidFill>
                  <a:srgbClr val="0000FF"/>
                </a:solidFill>
                <a:latin typeface="Times New Roman" panose="02020603050405020304" pitchFamily="18" charset="0"/>
                <a:ea typeface="宋体" panose="02010600030101010101" pitchFamily="2" charset="-122"/>
              </a:rPr>
              <a:t>】</a:t>
            </a:r>
            <a:r>
              <a:rPr lang="en-US" altLang="zh-CN" sz="2500" kern="100">
                <a:latin typeface="Times New Roman" panose="02020603050405020304" pitchFamily="18" charset="0"/>
                <a:ea typeface="宋体" panose="02010600030101010101" pitchFamily="2" charset="-122"/>
              </a:rPr>
              <a:t>In the cool of the evening, when shadows darkened the Fair Grounds, Templeton crept from the cart and looked around.Wilbur lay asleep in the straw.Charlotte was building a web.Templeton’s keen nose detected many fine smells in the air.The rat was hungry and thirsty.He decided to go exploring.Without saying anything to anybody, he started off.</a:t>
            </a:r>
            <a:endParaRPr lang="zh-CN" altLang="zh-CN" sz="2500" kern="100">
              <a:latin typeface="Times New Roman" panose="02020603050405020304" pitchFamily="18" charset="0"/>
              <a:ea typeface="宋体" panose="02010600030101010101" pitchFamily="2" charset="-122"/>
            </a:endParaRPr>
          </a:p>
          <a:p>
            <a:pPr algn="just">
              <a:lnSpc>
                <a:spcPct val="150000"/>
              </a:lnSpc>
              <a:spcAft>
                <a:spcPct val="0"/>
              </a:spcAft>
            </a:pPr>
            <a:r>
              <a:rPr lang="zh-CN" altLang="zh-CN" sz="2500" kern="100">
                <a:latin typeface="Times New Roman" panose="02020603050405020304" pitchFamily="18" charset="0"/>
                <a:ea typeface="宋体" panose="02010600030101010101" pitchFamily="2" charset="-122"/>
              </a:rPr>
              <a:t>在凉爽的夜晚</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当阴影笼罩了展览会场时</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坦普尔顿从车上爬下来</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环顾四周。威尔伯躺在稻草里睡着了。夏洛正在织网。坦普尔顿敏锐的鼻子嗅出了空气中许多细微的气味。老鼠又饿又渴。他决定去探险。没有对任何人说什么</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他就出发了。</a:t>
            </a:r>
            <a:endParaRPr lang="zh-CN" altLang="zh-CN" sz="2500" kern="100">
              <a:latin typeface="Times New Roman" panose="02020603050405020304" pitchFamily="18" charset="0"/>
              <a:ea typeface="宋体" panose="02010600030101010101" pitchFamily="2" charset="-122"/>
            </a:endParaRPr>
          </a:p>
        </p:txBody>
      </p:sp>
    </p:spTree>
  </p:cSld>
  <p:clrMapOvr>
    <a:masterClrMapping/>
  </p:clrMapOvr>
  <p:transition/>
  <p:timing/>
</p:sld>
</file>

<file path=ppt/slides/slide10.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sp>
        <p:nvSpPr>
          <p:cNvPr id="2" name="TextBox 1" title=""/>
          <p:cNvSpPr txBox="1"/>
          <p:nvPr/>
        </p:nvSpPr>
        <p:spPr>
          <a:xfrm>
            <a:off x="534762" y="721184"/>
            <a:ext cx="11276510" cy="4130675"/>
          </a:xfrm>
          <a:prstGeom prst="rect">
            <a:avLst/>
          </a:prstGeom>
          <a:noFill/>
        </p:spPr>
        <p:txBody>
          <a:bodyPr wrap="square" rtlCol="0">
            <a:spAutoFit/>
          </a:bodyPr>
          <a:lstStyle/>
          <a:p>
            <a:pPr algn="just">
              <a:lnSpc>
                <a:spcPct val="150000"/>
              </a:lnSpc>
              <a:spcAft>
                <a:spcPct val="0"/>
              </a:spcAft>
            </a:pPr>
            <a:r>
              <a:rPr lang="zh-CN" altLang="zh-CN" sz="2500" kern="100">
                <a:solidFill>
                  <a:srgbClr val="0000FF"/>
                </a:solidFill>
                <a:latin typeface="Times New Roman" panose="02020603050405020304" pitchFamily="18" charset="0"/>
                <a:ea typeface="宋体" panose="02010600030101010101" pitchFamily="2" charset="-122"/>
              </a:rPr>
              <a:t>【素材</a:t>
            </a:r>
            <a:r>
              <a:rPr lang="en-US" altLang="zh-CN" sz="2500" b="1" kern="100">
                <a:solidFill>
                  <a:srgbClr val="0000FF"/>
                </a:solidFill>
                <a:latin typeface="Times New Roman" panose="02020603050405020304" pitchFamily="18" charset="0"/>
                <a:ea typeface="宋体" panose="02010600030101010101" pitchFamily="2" charset="-122"/>
              </a:rPr>
              <a:t>9</a:t>
            </a:r>
            <a:r>
              <a:rPr lang="zh-CN" altLang="zh-CN" sz="2500" kern="100">
                <a:solidFill>
                  <a:srgbClr val="0000FF"/>
                </a:solidFill>
                <a:latin typeface="Times New Roman" panose="02020603050405020304" pitchFamily="18" charset="0"/>
                <a:ea typeface="宋体" panose="02010600030101010101" pitchFamily="2" charset="-122"/>
              </a:rPr>
              <a:t>】</a:t>
            </a:r>
            <a:r>
              <a:rPr lang="en-US" altLang="zh-CN" sz="2500" kern="100">
                <a:latin typeface="Times New Roman" panose="02020603050405020304" pitchFamily="18" charset="0"/>
                <a:ea typeface="宋体" panose="02010600030101010101" pitchFamily="2" charset="-122"/>
              </a:rPr>
              <a:t>The moon washed the woods in a gentle light.The stars twinkled like a child’s curious eyes blinking with anticipation.In an instant, everything had suddenly gone quiet.Birds didn’t chirp, leaves didn’t rustle and insects didn’t sing. A feeling of stillness crept up on me.</a:t>
            </a:r>
            <a:endParaRPr lang="zh-CN" altLang="zh-CN" sz="2500" kern="100">
              <a:latin typeface="Times New Roman" panose="02020603050405020304" pitchFamily="18" charset="0"/>
              <a:ea typeface="宋体" panose="02010600030101010101" pitchFamily="2" charset="-122"/>
            </a:endParaRPr>
          </a:p>
          <a:p>
            <a:pPr algn="just">
              <a:lnSpc>
                <a:spcPct val="150000"/>
              </a:lnSpc>
              <a:spcAft>
                <a:spcPct val="0"/>
              </a:spcAft>
            </a:pPr>
            <a:r>
              <a:rPr lang="zh-CN" altLang="zh-CN" sz="2500" kern="100">
                <a:latin typeface="Times New Roman" panose="02020603050405020304" pitchFamily="18" charset="0"/>
                <a:ea typeface="宋体" panose="02010600030101010101" pitchFamily="2" charset="-122"/>
              </a:rPr>
              <a:t>月亮在柔和的光线中冲刷着树林。星星闪烁着</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就像一个孩子好奇的眼睛因期待而闪烁。刹那间</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一切都突然安静下来。鸟儿不再鸣叫</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树叶不再沙沙作响</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昆虫不再歌唱。一种寂静的感觉悄悄向我袭来。</a:t>
            </a:r>
            <a:endParaRPr lang="zh-CN" altLang="zh-CN" sz="2500" kern="100">
              <a:latin typeface="Times New Roman" panose="02020603050405020304" pitchFamily="18" charset="0"/>
              <a:ea typeface="宋体" panose="02010600030101010101" pitchFamily="2" charset="-122"/>
            </a:endParaRPr>
          </a:p>
        </p:txBody>
      </p:sp>
      <p:pic>
        <p:nvPicPr>
          <p:cNvPr id="3" name="Picture 3"/>
          <p:cNvPicPr>
            <a:picLocks noChangeAspect="1"/>
          </p:cNvPicPr>
          <p:nvPr/>
        </p:nvPicPr>
        <p:blipFill>
          <a:blip r:embed="rId3"/>
          <a:stretch>
            <a:fillRect/>
          </a:stretch>
        </p:blipFill>
        <p:spPr>
          <a:xfrm flipH="1">
            <a:off x="12649200" y="12319000"/>
            <a:ext cx="0" cy="0"/>
          </a:xfrm>
          <a:prstGeom prst="rect">
            <a:avLst/>
          </a:prstGeom>
          <a:ln>
            <a:noFill/>
          </a:ln>
        </p:spPr>
      </p:pic>
    </p:spTree>
  </p:cSld>
  <p:clrMapOvr>
    <a:masterClrMapping/>
  </p:clrMapOvr>
  <p:transition/>
  <p:timing/>
</p:sld>
</file>

<file path=ppt/slides/slide11.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sp>
        <p:nvSpPr>
          <p:cNvPr id="2" name="TextBox 1" title=""/>
          <p:cNvSpPr txBox="1"/>
          <p:nvPr/>
        </p:nvSpPr>
        <p:spPr>
          <a:xfrm>
            <a:off x="534762" y="721184"/>
            <a:ext cx="11276510" cy="4130675"/>
          </a:xfrm>
          <a:prstGeom prst="rect">
            <a:avLst/>
          </a:prstGeom>
          <a:noFill/>
        </p:spPr>
        <p:txBody>
          <a:bodyPr wrap="square" rtlCol="0">
            <a:spAutoFit/>
          </a:bodyPr>
          <a:lstStyle/>
          <a:p>
            <a:pPr algn="just">
              <a:lnSpc>
                <a:spcPct val="150000"/>
              </a:lnSpc>
              <a:spcAft>
                <a:spcPct val="0"/>
              </a:spcAft>
            </a:pPr>
            <a:r>
              <a:rPr lang="zh-CN" altLang="zh-CN" sz="2500" kern="100">
                <a:solidFill>
                  <a:srgbClr val="0000FF"/>
                </a:solidFill>
                <a:latin typeface="Times New Roman" panose="02020603050405020304" pitchFamily="18" charset="0"/>
                <a:ea typeface="宋体" panose="02010600030101010101" pitchFamily="2" charset="-122"/>
              </a:rPr>
              <a:t>【素材</a:t>
            </a:r>
            <a:r>
              <a:rPr lang="en-US" altLang="zh-CN" sz="2500" b="1" kern="100">
                <a:solidFill>
                  <a:srgbClr val="0000FF"/>
                </a:solidFill>
                <a:latin typeface="Times New Roman" panose="02020603050405020304" pitchFamily="18" charset="0"/>
                <a:ea typeface="宋体" panose="02010600030101010101" pitchFamily="2" charset="-122"/>
              </a:rPr>
              <a:t>10</a:t>
            </a:r>
            <a:r>
              <a:rPr lang="zh-CN" altLang="zh-CN" sz="2500" kern="100">
                <a:solidFill>
                  <a:srgbClr val="0000FF"/>
                </a:solidFill>
                <a:latin typeface="Times New Roman" panose="02020603050405020304" pitchFamily="18" charset="0"/>
                <a:ea typeface="宋体" panose="02010600030101010101" pitchFamily="2" charset="-122"/>
              </a:rPr>
              <a:t>】</a:t>
            </a:r>
            <a:r>
              <a:rPr lang="en-US" altLang="zh-CN" sz="2500" kern="100">
                <a:latin typeface="Times New Roman" panose="02020603050405020304" pitchFamily="18" charset="0"/>
                <a:ea typeface="宋体" panose="02010600030101010101" pitchFamily="2" charset="-122"/>
              </a:rPr>
              <a:t>The sky is overcast, darkened with gloomy clouds, and the whole world seemed to be enveloped in a huge gray quilt.The path is winding and we saw mountains towering over the green valleys and cliffs.The peaceful landscape is a true feast for the eyes, with its rolling green hills dotted with sheep and cattle.</a:t>
            </a:r>
            <a:r>
              <a:rPr lang="zh-CN" altLang="zh-CN" sz="2500" kern="100">
                <a:latin typeface="Times New Roman" panose="02020603050405020304" pitchFamily="18" charset="0"/>
                <a:ea typeface="宋体" panose="02010600030101010101" pitchFamily="2" charset="-122"/>
              </a:rPr>
              <a:t>天阴了</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乌云密布</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整个世界仿佛被一条巨大的灰色棉被包裹着。小路蜿蜒曲折</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我们看到群山耸立在绿色的山谷和悬崖之上。连绵起伏的青山上点缀着牛羊</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宁静的风景真是一场赏心悦目的盛宴。</a:t>
            </a:r>
            <a:endParaRPr lang="zh-CN" altLang="zh-CN" sz="2500" kern="100">
              <a:latin typeface="Times New Roman" panose="02020603050405020304" pitchFamily="18" charset="0"/>
              <a:ea typeface="宋体" panose="02010600030101010101" pitchFamily="2" charset="-122"/>
            </a:endParaRPr>
          </a:p>
        </p:txBody>
      </p:sp>
    </p:spTree>
  </p:cSld>
  <p:clrMapOvr>
    <a:masterClrMapping/>
  </p:clrMapOvr>
  <p:transition/>
  <p:timing/>
</p:sld>
</file>

<file path=ppt/tags/tag1.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1**"/>
  <p:tag name="KSO_WM_UNIT_LAYERLEVEL" val="1"/>
</p:tagLst>
</file>

<file path=ppt/tags/tag2.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1**"/>
  <p:tag name="KSO_WM_UNIT_LAYERLEVEL" val="1"/>
</p:tagLst>
</file>

<file path=ppt/tags/tag3.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1**"/>
  <p:tag name="KSO_WM_UNIT_LAYERLEVEL" val="1"/>
</p:tagLst>
</file>

<file path=ppt/tags/tag4.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1**"/>
  <p:tag name="KSO_WM_UNIT_LAYERLEVEL" val="1"/>
</p:tagLst>
</file>

<file path=ppt/tags/tag5.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1**"/>
  <p:tag name="KSO_WM_UNIT_LAYERLEVEL" val="1"/>
</p:tagLst>
</file>

<file path=ppt/tags/tag6.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2**"/>
  <p:tag name="KSO_WM_UNIT_LAYERLEVEL" val="1"/>
</p:tagLst>
</file>

<file path=ppt/tags/tag7.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2**"/>
  <p:tag name="KSO_WM_UNIT_LAYERLEVEL" val="1"/>
</p:tagLst>
</file>

<file path=ppt/tags/tag8.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2**"/>
  <p:tag name="KSO_WM_UNIT_LAYERLEVEL" val="1"/>
</p:tagLst>
</file>

<file path=ppt/tags/tag9.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2**"/>
  <p:tag name="KSO_WM_UNIT_LAYERLEVEL" val="1"/>
</p:tagLst>
</file>

<file path=ppt/tags/tag10.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2**"/>
  <p:tag name="KSO_WM_UNIT_LAYERLEVEL" val="1"/>
</p:tagLst>
</file>

<file path=ppt/tags/tag11.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3**"/>
  <p:tag name="KSO_WM_UNIT_LAYERLEVEL" val="1"/>
</p:tagLst>
</file>

<file path=ppt/tags/tag12.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3**"/>
  <p:tag name="KSO_WM_UNIT_LAYERLEVEL" val="1"/>
</p:tagLst>
</file>

<file path=ppt/tags/tag13.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3**"/>
  <p:tag name="KSO_WM_UNIT_LAYERLEVEL" val="1"/>
</p:tagLst>
</file>

<file path=ppt/tags/tag14.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3**"/>
  <p:tag name="KSO_WM_UNIT_LAYERLEVEL" val="1"/>
</p:tagLst>
</file>

<file path=ppt/tags/tag15.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3**"/>
  <p:tag name="KSO_WM_UNIT_LAYERLEVEL" val="1"/>
</p:tagLst>
</file>

<file path=ppt/tags/tag16.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4**"/>
  <p:tag name="KSO_WM_UNIT_LAYERLEVEL" val="1"/>
</p:tagLst>
</file>

<file path=ppt/tags/tag17.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4**"/>
  <p:tag name="KSO_WM_UNIT_LAYERLEVEL" val="1"/>
</p:tagLst>
</file>

<file path=ppt/tags/tag18.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4**"/>
  <p:tag name="KSO_WM_UNIT_LAYERLEVEL" val="1"/>
</p:tagLst>
</file>

<file path=ppt/tags/tag19.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4**"/>
  <p:tag name="KSO_WM_UNIT_LAYERLEVEL" val="1"/>
</p:tagLst>
</file>

<file path=ppt/tags/tag20.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4**"/>
  <p:tag name="KSO_WM_UNIT_LAYERLEVEL" val="1"/>
</p:tagLst>
</file>

<file path=ppt/tags/tag21.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4**"/>
  <p:tag name="KSO_WM_UNIT_LAYERLEVEL" val="1"/>
</p:tagLst>
</file>

<file path=ppt/tags/tag22.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5**"/>
  <p:tag name="KSO_WM_UNIT_LAYERLEVEL" val="1"/>
</p:tagLst>
</file>

<file path=ppt/tags/tag23.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5**"/>
  <p:tag name="KSO_WM_UNIT_LAYERLEVEL" val="1"/>
</p:tagLst>
</file>

<file path=ppt/tags/tag24.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5**"/>
  <p:tag name="KSO_WM_UNIT_LAYERLEVEL" val="1"/>
</p:tagLst>
</file>

<file path=ppt/tags/tag25.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5**"/>
  <p:tag name="KSO_WM_UNIT_LAYERLEVEL" val="1"/>
</p:tagLst>
</file>

<file path=ppt/tags/tag26.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5**"/>
  <p:tag name="KSO_WM_UNIT_LAYERLEVEL" val="1"/>
</p:tagLst>
</file>

<file path=ppt/tags/tag27.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5**"/>
  <p:tag name="KSO_WM_UNIT_LAYERLEVEL" val="1"/>
</p:tagLst>
</file>

<file path=ppt/tags/tag28.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5**"/>
  <p:tag name="KSO_WM_UNIT_LAYERLEVEL" val="1"/>
</p:tagLst>
</file>

<file path=ppt/tags/tag29.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5**"/>
  <p:tag name="KSO_WM_UNIT_LAYERLEVEL" val="1"/>
</p:tagLst>
</file>

<file path=ppt/tags/tag30.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6**"/>
  <p:tag name="KSO_WM_UNIT_LAYERLEVEL" val="1"/>
</p:tagLst>
</file>

<file path=ppt/tags/tag31.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6**"/>
  <p:tag name="KSO_WM_UNIT_LAYERLEVEL" val="1"/>
</p:tagLst>
</file>

<file path=ppt/tags/tag32.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6**"/>
  <p:tag name="KSO_WM_UNIT_LAYERLEVEL" val="1"/>
</p:tagLst>
</file>

<file path=ppt/tags/tag33.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6**"/>
  <p:tag name="KSO_WM_UNIT_LAYERLEVEL" val="1"/>
</p:tagLst>
</file>

<file path=ppt/tags/tag34.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7**"/>
  <p:tag name="KSO_WM_UNIT_LAYERLEVEL" val="1"/>
</p:tagLst>
</file>

<file path=ppt/tags/tag35.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7**"/>
  <p:tag name="KSO_WM_UNIT_LAYERLEVEL" val="1"/>
</p:tagLst>
</file>

<file path=ppt/tags/tag36.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7**"/>
  <p:tag name="KSO_WM_UNIT_LAYERLEVEL" val="1"/>
</p:tagLst>
</file>

<file path=ppt/tags/tag37.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8**"/>
  <p:tag name="KSO_WM_UNIT_LAYERLEVEL" val="1"/>
</p:tagLst>
</file>

<file path=ppt/tags/tag38.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8**"/>
  <p:tag name="KSO_WM_UNIT_LAYERLEVEL" val="1"/>
</p:tagLst>
</file>

<file path=ppt/tags/tag39.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8**"/>
  <p:tag name="KSO_WM_UNIT_LAYERLEVEL" val="1"/>
</p:tagLst>
</file>

<file path=ppt/tags/tag40.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8**"/>
  <p:tag name="KSO_WM_UNIT_LAYERLEVEL" val="1"/>
</p:tagLst>
</file>

<file path=ppt/tags/tag41.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8**"/>
  <p:tag name="KSO_WM_UNIT_LAYERLEVEL" val="1"/>
</p:tagLst>
</file>

<file path=ppt/tags/tag42.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8**"/>
  <p:tag name="KSO_WM_UNIT_LAYERLEVEL" val="1"/>
</p:tagLst>
</file>

<file path=ppt/tags/tag43.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9**"/>
  <p:tag name="KSO_WM_UNIT_LAYERLEVEL" val="1"/>
</p:tagLst>
</file>

<file path=ppt/tags/tag44.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9**"/>
  <p:tag name="KSO_WM_UNIT_LAYERLEVEL" val="1"/>
</p:tagLst>
</file>

<file path=ppt/tags/tag45.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9**"/>
  <p:tag name="KSO_WM_UNIT_LAYERLEVEL" val="1"/>
</p:tagLst>
</file>

<file path=ppt/tags/tag46.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9**"/>
  <p:tag name="KSO_WM_UNIT_LAYERLEVEL" val="1"/>
</p:tagLst>
</file>

<file path=ppt/tags/tag47.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9**"/>
  <p:tag name="KSO_WM_UNIT_LAYERLEVEL" val="1"/>
</p:tagLst>
</file>

<file path=ppt/tags/tag48.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10**"/>
  <p:tag name="KSO_WM_UNIT_LAYERLEVEL" val="1"/>
</p:tagLst>
</file>

<file path=ppt/tags/tag49.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10**"/>
  <p:tag name="KSO_WM_UNIT_LAYERLEVEL" val="1"/>
</p:tagLst>
</file>

<file path=ppt/tags/tag50.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10**"/>
  <p:tag name="KSO_WM_UNIT_LAYERLEVEL" val="1"/>
</p:tagLst>
</file>

<file path=ppt/tags/tag51.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10**"/>
  <p:tag name="KSO_WM_UNIT_LAYERLEVEL" val="1"/>
</p:tagLst>
</file>

<file path=ppt/tags/tag52.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11**"/>
  <p:tag name="KSO_WM_UNIT_LAYERLEVEL" val="1"/>
</p:tagLst>
</file>

<file path=ppt/tags/tag53.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11**"/>
  <p:tag name="KSO_WM_UNIT_LAYERLEVEL" val="1"/>
</p:tagLst>
</file>

<file path=ppt/tags/tag54.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11**"/>
  <p:tag name="KSO_WM_UNIT_LAYERLEVEL" val="1"/>
</p:tagLst>
</file>

<file path=ppt/tags/tag55.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11**"/>
  <p:tag name="KSO_WM_UNIT_LAYERLEVEL" val="1"/>
</p:tagLst>
</file>

<file path=ppt/tags/tag56.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11**"/>
  <p:tag name="KSO_WM_UNIT_LAYERLEVEL" val="1"/>
</p:tagLst>
</file>

<file path=ppt/tags/tag57.xml><?xml version="1.0" encoding="utf-8"?>
<p:tagLst xmlns:p="http://schemas.openxmlformats.org/presentationml/2006/main">
  <p:tag name="KSO_WM_BEAUTIFY_FLAG" val="#wm#"/>
  <p:tag name="KSO_WM_TAG_VERSION" val="1.0"/>
  <p:tag name="KSO_WM_TEMPLATE_CATEGORY" val="custom"/>
  <p:tag name="KSO_WM_TEMPLATE_INDEX" val="20205081"/>
  <p:tag name="KSO_WM_UNIT_COMPATIBLE" val="0"/>
  <p:tag name="KSO_WM_UNIT_DIAGRAM_ISNUMVISUAL" val="0"/>
  <p:tag name="KSO_WM_UNIT_DIAGRAM_ISREFERUNIT" val="0"/>
  <p:tag name="KSO_WM_UNIT_HIGHLIGHT" val="0"/>
  <p:tag name="KSO_WM_UNIT_ID" val="_0**"/>
  <p:tag name="KSO_WM_UNIT_LAYERLEVEL" val="1"/>
</p:tagLst>
</file>

<file path=ppt/tags/tag58.xml><?xml version="1.0" encoding="utf-8"?>
<p:tagLst xmlns:p="http://schemas.openxmlformats.org/presentationml/2006/main">
  <p:tag name="KSO_WM_BEAUTIFY_FLAG" val="#wm#"/>
  <p:tag name="KSO_WM_TAG_VERSION" val="1.0"/>
  <p:tag name="KSO_WM_TEMPLATE_CATEGORY" val="custom"/>
  <p:tag name="KSO_WM_TEMPLATE_INDEX" val="20205081"/>
  <p:tag name="KSO_WM_UNIT_COMPATIBLE" val="0"/>
  <p:tag name="KSO_WM_UNIT_DIAGRAM_ISNUMVISUAL" val="0"/>
  <p:tag name="KSO_WM_UNIT_DIAGRAM_ISREFERUNIT" val="0"/>
  <p:tag name="KSO_WM_UNIT_HIGHLIGHT" val="0"/>
  <p:tag name="KSO_WM_UNIT_ID" val="_0**"/>
  <p:tag name="KSO_WM_UNIT_LAYERLEVEL" val="1"/>
</p:tagLst>
</file>

<file path=ppt/tags/tag59.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0**"/>
  <p:tag name="KSO_WM_UNIT_LAYERLEVEL" val="1"/>
</p:tagLst>
</file>

<file path=ppt/tags/tag60.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0**"/>
  <p:tag name="KSO_WM_UNIT_LAYERLEVEL" val="1"/>
</p:tagLst>
</file>

<file path=ppt/tags/tag61.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0**"/>
  <p:tag name="KSO_WM_UNIT_LAYERLEVEL" val="1"/>
</p:tagLst>
</file>

<file path=ppt/tags/tag62.xml><?xml version="1.0" encoding="utf-8"?>
<p:tagLst xmlns:p="http://schemas.openxmlformats.org/presentationml/2006/main">
  <p:tag name="KSO_WM_BEAUTIFY_FLAG" val="#wm#"/>
  <p:tag name="KSO_WM_TAG_VERSION" val="1.0"/>
  <p:tag name="KSO_WM_TEMPLATE_CATEGORY" val="custom"/>
  <p:tag name="KSO_WM_TEMPLATE_COLOR_TYPE" val="1"/>
  <p:tag name="KSO_WM_TEMPLATE_INDEX" val="20205081"/>
  <p:tag name="KSO_WM_TEMPLATE_MASTER_TYPE" val="0"/>
  <p:tag name="KSO_WM_TEMPLATE_SUBCATEGORY" val="19"/>
  <p:tag name="KSO_WM_TEMPLATE_THUMBS_INDEX" val="1、4、7、12、13、14、15、16、17、18、20、24、25、28、33、36、40、43、44"/>
  <p:tag name="KSO_WM_UNIT_SHOW_EDIT_AREA_INDICATION" val="1"/>
</p:tagLst>
</file>

<file path=ppt/tags/tag63.xml><?xml version="1.0" encoding="utf-8"?>
<p:tagLst xmlns:p="http://schemas.openxmlformats.org/presentationml/2006/main">
  <p:tag name="KSO_WM_BEAUTIFY_FLAG" val="#wm#"/>
  <p:tag name="KSO_WM_TAG_VERSION" val="1.0"/>
  <p:tag name="KSO_WM_TEMPLATE_CATEGORY" val="custom"/>
  <p:tag name="KSO_WM_TEMPLATE_INDEX" val="20205081"/>
  <p:tag name="KSO_WM_UNIT_COMPATIBLE" val="0"/>
  <p:tag name="KSO_WM_UNIT_DIAGRAM_ISNUMVISUAL" val="0"/>
  <p:tag name="KSO_WM_UNIT_DIAGRAM_ISREFERUNIT" val="0"/>
  <p:tag name="KSO_WM_UNIT_HIGHLIGHT" val="0"/>
  <p:tag name="KSO_WM_UNIT_ID" val="custom20205081_1*b*1"/>
  <p:tag name="KSO_WM_UNIT_INDEX" val="1"/>
  <p:tag name="KSO_WM_UNIT_ISCONTENTSTITLE" val="0"/>
  <p:tag name="KSO_WM_UNIT_ISNUMDGMTITLE" val="0"/>
  <p:tag name="KSO_WM_UNIT_LAYERLEVEL" val="1"/>
  <p:tag name="KSO_WM_UNIT_NOCLEAR" val="0"/>
  <p:tag name="KSO_WM_UNIT_SHOW_EDIT_AREA_INDICATION" val="1"/>
  <p:tag name="KSO_WM_UNIT_TYPE" val="b"/>
  <p:tag name="KSO_WM_UNIT_VALUE" val="111"/>
</p:tagLst>
</file>

<file path=ppt/tags/tag64.xml><?xml version="1.0" encoding="utf-8"?>
<p:tagLst xmlns:p="http://schemas.openxmlformats.org/presentationml/2006/main">
  <p:tag name="KSO_WM_BEAUTIFY_FLAG" val="#wm#"/>
  <p:tag name="KSO_WM_SLIDE_ID" val="custom20205081_1"/>
  <p:tag name="KSO_WM_SLIDE_INDEX" val="1"/>
  <p:tag name="KSO_WM_SLIDE_ITEM_CNT" val="0"/>
  <p:tag name="KSO_WM_SLIDE_LAYOUT" val="a_b"/>
  <p:tag name="KSO_WM_SLIDE_LAYOUT_CNT" val="1_1"/>
  <p:tag name="KSO_WM_SLIDE_SUBTYPE" val="defaultBlank"/>
  <p:tag name="KSO_WM_SLIDE_TYPE" val="title"/>
  <p:tag name="KSO_WM_TAG_VERSION" val="1.0"/>
  <p:tag name="KSO_WM_TEMPLATE_CATEGORY" val="custom"/>
  <p:tag name="KSO_WM_TEMPLATE_COLOR_TYPE" val="1"/>
  <p:tag name="KSO_WM_TEMPLATE_INDEX" val="20205081"/>
  <p:tag name="KSO_WM_TEMPLATE_MASTER_TYPE" val="0"/>
  <p:tag name="KSO_WM_TEMPLATE_SUBCATEGORY" val="19"/>
  <p:tag name="KSO_WM_TEMPLATE_THUMBS_INDEX" val="1、4、7、12、13、14、15、16、17、18、20、24、25、28、33、36、40、43、44"/>
  <p:tag name="KSO_WM_UNIT_SHOW_EDIT_AREA_INDICATION" val="1"/>
</p:tagLst>
</file>

<file path=ppt/tags/tag65.xml><?xml version="1.0" encoding="utf-8"?>
<p:tagLst xmlns:p="http://schemas.openxmlformats.org/presentationml/2006/main">
  <p:tag name="AS_OS" val="Unix 3.10 unknown"/>
  <p:tag name="AS_RELEASE_DATE" val="2023.03.31"/>
  <p:tag name="AS_TITLE" val="Aspose.Slides for Java"/>
  <p:tag name="AS_VERSION" val="23.3"/>
  <p:tag name="COMMONDATA" val="eyJoZGlkIjoiZjgyZmZhYjFlODliMjVlMjhmZmU1Y2ZlZmViZTBiYWYifQ=="/>
</p:tagLst>
</file>

<file path=ppt/theme/theme1.xml><?xml version="1.0" encoding="utf-8"?>
<a:theme xmlns:r="http://schemas.openxmlformats.org/officeDocument/2006/relationships"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Arial"/>
        <a:ea typeface="微软雅黑"/>
        <a:cs typeface="Arial"/>
      </a:majorFont>
      <a:minorFont>
        <a:latin typeface="Arial"/>
        <a:ea typeface="微软雅黑"/>
        <a:cs typeface="Arial"/>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r="http://schemas.openxmlformats.org/officeDocument/2006/relationships"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Calibri Light"/>
        <a:cs typeface="Arial"/>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Calibri"/>
        <a:cs typeface="Arial"/>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r="http://schemas.openxmlformats.org/officeDocument/2006/relationships"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Calibri Light"/>
        <a:cs typeface="Arial"/>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Calibri"/>
        <a:cs typeface="Arial"/>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vt="http://schemas.openxmlformats.org/officeDocument/2006/docPropsVTypes" xmlns="http://schemas.openxmlformats.org/officeDocument/2006/extended-properties">
  <Company>学科网</Company>
  <Paragraphs>19</Paragraphs>
  <Slides>11</Slides>
  <Notes>10</Notes>
  <TotalTime>0</TotalTime>
  <HiddenSlides>0</HiddenSlides>
  <MMClips>0</MMClips>
  <ScaleCrop>0</ScaleCrop>
  <HeadingPairs>
    <vt:vector baseType="variant" size="6">
      <vt:variant>
        <vt:lpstr>Fonts used</vt:lpstr>
      </vt:variant>
      <vt:variant>
        <vt:i4>7</vt:i4>
      </vt:variant>
      <vt:variant>
        <vt:lpstr>Theme</vt:lpstr>
      </vt:variant>
      <vt:variant>
        <vt:i4>1</vt:i4>
      </vt:variant>
      <vt:variant>
        <vt:lpstr>Slide Titles</vt:lpstr>
      </vt:variant>
      <vt:variant>
        <vt:i4>11</vt:i4>
      </vt:variant>
    </vt:vector>
  </HeadingPairs>
  <TitlesOfParts>
    <vt:vector baseType="lpstr" size="19">
      <vt:lpstr>Arial</vt:lpstr>
      <vt:lpstr>微软雅黑</vt:lpstr>
      <vt:lpstr>Wingdings</vt:lpstr>
      <vt:lpstr>Calibri Light</vt:lpstr>
      <vt:lpstr>Calibri</vt:lpstr>
      <vt:lpstr>Times New Roman</vt:lpstr>
      <vt:lpstr>宋体</vt:lpstr>
      <vt:lpstr>WPS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0</LinksUpToDate>
  <SharedDoc>0</SharedDoc>
  <HyperlinksChanged>0</HyperlinksChanged>
  <Application>Aspose.Slides for Java</Application>
  <AppVersion>23.0300</AppVersion>
</Properties>
</file>

<file path=docProps/core.xml><?xml version="1.0" encoding="utf-8"?>
<cp:coreProperties xmlns:dc="http://purl.org/dc/elements/1.1/" xmlns:dcterms="http://purl.org/dc/terms/" xmlns:dcmitype="http://purl.org/dc/dcmitype/" xmlns:xsi="http://www.w3.org/2001/XMLSchema-instance" xmlns:cp="http://schemas.openxmlformats.org/package/2006/metadata/core-properties">
  <dc:creator>rbm.xkw.com</dc:creator>
  <cp:revision>1</cp:revision>
  <cp:lastPrinted>2024-05-30T10:35:33.418</cp:lastPrinted>
  <dcterms:created xsi:type="dcterms:W3CDTF">2024-05-30T10:35:33Z</dcterms:created>
  <dcterms:modified xsi:type="dcterms:W3CDTF">2024-05-30T02:35:33Z</dcterms:modified>
</cp:coreProperties>
</file>

<file path=docProps/custom.xml><?xml version="1.0" encoding="utf-8"?>
<Properties xmlns:vt="http://schemas.openxmlformats.org/officeDocument/2006/docPropsVTypes" xmlns="http://schemas.openxmlformats.org/officeDocument/2006/custom-properties">
  <property fmtid="{D5CDD505-2E9C-101B-9397-08002B2CF9AE}" pid="2" name="album">
    <vt:lpwstr>rbm.xkw.com</vt:lpwstr>
  </property>
  <property fmtid="{D5CDD505-2E9C-101B-9397-08002B2CF9AE}" pid="3" name="author">
    <vt:lpwstr>rbm.xkw.com</vt:lpwstr>
  </property>
  <property fmtid="{D5CDD505-2E9C-101B-9397-08002B2CF9AE}" pid="4" name="company">
    <vt:lpwstr>学科网</vt:lpwstr>
  </property>
  <property fmtid="{D5CDD505-2E9C-101B-9397-08002B2CF9AE}" pid="5" name="copyright">
    <vt:lpwstr>学科网版权所有</vt:lpwstr>
  </property>
</Properties>
</file>