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wmf" ContentType="image/x-wmf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401" r:id="rId4"/>
    <p:sldId id="422" r:id="rId5"/>
    <p:sldId id="460" r:id="rId6"/>
    <p:sldId id="461" r:id="rId7"/>
    <p:sldId id="462" r:id="rId8"/>
    <p:sldId id="463" r:id="rId9"/>
    <p:sldId id="464" r:id="rId10"/>
    <p:sldId id="459" r:id="rId11"/>
    <p:sldId id="469" r:id="rId12"/>
    <p:sldId id="470" r:id="rId13"/>
    <p:sldId id="471" r:id="rId14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商务蓝" id="{A7744A2F-CC9A-4479-8F1A-598DD6CA1956}">
          <p14:sldIdLst>
            <p14:sldId id="401"/>
            <p14:sldId id="422"/>
            <p14:sldId id="460"/>
            <p14:sldId id="461"/>
            <p14:sldId id="462"/>
            <p14:sldId id="463"/>
            <p14:sldId id="464"/>
            <p14:sldId id="459"/>
            <p14:sldId id="469"/>
            <p14:sldId id="470"/>
            <p14:sldId id="4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orient="horz" pos="618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orient="horz" pos="4065" userDrawn="1">
          <p15:clr>
            <a:srgbClr val="A4A3A4"/>
          </p15:clr>
        </p15:guide>
        <p15:guide id="6" orient="horz" pos="4271" userDrawn="1">
          <p15:clr>
            <a:srgbClr val="A4A3A4"/>
          </p15:clr>
        </p15:guide>
        <p15:guide id="7" orient="horz" pos="3748" userDrawn="1">
          <p15:clr>
            <a:srgbClr val="A4A3A4"/>
          </p15:clr>
        </p15:guide>
        <p15:guide id="8" pos="7302" userDrawn="1">
          <p15:clr>
            <a:srgbClr val="A4A3A4"/>
          </p15:clr>
        </p15:guide>
        <p15:guide id="9" pos="347" userDrawn="1">
          <p15:clr>
            <a:srgbClr val="A4A3A4"/>
          </p15:clr>
        </p15:guide>
        <p15:guide id="10" pos="3840" userDrawn="1">
          <p15:clr>
            <a:srgbClr val="A4A3A4"/>
          </p15:clr>
        </p15:guide>
        <p15:guide id="11" pos="3749" userDrawn="1">
          <p15:clr>
            <a:srgbClr val="A4A3A4"/>
          </p15:clr>
        </p15:guide>
        <p15:guide id="12" pos="39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368" autoAdjust="0"/>
    <p:restoredTop sz="88351" autoAdjust="0"/>
  </p:normalViewPr>
  <p:slideViewPr>
    <p:cSldViewPr showGuides="1">
      <p:cViewPr>
        <p:scale>
          <a:sx n="75" d="100"/>
          <a:sy n="75" d="100"/>
        </p:scale>
        <p:origin x="-1422" y="-660"/>
      </p:cViewPr>
      <p:guideLst>
        <p:guide orient="horz" pos="164"/>
        <p:guide orient="horz" pos="618"/>
        <p:guide orient="horz" pos="754"/>
        <p:guide orient="horz" pos="3974"/>
        <p:guide orient="horz" pos="4065"/>
        <p:guide orient="horz" pos="4271"/>
        <p:guide orient="horz" pos="3748"/>
        <p:guide pos="7302"/>
        <p:guide pos="347"/>
        <p:guide pos="3840"/>
        <p:guide pos="3749"/>
        <p:guide pos="39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234"/>
    </p:cViewPr>
  </p:sorterViewPr>
  <p:notesViewPr>
    <p:cSldViewPr>
      <p:cViewPr varScale="1">
        <p:scale>
          <a:sx n="56" d="100"/>
          <a:sy n="56" d="100"/>
        </p:scale>
        <p:origin x="-2544" y="-78"/>
      </p:cViewPr>
      <p:guideLst>
        <p:guide orient="horz" pos="2916"/>
        <p:guide orient="horz" pos="563"/>
        <p:guide orient="horz" pos="5465"/>
        <p:guide orient="horz" pos="5766"/>
        <p:guide orient="horz" pos="5511"/>
        <p:guide orient="horz" pos="5694"/>
        <p:guide pos="3974"/>
        <p:guide pos="346"/>
      </p:guideLst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tags" Target="tags/tag65.xml" /><Relationship Id="rId16" Type="http://schemas.openxmlformats.org/officeDocument/2006/relationships/presProps" Target="presProps.xml" /><Relationship Id="rId17" Type="http://schemas.openxmlformats.org/officeDocument/2006/relationships/viewProps" Target="viewProps.xml" /><Relationship Id="rId18" Type="http://schemas.openxmlformats.org/officeDocument/2006/relationships/theme" Target="theme/theme1.xml" /><Relationship Id="rId19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handoutMaster" Target="handoutMasters/handout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handoutMasters/_rels/handoutMaster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988229" y="107503"/>
            <a:ext cx="4320496" cy="2398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 smtClean="0"/>
              <a:t>此处添加页眉信息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1989137" y="351842"/>
            <a:ext cx="4319587" cy="228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algn="l"/>
            <a:fld id="{CB446F43-867F-4F64-92FD-6C8496B9358B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518112" y="8748464"/>
            <a:ext cx="2971800" cy="32194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 smtClean="0"/>
              <a:t>此处添加页脚信息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085183" y="8748464"/>
            <a:ext cx="1223541" cy="3235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zh-CN" altLang="en-US" smtClean="0"/>
              <a:t>第 </a:t>
            </a:r>
            <a:fld id="{15FF29FA-1BF5-411D-8347-0A24CCE555CE}" type="slidenum">
              <a:rPr lang="zh-CN" altLang="en-US" smtClean="0"/>
              <a:t/>
            </a:fld>
            <a:r>
              <a:rPr lang="zh-CN" altLang="en-US" smtClean="0"/>
              <a:t> 页 讲义</a:t>
            </a:r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0" y="723669"/>
            <a:ext cx="6858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3429000" y="1312195"/>
            <a:ext cx="2879725" cy="1603621"/>
            <a:chOff x="0" y="1312195"/>
            <a:chExt cx="6858000" cy="1603621"/>
          </a:xfrm>
        </p:grpSpPr>
        <p:cxnSp>
          <p:nvCxnSpPr>
            <p:cNvPr id="11" name="直接连接符 10"/>
            <p:cNvCxnSpPr/>
            <p:nvPr/>
          </p:nvCxnSpPr>
          <p:spPr>
            <a:xfrm>
              <a:off x="0" y="131219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0" y="171310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0" y="211400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0" y="251491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0" y="2915816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>
          <a:xfrm>
            <a:off x="3429000" y="3980364"/>
            <a:ext cx="2879725" cy="1603621"/>
            <a:chOff x="0" y="1312195"/>
            <a:chExt cx="6858000" cy="1603621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0" y="131219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0" y="171310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0" y="211400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0" y="251491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0" y="2915816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3429000" y="6629089"/>
            <a:ext cx="2879725" cy="1603621"/>
            <a:chOff x="0" y="1312195"/>
            <a:chExt cx="6858000" cy="1603621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0" y="131219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0" y="171310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0" y="2114005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0" y="2514910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0" y="2915816"/>
              <a:ext cx="6858000" cy="0"/>
            </a:xfrm>
            <a:prstGeom prst="line">
              <a:avLst/>
            </a:prstGeom>
            <a:ln>
              <a:solidFill>
                <a:srgbClr val="C0C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矩形 31"/>
          <p:cNvSpPr/>
          <p:nvPr/>
        </p:nvSpPr>
        <p:spPr>
          <a:xfrm>
            <a:off x="549275" y="114299"/>
            <a:ext cx="1368152" cy="46614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LOGO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3" name="直接连接符 32"/>
          <p:cNvCxnSpPr/>
          <p:nvPr/>
        </p:nvCxnSpPr>
        <p:spPr>
          <a:xfrm>
            <a:off x="0" y="8676457"/>
            <a:ext cx="6858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3328526" y="989904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smtClean="0">
                <a:solidFill>
                  <a:srgbClr val="C0C0C0"/>
                </a:solidFill>
              </a:rPr>
              <a:t>此处记录讲义</a:t>
            </a:r>
            <a:endParaRPr lang="zh-CN" altLang="en-US" sz="1400">
              <a:solidFill>
                <a:srgbClr val="C0C0C0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3328526" y="3672587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C0C0C0"/>
                </a:solidFill>
              </a:rPr>
              <a:t>此处记录讲义</a:t>
            </a:r>
            <a:endParaRPr lang="zh-CN" altLang="en-US" sz="1400">
              <a:solidFill>
                <a:srgbClr val="C0C0C0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328526" y="6321312"/>
            <a:ext cx="1261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>
                <a:solidFill>
                  <a:srgbClr val="C0C0C0"/>
                </a:solidFill>
              </a:rPr>
              <a:t>此处记录讲义</a:t>
            </a:r>
            <a:endParaRPr lang="zh-CN" altLang="en-US" sz="1400">
              <a:solidFill>
                <a:srgbClr val="C0C0C0"/>
              </a:solidFill>
            </a:endParaRPr>
          </a:p>
        </p:txBody>
      </p:sp>
      <p:pic>
        <p:nvPicPr>
          <p:cNvPr id="38" name="Picture 3" descr="E:\设计素材\shadow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549275" y="2929386"/>
            <a:ext cx="2663701" cy="30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" descr="E:\设计素材\shadow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549275" y="5581827"/>
            <a:ext cx="2663701" cy="30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3" descr="E:\设计素材\shadow.png"/>
          <p:cNvPicPr>
            <a:picLocks noChangeAspect="1" noChangeArrowheads="1"/>
          </p:cNvPicPr>
          <p:nvPr/>
        </p:nvPicPr>
        <p:blipFill>
          <a:blip r:embed="rId1"/>
          <a:stretch>
            <a:fillRect/>
          </a:stretch>
        </p:blipFill>
        <p:spPr bwMode="auto">
          <a:xfrm>
            <a:off x="549275" y="8232710"/>
            <a:ext cx="2663701" cy="309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.png" /><Relationship Id="rId2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3075" name="Picture 3" descr="E:\设计素材\shadow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9275" y="5292080"/>
            <a:ext cx="5759450" cy="37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988840" y="114299"/>
            <a:ext cx="4319884" cy="2330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zh-CN" altLang="en-US" smtClean="0"/>
              <a:t>此处添加页眉信息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1988840" y="347370"/>
            <a:ext cx="4319885" cy="23307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51D64F8-606E-4201-A2DE-1AF0754CE781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404813" y="971550"/>
            <a:ext cx="7670801" cy="4316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549275" y="5508104"/>
            <a:ext cx="5759450" cy="28780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549523" y="8748465"/>
            <a:ext cx="2971800" cy="2875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 smtClean="0"/>
              <a:t>此处添加页脚信息</a:t>
            </a:r>
            <a:endParaRPr lang="zh-CN" altLang="en-US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748713"/>
            <a:ext cx="2424112" cy="2873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/>
            </a:fld>
            <a:r>
              <a:rPr lang="zh-CN" altLang="en-US" smtClean="0"/>
              <a:t> 页</a:t>
            </a:r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0" y="723669"/>
            <a:ext cx="6858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49275" y="114299"/>
            <a:ext cx="1368152" cy="46614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LOGO</a:t>
            </a:r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0" y="8676457"/>
            <a:ext cx="6858000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1pPr>
    <a:lvl2pPr marL="6286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2pPr>
    <a:lvl3pPr marL="10858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3pPr>
    <a:lvl4pPr marL="15430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4pPr>
    <a:lvl5pPr marL="2000250" indent="-171450" algn="l" defTabSz="914400" rtl="0" eaLnBrk="1" fontAlgn="ctr" latinLnBrk="0" hangingPunct="1">
      <a:buSzPct val="70000"/>
      <a:buFont typeface="Wingdings" panose="05000000000000000000" pitchFamily="2" charset="2"/>
      <a:buChar char="l"/>
      <a:defRPr sz="1200" kern="1200">
        <a:solidFill>
          <a:schemeClr val="tx1">
            <a:lumMod val="75000"/>
            <a:lumOff val="25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04813" y="971550"/>
            <a:ext cx="7670801" cy="4316413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b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tags" Target="../tags/tag57.xml" /><Relationship Id="rId26" Type="http://schemas.openxmlformats.org/officeDocument/2006/relationships/tags" Target="../tags/tag58.xml" /><Relationship Id="rId27" Type="http://schemas.openxmlformats.org/officeDocument/2006/relationships/tags" Target="../tags/tag59.xml" /><Relationship Id="rId28" Type="http://schemas.openxmlformats.org/officeDocument/2006/relationships/tags" Target="../tags/tag60.xml" /><Relationship Id="rId29" Type="http://schemas.openxmlformats.org/officeDocument/2006/relationships/tags" Target="../tags/tag61.xml" /><Relationship Id="rId3" Type="http://schemas.openxmlformats.org/officeDocument/2006/relationships/slideLayout" Target="../slideLayouts/slideLayout3.xml" /><Relationship Id="rId30" Type="http://schemas.openxmlformats.org/officeDocument/2006/relationships/image" Target="file:///D:\qq&#25991;&#20214;\712321467\Image\C2C\Image2\%7b75232B38-A165-1FB7-499C-2E1C792CACB5%7d.png" TargetMode="External" /><Relationship Id="rId31" Type="http://schemas.openxmlformats.org/officeDocument/2006/relationships/image" Target="../media/image1.png" /><Relationship Id="rId32" Type="http://schemas.openxmlformats.org/officeDocument/2006/relationships/image" Target="../media/image2.jpeg" /><Relationship Id="rId33" Type="http://schemas.openxmlformats.org/officeDocument/2006/relationships/tags" Target="../tags/tag62.xml" /><Relationship Id="rId34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3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31" r:link="rId30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3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Override" Target="../theme/themeOverride1.xml" /><Relationship Id="rId3" Type="http://schemas.openxmlformats.org/officeDocument/2006/relationships/notesSlide" Target="../notesSlides/notesSlide1.xml" /><Relationship Id="rId4" Type="http://schemas.openxmlformats.org/officeDocument/2006/relationships/image" Target="../media/image4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2.xml" /><Relationship Id="rId3" Type="http://schemas.openxmlformats.org/officeDocument/2006/relationships/image" Target="../media/image5.wmf" /><Relationship Id="rId4" Type="http://schemas.openxmlformats.org/officeDocument/2006/relationships/tags" Target="../tags/tag63.xml" /><Relationship Id="rId5" Type="http://schemas.openxmlformats.org/officeDocument/2006/relationships/image" Target="../media/image6.png" /><Relationship Id="rId6" Type="http://schemas.openxmlformats.org/officeDocument/2006/relationships/tags" Target="../tags/tag64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3.xml" /><Relationship Id="rId3" Type="http://schemas.openxmlformats.org/officeDocument/2006/relationships/image" Target="../media/image7.wmf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4.xml" /><Relationship Id="rId3" Type="http://schemas.openxmlformats.org/officeDocument/2006/relationships/image" Target="../media/image8.wmf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5.xml" /><Relationship Id="rId3" Type="http://schemas.openxmlformats.org/officeDocument/2006/relationships/image" Target="../media/image9.wmf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6.xml" /><Relationship Id="rId3" Type="http://schemas.openxmlformats.org/officeDocument/2006/relationships/image" Target="../media/image10.wmf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7.xml" /><Relationship Id="rId3" Type="http://schemas.openxmlformats.org/officeDocument/2006/relationships/image" Target="../media/image11.wmf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8.xml" /><Relationship Id="rId3" Type="http://schemas.openxmlformats.org/officeDocument/2006/relationships/image" Target="../media/image12.wmf" /><Relationship Id="rId4" Type="http://schemas.openxmlformats.org/officeDocument/2006/relationships/image" Target="../media/image13.wmf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9.xml" /><Relationship Id="rId3" Type="http://schemas.openxmlformats.org/officeDocument/2006/relationships/image" Target="../media/image14.wmf" /><Relationship Id="rId4" Type="http://schemas.openxmlformats.org/officeDocument/2006/relationships/image" Target="../media/image15.wmf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10.xml" /><Relationship Id="rId3" Type="http://schemas.openxmlformats.org/officeDocument/2006/relationships/image" Target="../media/image16.wmf" /><Relationship Id="rId4" Type="http://schemas.openxmlformats.org/officeDocument/2006/relationships/image" Target="../media/image17.wmf" /><Relationship Id="rId5" Type="http://schemas.openxmlformats.org/officeDocument/2006/relationships/image" Target="../media/image18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hemeOverride" Target="../theme/themeOverride11.xml" /><Relationship Id="rId3" Type="http://schemas.openxmlformats.org/officeDocument/2006/relationships/image" Target="../media/image19.wmf" /><Relationship Id="rId4" Type="http://schemas.openxmlformats.org/officeDocument/2006/relationships/image" Target="../media/image20.wmf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副标题 4" title=""/>
          <p:cNvSpPr>
            <a:spLocks noGrp="1"/>
          </p:cNvSpPr>
          <p:nvPr>
            <p:ph type="subTitle" idx="1"/>
          </p:nvPr>
        </p:nvSpPr>
        <p:spPr>
          <a:xfrm>
            <a:off x="3719830" y="2637155"/>
            <a:ext cx="6114415" cy="475615"/>
          </a:xfrm>
        </p:spPr>
        <p:txBody>
          <a:bodyPr/>
          <a:lstStyle/>
          <a:p>
            <a:r>
              <a:rPr lang="zh-CN" sz="4400" b="1">
                <a:solidFill>
                  <a:schemeClr val="tx1"/>
                </a:solidFill>
                <a:latin typeface="仿宋" panose="02010609060101010101" charset="-122"/>
                <a:ea typeface="仿宋" panose="02010609060101010101" charset="-122"/>
              </a:rPr>
              <a:t>高潮的设计与表达路径</a:t>
            </a:r>
            <a:endParaRPr lang="zh-CN" sz="4400" b="1">
              <a:solidFill>
                <a:schemeClr val="tx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</p:spTree>
  </p:cSld>
  <p:clrMapOvr>
    <a:masterClrMapping/>
  </p:clrMapOvr>
  <p:transition spd="slow"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2</a:t>
            </a:fld>
            <a:endParaRPr lang="zh-CN" altLang="en-US"/>
          </a:p>
        </p:txBody>
      </p:sp>
      <p:sp>
        <p:nvSpPr>
          <p:cNvPr id="8" name="标题 7" title="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一、故事中的高潮</a:t>
            </a:r>
            <a:endParaRPr lang="zh-CN" altLang="en-US"/>
          </a:p>
        </p:txBody>
      </p:sp>
      <p:pic>
        <p:nvPicPr>
          <p:cNvPr id="9" name="图片 8" title="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27050" y="1196975"/>
            <a:ext cx="10798810" cy="1228090"/>
          </a:xfrm>
          <a:prstGeom prst="rect">
            <a:avLst/>
          </a:prstGeom>
        </p:spPr>
      </p:pic>
      <p:pic>
        <p:nvPicPr>
          <p:cNvPr id="2" name="图片 -2147482606" title="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511675" y="2564765"/>
            <a:ext cx="4548505" cy="40963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>
            <a:off x="908091" y="2894681"/>
            <a:ext cx="1393331" cy="643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3200" b="1">
                <a:solidFill>
                  <a:schemeClr val="bg1"/>
                </a:solidFill>
                <a:latin typeface="+mj-lt"/>
                <a:ea typeface="+mj-ea"/>
              </a:rPr>
              <a:t>TEXT</a:t>
            </a:r>
            <a:endParaRPr lang="en-US" altLang="zh-CN" sz="1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3</a:t>
            </a:fld>
            <a:endParaRPr lang="zh-CN" altLang="en-US"/>
          </a:p>
        </p:txBody>
      </p:sp>
      <p:sp>
        <p:nvSpPr>
          <p:cNvPr id="8" name="标题 7" title=""/>
          <p:cNvSpPr/>
          <p:nvPr>
            <p:ph type="title"/>
          </p:nvPr>
        </p:nvSpPr>
        <p:spPr>
          <a:xfrm>
            <a:off x="527052" y="260351"/>
            <a:ext cx="11137899" cy="720724"/>
          </a:xfrm>
        </p:spPr>
        <p:txBody>
          <a:bodyPr/>
          <a:lstStyle/>
          <a:p>
            <a:r>
              <a:rPr lang="zh-CN" altLang="en-US"/>
              <a:t>二、故事高潮续写方法</a:t>
            </a:r>
            <a:r>
              <a:rPr lang="en-US" altLang="zh-CN"/>
              <a:t>1</a:t>
            </a:r>
            <a:r>
              <a:rPr lang="zh-CN" altLang="en-US"/>
              <a:t>：增加外部冲突</a:t>
            </a:r>
            <a:endParaRPr lang="zh-CN" altLang="en-US"/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rcRect t="11592"/>
          <a:stretch>
            <a:fillRect/>
          </a:stretch>
        </p:blipFill>
        <p:spPr>
          <a:xfrm>
            <a:off x="767080" y="1412875"/>
            <a:ext cx="10543540" cy="3617595"/>
          </a:xfrm>
          <a:prstGeom prst="rect">
            <a:avLst/>
          </a:prstGeom>
        </p:spPr>
      </p:pic>
    </p:spTree>
  </p:cSld>
  <p:clrMapOvr>
    <a:masterClrMapping/>
  </p:clrMapOvr>
  <p:transition spd="slow"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>
            <a:off x="908091" y="2894681"/>
            <a:ext cx="1393331" cy="643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3200" b="1">
                <a:solidFill>
                  <a:schemeClr val="bg1"/>
                </a:solidFill>
                <a:latin typeface="+mj-lt"/>
                <a:ea typeface="+mj-ea"/>
              </a:rPr>
              <a:t>TEXT</a:t>
            </a:r>
            <a:endParaRPr lang="en-US" altLang="zh-CN" sz="1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4</a:t>
            </a:fld>
            <a:endParaRPr lang="zh-CN" altLang="en-US"/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25" y="620395"/>
            <a:ext cx="11083925" cy="3821430"/>
          </a:xfrm>
          <a:prstGeom prst="rect">
            <a:avLst/>
          </a:prstGeom>
        </p:spPr>
      </p:pic>
    </p:spTree>
  </p:cSld>
  <p:clrMapOvr>
    <a:masterClrMapping/>
  </p:clrMapOvr>
  <p:transition spd="slow"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>
            <a:off x="908091" y="2894681"/>
            <a:ext cx="1393331" cy="643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3200" b="1">
                <a:solidFill>
                  <a:schemeClr val="bg1"/>
                </a:solidFill>
                <a:latin typeface="+mj-lt"/>
                <a:ea typeface="+mj-ea"/>
              </a:rPr>
              <a:t>TEXT</a:t>
            </a:r>
            <a:endParaRPr lang="en-US" altLang="zh-CN" sz="1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5</a:t>
            </a:fld>
            <a:endParaRPr lang="zh-CN" altLang="en-US"/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404495"/>
            <a:ext cx="10629265" cy="3031490"/>
          </a:xfrm>
          <a:prstGeom prst="rect">
            <a:avLst/>
          </a:prstGeom>
        </p:spPr>
      </p:pic>
    </p:spTree>
  </p:cSld>
  <p:clrMapOvr>
    <a:masterClrMapping/>
  </p:clrMapOvr>
  <p:transition spd="slow"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>
            <a:off x="908091" y="2894681"/>
            <a:ext cx="1393331" cy="643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3200" b="1">
                <a:solidFill>
                  <a:schemeClr val="bg1"/>
                </a:solidFill>
                <a:latin typeface="+mj-lt"/>
                <a:ea typeface="+mj-ea"/>
              </a:rPr>
              <a:t>TEXT</a:t>
            </a:r>
            <a:endParaRPr lang="en-US" altLang="zh-CN" sz="1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6</a:t>
            </a:fld>
            <a:endParaRPr lang="zh-CN" altLang="en-US"/>
          </a:p>
        </p:txBody>
      </p:sp>
      <p:sp>
        <p:nvSpPr>
          <p:cNvPr id="2" name="标题 7" title=""/>
          <p:cNvSpPr/>
          <p:nvPr/>
        </p:nvSpPr>
        <p:spPr>
          <a:xfrm>
            <a:off x="654052" y="387351"/>
            <a:ext cx="11137899" cy="720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/>
              <a:t>二、故事高潮续写方法</a:t>
            </a:r>
            <a:r>
              <a:rPr lang="en-US" altLang="zh-CN"/>
              <a:t>2</a:t>
            </a:r>
            <a:r>
              <a:rPr lang="zh-CN" altLang="en-US"/>
              <a:t>：放大内心冲突</a:t>
            </a:r>
            <a:endParaRPr lang="zh-CN" altLang="en-US"/>
          </a:p>
        </p:txBody>
      </p:sp>
      <p:pic>
        <p:nvPicPr>
          <p:cNvPr id="4" name="图片 3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1917065"/>
            <a:ext cx="10318750" cy="782320"/>
          </a:xfrm>
          <a:prstGeom prst="rect">
            <a:avLst/>
          </a:prstGeom>
        </p:spPr>
      </p:pic>
    </p:spTree>
  </p:cSld>
  <p:clrMapOvr>
    <a:masterClrMapping/>
  </p:clrMapOvr>
  <p:transition spd="slow"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>
            <a:off x="908091" y="2894681"/>
            <a:ext cx="1393331" cy="643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3200" b="1">
                <a:solidFill>
                  <a:schemeClr val="bg1"/>
                </a:solidFill>
                <a:latin typeface="+mj-lt"/>
                <a:ea typeface="+mj-ea"/>
              </a:rPr>
              <a:t>TEXT</a:t>
            </a:r>
            <a:endParaRPr lang="en-US" altLang="zh-CN" sz="1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7</a:t>
            </a:fld>
            <a:endParaRPr lang="zh-CN" altLang="en-US"/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615" y="620395"/>
            <a:ext cx="10488295" cy="5111750"/>
          </a:xfrm>
          <a:prstGeom prst="rect">
            <a:avLst/>
          </a:prstGeom>
        </p:spPr>
      </p:pic>
    </p:spTree>
  </p:cSld>
  <p:clrMapOvr>
    <a:masterClrMapping/>
  </p:clrMapOvr>
  <p:transition spd="slow"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>
            <a:off x="908091" y="2894681"/>
            <a:ext cx="1393331" cy="643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3200" b="1">
                <a:solidFill>
                  <a:schemeClr val="bg1"/>
                </a:solidFill>
                <a:latin typeface="+mj-lt"/>
                <a:ea typeface="+mj-ea"/>
              </a:rPr>
              <a:t>TEXT</a:t>
            </a:r>
            <a:endParaRPr lang="en-US" altLang="zh-CN" sz="1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8</a:t>
            </a:fld>
            <a:endParaRPr lang="zh-CN" altLang="en-US"/>
          </a:p>
        </p:txBody>
      </p:sp>
      <p:sp>
        <p:nvSpPr>
          <p:cNvPr id="8" name="标题 7" title="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四、技法演练</a:t>
            </a:r>
            <a:endParaRPr lang="zh-CN" altLang="en-US"/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" y="1052830"/>
            <a:ext cx="10760075" cy="1592580"/>
          </a:xfrm>
          <a:prstGeom prst="rect">
            <a:avLst/>
          </a:prstGeom>
        </p:spPr>
      </p:pic>
      <p:pic>
        <p:nvPicPr>
          <p:cNvPr id="4" name="图片 3" titl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2750820"/>
            <a:ext cx="10532745" cy="357441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>
            <a:off x="908091" y="2894681"/>
            <a:ext cx="1393331" cy="643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3200" b="1">
                <a:solidFill>
                  <a:schemeClr val="bg1"/>
                </a:solidFill>
                <a:latin typeface="+mj-lt"/>
                <a:ea typeface="+mj-ea"/>
              </a:rPr>
              <a:t>TEXT</a:t>
            </a:r>
            <a:endParaRPr lang="en-US" altLang="zh-CN" sz="1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9</a:t>
            </a:fld>
            <a:endParaRPr lang="zh-CN" altLang="en-US"/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80" y="404495"/>
            <a:ext cx="13040995" cy="659130"/>
          </a:xfrm>
          <a:prstGeom prst="rect">
            <a:avLst/>
          </a:prstGeom>
        </p:spPr>
      </p:pic>
      <p:pic>
        <p:nvPicPr>
          <p:cNvPr id="4" name="图片 3" titl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80" y="1124585"/>
            <a:ext cx="10495280" cy="310705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10</a:t>
            </a:fld>
            <a:endParaRPr lang="zh-CN" altLang="en-US"/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45" y="476885"/>
            <a:ext cx="11205210" cy="1112520"/>
          </a:xfrm>
          <a:prstGeom prst="rect">
            <a:avLst/>
          </a:prstGeom>
        </p:spPr>
      </p:pic>
      <p:pic>
        <p:nvPicPr>
          <p:cNvPr id="4" name="图片 3" titl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45" y="1628775"/>
            <a:ext cx="10946130" cy="270700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11620500" y="105918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11" name="矩形 10" title=""/>
          <p:cNvSpPr/>
          <p:nvPr/>
        </p:nvSpPr>
        <p:spPr>
          <a:xfrm>
            <a:off x="908091" y="2894681"/>
            <a:ext cx="1393331" cy="643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US" altLang="zh-CN" sz="3200" b="1">
                <a:solidFill>
                  <a:schemeClr val="bg1"/>
                </a:solidFill>
                <a:latin typeface="+mj-lt"/>
                <a:ea typeface="+mj-ea"/>
              </a:rPr>
              <a:t>TEXT</a:t>
            </a:r>
            <a:endParaRPr lang="en-US" altLang="zh-CN" sz="1600" b="1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3" name="页脚占位符 2" title="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zh-CN" smtClean="0"/>
              <a:t>/    11</a:t>
            </a:r>
            <a:endParaRPr lang="zh-CN" altLang="en-US"/>
          </a:p>
        </p:txBody>
      </p:sp>
      <p:sp>
        <p:nvSpPr>
          <p:cNvPr id="7" name="灯片编号占位符 6" title="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F4BA8F-7B64-4198-9505-0CB5D4D3B366}" type="slidenum">
              <a:rPr lang="en-US" altLang="zh-CN" smtClean="0"/>
              <a:t>11</a:t>
            </a:fld>
            <a:endParaRPr lang="zh-CN" altLang="en-US"/>
          </a:p>
        </p:txBody>
      </p:sp>
      <p:pic>
        <p:nvPicPr>
          <p:cNvPr id="2" name="图片 1" title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70" y="476885"/>
            <a:ext cx="10830560" cy="1016635"/>
          </a:xfrm>
          <a:prstGeom prst="rect">
            <a:avLst/>
          </a:prstGeom>
        </p:spPr>
      </p:pic>
      <p:pic>
        <p:nvPicPr>
          <p:cNvPr id="4" name="图片 3" title="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570" y="1493520"/>
            <a:ext cx="10849610" cy="262445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1934,&quot;width&quot;:17006}"/>
</p:tagLst>
</file>

<file path=ppt/tags/tag64.xml><?xml version="1.0" encoding="utf-8"?>
<p:tagLst xmlns:p="http://schemas.openxmlformats.org/presentationml/2006/main">
  <p:tag name="KSO_WM_UNIT_PLACING_PICTURE_USER_VIEWPORT" val="{&quot;height&quot;:4081,&quot;width&quot;:4532}"/>
</p:tagLst>
</file>

<file path=ppt/tags/tag65.xml><?xml version="1.0" encoding="utf-8"?>
<p:tagLst xmlns:p="http://schemas.openxmlformats.org/presentationml/2006/main">
  <p:tag name="ARTICULATE_PROJECT_OPEN" val="0"/>
  <p:tag name="AS_OS" val="Unix 3.10 unknown"/>
  <p:tag name="AS_RELEASE_DATE" val="2023.03.31"/>
  <p:tag name="AS_TITLE" val="Aspose.Slides for Java"/>
  <p:tag name="AS_VERSION" val="23.3"/>
  <p:tag name="COMMONDATA" val="eyJoZGlkIjoiNzEyNTY0MGZiYjUxNjcyMzI5YWMxYTNhNjUzOTBlYzUifQ=="/>
  <p:tag name="KSO_WPP_MARK_KEY" val="272af8af-ea76-497f-95da-620ce4fc5f4b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ww.SlideTo.Me 1">
      <a:majorFont>
        <a:latin typeface="Arial Black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r="http://schemas.openxmlformats.org/officeDocument/2006/relationships"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ww.SlideTo.Me 1">
      <a:majorFont>
        <a:latin typeface="Arial Black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2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3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4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5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6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7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8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9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10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ppt/theme/themeOverride11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33</Paragraphs>
  <Slides>11</Slides>
  <Notes>1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baseType="lpstr" size="17">
      <vt:lpstr>Arial</vt:lpstr>
      <vt:lpstr>微软雅黑</vt:lpstr>
      <vt:lpstr>Wingdings</vt:lpstr>
      <vt:lpstr>Arial Black</vt:lpstr>
      <vt:lpstr>仿宋</vt:lpstr>
      <vt:lpstr>WPS</vt:lpstr>
      <vt:lpstr>PowerPoint Presentation</vt:lpstr>
      <vt:lpstr>一、故事中的高潮</vt:lpstr>
      <vt:lpstr>二、故事高潮续写方法1：增加外部冲突</vt:lpstr>
      <vt:lpstr>PowerPoint Presentation</vt:lpstr>
      <vt:lpstr>PowerPoint Presentation</vt:lpstr>
      <vt:lpstr>PowerPoint Presentation</vt:lpstr>
      <vt:lpstr>PowerPoint Presentation</vt:lpstr>
      <vt:lpstr>四、技法演练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2024-06-03T13:45:19.785</cp:lastPrinted>
  <dcterms:created xsi:type="dcterms:W3CDTF">2024-06-03T13:45:19Z</dcterms:created>
  <dcterms:modified xsi:type="dcterms:W3CDTF">2024-06-03T05:45:19Z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