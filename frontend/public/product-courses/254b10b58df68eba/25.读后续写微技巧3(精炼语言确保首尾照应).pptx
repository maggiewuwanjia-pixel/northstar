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Java 23.3-->
<p:presentation xmlns:r="http://schemas.openxmlformats.org/officeDocument/2006/relationships" xmlns:a="http://schemas.openxmlformats.org/drawingml/2006/main" xmlns:p="http://schemas.openxmlformats.org/presentationml/2006/main">
  <p:sldMasterIdLst>
    <p:sldMasterId id="2147483648" r:id="rId1"/>
  </p:sldMasterIdLst>
  <p:notesMasterIdLst>
    <p:notesMasterId r:id="rId2"/>
  </p:notesMasterIdLst>
  <p:sldIdLst>
    <p:sldId id="855" r:id="rId3"/>
    <p:sldId id="813" r:id="rId4"/>
    <p:sldId id="820" r:id="rId5"/>
    <p:sldId id="821" r:id="rId6"/>
    <p:sldId id="822" r:id="rId7"/>
    <p:sldId id="823" r:id="rId8"/>
    <p:sldId id="824" r:id="rId9"/>
    <p:sldId id="817" r:id="rId10"/>
    <p:sldId id="825" r:id="rId11"/>
    <p:sldId id="826" r:id="rId12"/>
    <p:sldId id="827" r:id="rId13"/>
    <p:sldId id="828" r:id="rId14"/>
  </p:sldIdLst>
  <p:sldSz cx="13319125" cy="7491095"/>
  <p:notesSz cx="6858000" cy="9144000"/>
  <p:custDataLst>
    <p:tags r:id="rId15"/>
  </p:custDataLst>
  <p:defaultTextStyle>
    <a:defPPr>
      <a:defRPr lang="zh-CN"/>
    </a:defPPr>
    <a:lvl1pPr marL="0" algn="l" defTabSz="998220" rtl="0" eaLnBrk="1" latinLnBrk="0" hangingPunct="1">
      <a:defRPr sz="2000" kern="1200">
        <a:solidFill>
          <a:schemeClr val="tx1"/>
        </a:solidFill>
        <a:latin typeface="+mn-lt"/>
        <a:ea typeface="+mn-ea"/>
        <a:cs typeface="+mn-cs"/>
      </a:defRPr>
    </a:lvl1pPr>
    <a:lvl2pPr marL="499110" algn="l" defTabSz="998220" rtl="0" eaLnBrk="1" latinLnBrk="0" hangingPunct="1">
      <a:defRPr sz="2000" kern="1200">
        <a:solidFill>
          <a:schemeClr val="tx1"/>
        </a:solidFill>
        <a:latin typeface="+mn-lt"/>
        <a:ea typeface="+mn-ea"/>
        <a:cs typeface="+mn-cs"/>
      </a:defRPr>
    </a:lvl2pPr>
    <a:lvl3pPr marL="998220" algn="l" defTabSz="998220" rtl="0" eaLnBrk="1" latinLnBrk="0" hangingPunct="1">
      <a:defRPr sz="2000" kern="1200">
        <a:solidFill>
          <a:schemeClr val="tx1"/>
        </a:solidFill>
        <a:latin typeface="+mn-lt"/>
        <a:ea typeface="+mn-ea"/>
        <a:cs typeface="+mn-cs"/>
      </a:defRPr>
    </a:lvl3pPr>
    <a:lvl4pPr marL="1497330" algn="l" defTabSz="998220" rtl="0" eaLnBrk="1" latinLnBrk="0" hangingPunct="1">
      <a:defRPr sz="2000" kern="1200">
        <a:solidFill>
          <a:schemeClr val="tx1"/>
        </a:solidFill>
        <a:latin typeface="+mn-lt"/>
        <a:ea typeface="+mn-ea"/>
        <a:cs typeface="+mn-cs"/>
      </a:defRPr>
    </a:lvl4pPr>
    <a:lvl5pPr marL="1996440" algn="l" defTabSz="998220" rtl="0" eaLnBrk="1" latinLnBrk="0" hangingPunct="1">
      <a:defRPr sz="2000" kern="1200">
        <a:solidFill>
          <a:schemeClr val="tx1"/>
        </a:solidFill>
        <a:latin typeface="+mn-lt"/>
        <a:ea typeface="+mn-ea"/>
        <a:cs typeface="+mn-cs"/>
      </a:defRPr>
    </a:lvl5pPr>
    <a:lvl6pPr marL="2495550" algn="l" defTabSz="998220" rtl="0" eaLnBrk="1" latinLnBrk="0" hangingPunct="1">
      <a:defRPr sz="2000" kern="1200">
        <a:solidFill>
          <a:schemeClr val="tx1"/>
        </a:solidFill>
        <a:latin typeface="+mn-lt"/>
        <a:ea typeface="+mn-ea"/>
        <a:cs typeface="+mn-cs"/>
      </a:defRPr>
    </a:lvl6pPr>
    <a:lvl7pPr marL="2994025" algn="l" defTabSz="998220" rtl="0" eaLnBrk="1" latinLnBrk="0" hangingPunct="1">
      <a:defRPr sz="2000" kern="1200">
        <a:solidFill>
          <a:schemeClr val="tx1"/>
        </a:solidFill>
        <a:latin typeface="+mn-lt"/>
        <a:ea typeface="+mn-ea"/>
        <a:cs typeface="+mn-cs"/>
      </a:defRPr>
    </a:lvl7pPr>
    <a:lvl8pPr marL="3493135" algn="l" defTabSz="998220" rtl="0" eaLnBrk="1" latinLnBrk="0" hangingPunct="1">
      <a:defRPr sz="2000" kern="1200">
        <a:solidFill>
          <a:schemeClr val="tx1"/>
        </a:solidFill>
        <a:latin typeface="+mn-lt"/>
        <a:ea typeface="+mn-ea"/>
        <a:cs typeface="+mn-cs"/>
      </a:defRPr>
    </a:lvl8pPr>
    <a:lvl9pPr marL="3992245" algn="l" defTabSz="998220"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94" userDrawn="1">
          <p15:clr>
            <a:srgbClr val="A4A3A4"/>
          </p15:clr>
        </p15:guide>
        <p15:guide id="2" pos="4198" userDrawn="1">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54" autoAdjust="0"/>
    <p:restoredTop sz="99846" autoAdjust="0"/>
  </p:normalViewPr>
  <p:slideViewPr>
    <p:cSldViewPr snapToGrid="0">
      <p:cViewPr>
        <p:scale>
          <a:sx n="66" d="100"/>
          <a:sy n="66" d="100"/>
        </p:scale>
        <p:origin x="-1086" y="-474"/>
      </p:cViewPr>
      <p:guideLst>
        <p:guide orient="horz" pos="2394"/>
        <p:guide pos="419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tags" Target="tags/tag66.xml" /><Relationship Id="rId16" Type="http://schemas.openxmlformats.org/officeDocument/2006/relationships/presProps" Target="presProps.xml" /><Relationship Id="rId17" Type="http://schemas.openxmlformats.org/officeDocument/2006/relationships/viewProps" Target="viewProps.xml" /><Relationship Id="rId18" Type="http://schemas.openxmlformats.org/officeDocument/2006/relationships/theme" Target="theme/theme1.xml" /><Relationship Id="rId19" Type="http://schemas.openxmlformats.org/officeDocument/2006/relationships/tableStyles" Target="tableStyles.xml" /><Relationship Id="rId2" Type="http://schemas.openxmlformats.org/officeDocument/2006/relationships/notesMaster" Target="notesMasters/notesMaster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
            </a:fld>
            <a:endParaRPr lang="zh-CN" altLang="en-US"/>
          </a:p>
        </p:txBody>
      </p:sp>
      <p:sp>
        <p:nvSpPr>
          <p:cNvPr id="4" name="幻灯片图像占位符 3"/>
          <p:cNvSpPr>
            <a:spLocks noGrp="1" noRot="1" noChangeAspect="1"/>
          </p:cNvSpPr>
          <p:nvPr>
            <p:ph type="sldImg" idx="2"/>
          </p:nvPr>
        </p:nvSpPr>
        <p:spPr>
          <a:xfrm>
            <a:off x="685470" y="1143000"/>
            <a:ext cx="5487059"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&#65279;<?xml version="1.0" encoding="utf-8" standalone="yes"?><Relationships xmlns="http://schemas.openxmlformats.org/package/2006/relationships"><Relationship Id="rId1" Type="http://schemas.openxmlformats.org/officeDocument/2006/relationships/tags" Target="../tags/tag1.xml" /><Relationship Id="rId2" Type="http://schemas.openxmlformats.org/officeDocument/2006/relationships/tags" Target="../tags/tag2.xml" /><Relationship Id="rId3" Type="http://schemas.openxmlformats.org/officeDocument/2006/relationships/tags" Target="../tags/tag3.xml" /><Relationship Id="rId4" Type="http://schemas.openxmlformats.org/officeDocument/2006/relationships/tags" Target="../tags/tag4.xml" /><Relationship Id="rId5" Type="http://schemas.openxmlformats.org/officeDocument/2006/relationships/tags" Target="../tags/tag5.xml" /><Relationship Id="rId6"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tags" Target="../tags/tag6.xml" /><Relationship Id="rId2" Type="http://schemas.openxmlformats.org/officeDocument/2006/relationships/tags" Target="../tags/tag7.xml" /><Relationship Id="rId3" Type="http://schemas.openxmlformats.org/officeDocument/2006/relationships/tags" Target="../tags/tag8.xml" /><Relationship Id="rId4" Type="http://schemas.openxmlformats.org/officeDocument/2006/relationships/tags" Target="../tags/tag9.xml" /><Relationship Id="rId5" Type="http://schemas.openxmlformats.org/officeDocument/2006/relationships/tags" Target="../tags/tag10.xml" /><Relationship Id="rId6"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tags" Target="../tags/tag11.xml" /><Relationship Id="rId2" Type="http://schemas.openxmlformats.org/officeDocument/2006/relationships/tags" Target="../tags/tag12.xml" /><Relationship Id="rId3" Type="http://schemas.openxmlformats.org/officeDocument/2006/relationships/tags" Target="../tags/tag13.xml" /><Relationship Id="rId4" Type="http://schemas.openxmlformats.org/officeDocument/2006/relationships/tags" Target="../tags/tag14.xml" /><Relationship Id="rId5" Type="http://schemas.openxmlformats.org/officeDocument/2006/relationships/tags" Target="../tags/tag15.xml" /><Relationship Id="rId6"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tags" Target="../tags/tag16.xml" /><Relationship Id="rId2" Type="http://schemas.openxmlformats.org/officeDocument/2006/relationships/tags" Target="../tags/tag17.xml" /><Relationship Id="rId3" Type="http://schemas.openxmlformats.org/officeDocument/2006/relationships/tags" Target="../tags/tag18.xml" /><Relationship Id="rId4" Type="http://schemas.openxmlformats.org/officeDocument/2006/relationships/tags" Target="../tags/tag19.xml" /><Relationship Id="rId5" Type="http://schemas.openxmlformats.org/officeDocument/2006/relationships/tags" Target="../tags/tag20.xml" /><Relationship Id="rId6" Type="http://schemas.openxmlformats.org/officeDocument/2006/relationships/tags" Target="../tags/tag21.xml" /><Relationship Id="rId7"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tags" Target="../tags/tag22.xml" /><Relationship Id="rId2" Type="http://schemas.openxmlformats.org/officeDocument/2006/relationships/tags" Target="../tags/tag23.xml" /><Relationship Id="rId3" Type="http://schemas.openxmlformats.org/officeDocument/2006/relationships/tags" Target="../tags/tag24.xml" /><Relationship Id="rId4" Type="http://schemas.openxmlformats.org/officeDocument/2006/relationships/tags" Target="../tags/tag25.xml" /><Relationship Id="rId5" Type="http://schemas.openxmlformats.org/officeDocument/2006/relationships/tags" Target="../tags/tag26.xml" /><Relationship Id="rId6" Type="http://schemas.openxmlformats.org/officeDocument/2006/relationships/tags" Target="../tags/tag27.xml" /><Relationship Id="rId7" Type="http://schemas.openxmlformats.org/officeDocument/2006/relationships/tags" Target="../tags/tag28.xml" /><Relationship Id="rId8" Type="http://schemas.openxmlformats.org/officeDocument/2006/relationships/tags" Target="../tags/tag29.xml" /><Relationship Id="rId9"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tags" Target="../tags/tag30.xml" /><Relationship Id="rId2" Type="http://schemas.openxmlformats.org/officeDocument/2006/relationships/tags" Target="../tags/tag31.xml" /><Relationship Id="rId3" Type="http://schemas.openxmlformats.org/officeDocument/2006/relationships/tags" Target="../tags/tag32.xml" /><Relationship Id="rId4" Type="http://schemas.openxmlformats.org/officeDocument/2006/relationships/tags" Target="../tags/tag33.xml" /><Relationship Id="rId5"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tags" Target="../tags/tag34.xml" /><Relationship Id="rId2" Type="http://schemas.openxmlformats.org/officeDocument/2006/relationships/tags" Target="../tags/tag35.xml" /><Relationship Id="rId3" Type="http://schemas.openxmlformats.org/officeDocument/2006/relationships/tags" Target="../tags/tag36.xml" /><Relationship Id="rId4"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tags" Target="../tags/tag37.xml" /><Relationship Id="rId2" Type="http://schemas.openxmlformats.org/officeDocument/2006/relationships/tags" Target="../tags/tag38.xml" /><Relationship Id="rId3" Type="http://schemas.openxmlformats.org/officeDocument/2006/relationships/tags" Target="../tags/tag39.xml" /><Relationship Id="rId4" Type="http://schemas.openxmlformats.org/officeDocument/2006/relationships/tags" Target="../tags/tag40.xml" /><Relationship Id="rId5" Type="http://schemas.openxmlformats.org/officeDocument/2006/relationships/tags" Target="../tags/tag41.xml" /><Relationship Id="rId6" Type="http://schemas.openxmlformats.org/officeDocument/2006/relationships/tags" Target="../tags/tag42.xml" /><Relationship Id="rId7"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tags" Target="../tags/tag43.xml" /><Relationship Id="rId2" Type="http://schemas.openxmlformats.org/officeDocument/2006/relationships/tags" Target="../tags/tag44.xml" /><Relationship Id="rId3" Type="http://schemas.openxmlformats.org/officeDocument/2006/relationships/tags" Target="../tags/tag45.xml" /><Relationship Id="rId4" Type="http://schemas.openxmlformats.org/officeDocument/2006/relationships/tags" Target="../tags/tag46.xml" /><Relationship Id="rId5" Type="http://schemas.openxmlformats.org/officeDocument/2006/relationships/tags" Target="../tags/tag47.xml" /><Relationship Id="rId6"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tags" Target="../tags/tag48.xml" /><Relationship Id="rId2" Type="http://schemas.openxmlformats.org/officeDocument/2006/relationships/tags" Target="../tags/tag49.xml" /><Relationship Id="rId3" Type="http://schemas.openxmlformats.org/officeDocument/2006/relationships/tags" Target="../tags/tag50.xml" /><Relationship Id="rId4" Type="http://schemas.openxmlformats.org/officeDocument/2006/relationships/tags" Target="../tags/tag51.xml" /><Relationship Id="rId5"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tags" Target="../tags/tag52.xml" /><Relationship Id="rId2" Type="http://schemas.openxmlformats.org/officeDocument/2006/relationships/tags" Target="../tags/tag53.xml" /><Relationship Id="rId3" Type="http://schemas.openxmlformats.org/officeDocument/2006/relationships/tags" Target="../tags/tag54.xml" /><Relationship Id="rId4" Type="http://schemas.openxmlformats.org/officeDocument/2006/relationships/tags" Target="../tags/tag55.xml" /><Relationship Id="rId5" Type="http://schemas.openxmlformats.org/officeDocument/2006/relationships/tags" Target="../tags/tag56.xml" /><Relationship Id="rId6"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标题幻灯片">
    <p:spTree>
      <p:nvGrpSpPr>
        <p:cNvPr id="1" name=""/>
        <p:cNvGrpSpPr/>
        <p:nvPr/>
      </p:nvGrpSpPr>
      <p:grpSpPr>
        <a:xfrm>
          <a:off x="0" y="0"/>
          <a:ext cx="0" cy="0"/>
        </a:xfrm>
      </p:grpSpPr>
      <p:sp>
        <p:nvSpPr>
          <p:cNvPr id="2" name="标题 1"/>
          <p:cNvSpPr>
            <a:spLocks noGrp="1"/>
          </p:cNvSpPr>
          <p:nvPr>
            <p:ph type="ctrTitle"/>
            <p:custDataLst>
              <p:tags r:id="rId1"/>
            </p:custDataLst>
          </p:nvPr>
        </p:nvSpPr>
        <p:spPr>
          <a:xfrm>
            <a:off x="1309627" y="998813"/>
            <a:ext cx="10705116" cy="2807686"/>
          </a:xfrm>
        </p:spPr>
        <p:txBody>
          <a:bodyPr lIns="90000" tIns="46800" rIns="90000" bIns="46800" anchor="b" anchorCtr="0">
            <a:normAutofit/>
          </a:bodyPr>
          <a:lstStyle>
            <a:lvl1pPr algn="ctr">
              <a:defRPr sz="6555"/>
            </a:lvl1pPr>
          </a:lstStyle>
          <a:p>
            <a:r>
              <a:rPr lang="zh-CN" altLang="en-US"/>
              <a:t>单击此处编辑母版标题样式</a:t>
            </a:r>
            <a:endParaRPr lang="zh-CN" altLang="en-US"/>
          </a:p>
        </p:txBody>
      </p:sp>
      <p:sp>
        <p:nvSpPr>
          <p:cNvPr id="3" name="副标题 2"/>
          <p:cNvSpPr>
            <a:spLocks noGrp="1"/>
          </p:cNvSpPr>
          <p:nvPr>
            <p:ph type="subTitle" idx="1"/>
            <p:custDataLst>
              <p:tags r:id="rId2"/>
            </p:custDataLst>
          </p:nvPr>
        </p:nvSpPr>
        <p:spPr>
          <a:xfrm>
            <a:off x="1309627" y="3889078"/>
            <a:ext cx="10705116" cy="1608324"/>
          </a:xfrm>
        </p:spPr>
        <p:txBody>
          <a:bodyPr lIns="90000" tIns="46800" rIns="90000" bIns="46800">
            <a:normAutofit/>
          </a:bodyPr>
          <a:lstStyle>
            <a:lvl1pPr marL="0" indent="0" algn="ctr">
              <a:lnSpc>
                <a:spcPct val="110000"/>
              </a:lnSpc>
              <a:buNone/>
              <a:defRPr sz="2620" spc="200"/>
            </a:lvl1pPr>
            <a:lvl2pPr marL="499110" indent="0" algn="ctr">
              <a:buNone/>
              <a:defRPr sz="2185"/>
            </a:lvl2pPr>
            <a:lvl3pPr marL="998855" indent="0" algn="ctr">
              <a:buNone/>
              <a:defRPr sz="1965"/>
            </a:lvl3pPr>
            <a:lvl4pPr marL="1497965" indent="0" algn="ctr">
              <a:buNone/>
              <a:defRPr sz="1750"/>
            </a:lvl4pPr>
            <a:lvl5pPr marL="1997710" indent="0" algn="ctr">
              <a:buNone/>
              <a:defRPr sz="1750"/>
            </a:lvl5pPr>
            <a:lvl6pPr marL="2496820" indent="0" algn="ctr">
              <a:buNone/>
              <a:defRPr sz="1750"/>
            </a:lvl6pPr>
            <a:lvl7pPr marL="2996565" indent="0" algn="ctr">
              <a:buNone/>
              <a:defRPr sz="1750"/>
            </a:lvl7pPr>
            <a:lvl8pPr marL="3495675" indent="0" algn="ctr">
              <a:buNone/>
              <a:defRPr sz="1750"/>
            </a:lvl8pPr>
            <a:lvl9pPr marL="3995420" indent="0" algn="ctr">
              <a:buNone/>
              <a:defRPr sz="1750"/>
            </a:lvl9pPr>
          </a:lstStyle>
          <a:p>
            <a:r>
              <a:rPr lang="zh-CN" altLang="en-US"/>
              <a:t>单击此处编辑母版副标题样式</a:t>
            </a:r>
            <a:endParaRPr lang="zh-CN" altLang="en-US"/>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标题和内容">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64645" y="664564"/>
            <a:ext cx="11983280" cy="770737"/>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2"/>
            </p:custDataLst>
          </p:nvPr>
        </p:nvSpPr>
        <p:spPr>
          <a:xfrm>
            <a:off x="664645" y="1627986"/>
            <a:ext cx="11983280" cy="5198545"/>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节标题">
    <p:spTree>
      <p:nvGrpSpPr>
        <p:cNvPr id="1" name=""/>
        <p:cNvGrpSpPr/>
        <p:nvPr/>
      </p:nvGrpSpPr>
      <p:grpSpPr>
        <a:xfrm>
          <a:off x="0" y="0"/>
          <a:ext cx="0" cy="0"/>
        </a:xfrm>
      </p:grpSpPr>
      <p:sp>
        <p:nvSpPr>
          <p:cNvPr id="2" name="标题 1"/>
          <p:cNvSpPr>
            <a:spLocks noGrp="1"/>
          </p:cNvSpPr>
          <p:nvPr>
            <p:ph type="title" hasCustomPrompt="1"/>
            <p:custDataLst>
              <p:tags r:id="rId1"/>
            </p:custDataLst>
          </p:nvPr>
        </p:nvSpPr>
        <p:spPr>
          <a:xfrm>
            <a:off x="2174845" y="4203664"/>
            <a:ext cx="8487009" cy="837587"/>
          </a:xfrm>
        </p:spPr>
        <p:txBody>
          <a:bodyPr lIns="90000" tIns="46800" rIns="90000" bIns="46800" anchor="b" anchorCtr="0">
            <a:normAutofit/>
          </a:bodyPr>
          <a:lstStyle>
            <a:lvl1pPr>
              <a:defRPr sz="4805"/>
            </a:lvl1pPr>
          </a:lstStyle>
          <a:p>
            <a:r>
              <a:rPr lang="zh-CN" altLang="en-US"/>
              <a:t>单击此处编辑标题</a:t>
            </a:r>
            <a:endParaRPr lang="zh-CN" altLang="en-US"/>
          </a:p>
        </p:txBody>
      </p:sp>
      <p:sp>
        <p:nvSpPr>
          <p:cNvPr id="3" name="文本占位符 2"/>
          <p:cNvSpPr>
            <a:spLocks noGrp="1"/>
          </p:cNvSpPr>
          <p:nvPr>
            <p:ph type="body" idx="1" hasCustomPrompt="1"/>
            <p:custDataLst>
              <p:tags r:id="rId2"/>
            </p:custDataLst>
          </p:nvPr>
        </p:nvSpPr>
        <p:spPr>
          <a:xfrm>
            <a:off x="2174845" y="5041251"/>
            <a:ext cx="8487009" cy="947692"/>
          </a:xfrm>
        </p:spPr>
        <p:txBody>
          <a:bodyPr lIns="90000" tIns="46800" rIns="90000" bIns="46800">
            <a:normAutofit/>
          </a:bodyPr>
          <a:lstStyle>
            <a:lvl1pPr marL="0" indent="0">
              <a:buNone/>
              <a:defRPr sz="1965">
                <a:solidFill>
                  <a:schemeClr val="tx1">
                    <a:lumMod val="65000"/>
                    <a:lumOff val="35000"/>
                  </a:schemeClr>
                </a:solidFill>
              </a:defRPr>
            </a:lvl1pPr>
            <a:lvl2pPr marL="499110" indent="0">
              <a:buNone/>
              <a:defRPr sz="1750">
                <a:solidFill>
                  <a:schemeClr val="tx1">
                    <a:tint val="75000"/>
                  </a:schemeClr>
                </a:solidFill>
              </a:defRPr>
            </a:lvl2pPr>
            <a:lvl3pPr marL="998855" indent="0">
              <a:buNone/>
              <a:defRPr sz="1750">
                <a:solidFill>
                  <a:schemeClr val="tx1">
                    <a:tint val="75000"/>
                  </a:schemeClr>
                </a:solidFill>
              </a:defRPr>
            </a:lvl3pPr>
            <a:lvl4pPr marL="1497965" indent="0">
              <a:buNone/>
              <a:defRPr sz="1750">
                <a:solidFill>
                  <a:schemeClr val="tx1">
                    <a:tint val="75000"/>
                  </a:schemeClr>
                </a:solidFill>
              </a:defRPr>
            </a:lvl4pPr>
            <a:lvl5pPr marL="1997710" indent="0">
              <a:buNone/>
              <a:defRPr sz="1750">
                <a:solidFill>
                  <a:schemeClr val="tx1">
                    <a:tint val="75000"/>
                  </a:schemeClr>
                </a:solidFill>
              </a:defRPr>
            </a:lvl5pPr>
            <a:lvl6pPr marL="2496820" indent="0">
              <a:buNone/>
              <a:defRPr sz="1750">
                <a:solidFill>
                  <a:schemeClr val="tx1">
                    <a:tint val="75000"/>
                  </a:schemeClr>
                </a:solidFill>
              </a:defRPr>
            </a:lvl6pPr>
            <a:lvl7pPr marL="2996565" indent="0">
              <a:buNone/>
              <a:defRPr sz="1750">
                <a:solidFill>
                  <a:schemeClr val="tx1">
                    <a:tint val="75000"/>
                  </a:schemeClr>
                </a:solidFill>
              </a:defRPr>
            </a:lvl7pPr>
            <a:lvl8pPr marL="3495675" indent="0">
              <a:buNone/>
              <a:defRPr sz="1750">
                <a:solidFill>
                  <a:schemeClr val="tx1">
                    <a:tint val="75000"/>
                  </a:schemeClr>
                </a:solidFill>
              </a:defRPr>
            </a:lvl8pPr>
            <a:lvl9pPr marL="3995420" indent="0">
              <a:buNone/>
              <a:defRPr sz="1750">
                <a:solidFill>
                  <a:schemeClr val="tx1">
                    <a:tint val="75000"/>
                  </a:schemeClr>
                </a:solidFill>
              </a:defRPr>
            </a:lvl9pPr>
          </a:lstStyle>
          <a:p>
            <a:pPr lvl="0"/>
            <a:r>
              <a:rPr lang="zh-CN" altLang="en-US"/>
              <a:t>单击此处编辑文本</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两栏内容">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64645" y="664564"/>
            <a:ext cx="11983280" cy="770737"/>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2"/>
            </p:custDataLst>
          </p:nvPr>
        </p:nvSpPr>
        <p:spPr>
          <a:xfrm>
            <a:off x="664645" y="1639783"/>
            <a:ext cx="5655384" cy="5186748"/>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3"/>
            </p:custDataLst>
          </p:nvPr>
        </p:nvSpPr>
        <p:spPr>
          <a:xfrm>
            <a:off x="7004339" y="1639783"/>
            <a:ext cx="5655384" cy="5186748"/>
          </a:xfrm>
        </p:spPr>
        <p:txBody>
          <a:bodyPr lIns="90000" tIns="46800" rIns="90000" bIns="4680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比较">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64645" y="664564"/>
            <a:ext cx="11983280" cy="770737"/>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2"/>
            </p:custDataLst>
          </p:nvPr>
        </p:nvSpPr>
        <p:spPr>
          <a:xfrm>
            <a:off x="664645" y="1561136"/>
            <a:ext cx="5836294" cy="416827"/>
          </a:xfrm>
        </p:spPr>
        <p:txBody>
          <a:bodyPr lIns="101600" tIns="38100" rIns="76200" bIns="38100" anchor="t" anchorCtr="0">
            <a:normAutofit/>
          </a:bodyPr>
          <a:lstStyle>
            <a:lvl1pPr marL="0" indent="0">
              <a:lnSpc>
                <a:spcPct val="100000"/>
              </a:lnSpc>
              <a:buNone/>
              <a:defRPr sz="2185" b="1" spc="200">
                <a:solidFill>
                  <a:schemeClr val="tx1">
                    <a:lumMod val="75000"/>
                    <a:lumOff val="25000"/>
                  </a:schemeClr>
                </a:solidFill>
              </a:defRPr>
            </a:lvl1pPr>
            <a:lvl2pPr marL="499110" indent="0">
              <a:buNone/>
              <a:defRPr sz="2185" b="1"/>
            </a:lvl2pPr>
            <a:lvl3pPr marL="998855" indent="0">
              <a:buNone/>
              <a:defRPr sz="1965" b="1"/>
            </a:lvl3pPr>
            <a:lvl4pPr marL="1497965" indent="0">
              <a:buNone/>
              <a:defRPr sz="1750" b="1"/>
            </a:lvl4pPr>
            <a:lvl5pPr marL="1997710" indent="0">
              <a:buNone/>
              <a:defRPr sz="1750" b="1"/>
            </a:lvl5pPr>
            <a:lvl6pPr marL="2496820" indent="0">
              <a:buNone/>
              <a:defRPr sz="1750" b="1"/>
            </a:lvl6pPr>
            <a:lvl7pPr marL="2996565" indent="0">
              <a:buNone/>
              <a:defRPr sz="1750" b="1"/>
            </a:lvl7pPr>
            <a:lvl8pPr marL="3495675" indent="0">
              <a:buNone/>
              <a:defRPr sz="1750" b="1"/>
            </a:lvl8pPr>
            <a:lvl9pPr marL="3995420" indent="0">
              <a:buNone/>
              <a:defRPr sz="1750" b="1"/>
            </a:lvl9pPr>
          </a:lstStyle>
          <a:p>
            <a:pPr lvl="0"/>
            <a:r>
              <a:rPr lang="zh-CN" altLang="en-US"/>
              <a:t>单击此处编辑文本</a:t>
            </a:r>
            <a:endParaRPr lang="zh-CN" altLang="en-US"/>
          </a:p>
        </p:txBody>
      </p:sp>
      <p:sp>
        <p:nvSpPr>
          <p:cNvPr id="4" name="内容占位符 3"/>
          <p:cNvSpPr>
            <a:spLocks noGrp="1"/>
          </p:cNvSpPr>
          <p:nvPr>
            <p:ph sz="half" idx="2"/>
            <p:custDataLst>
              <p:tags r:id="rId3"/>
            </p:custDataLst>
          </p:nvPr>
        </p:nvSpPr>
        <p:spPr>
          <a:xfrm>
            <a:off x="664645" y="2025152"/>
            <a:ext cx="5836294" cy="4801379"/>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4"/>
            </p:custDataLst>
          </p:nvPr>
        </p:nvSpPr>
        <p:spPr>
          <a:xfrm>
            <a:off x="6812232" y="1552976"/>
            <a:ext cx="5836294" cy="416827"/>
          </a:xfrm>
        </p:spPr>
        <p:txBody>
          <a:bodyPr vert="horz" lIns="101600" tIns="38100" rIns="76200" bIns="38100" rtlCol="0" anchor="t" anchorCtr="0">
            <a:normAutofit/>
          </a:bodyPr>
          <a:lstStyle>
            <a:lvl1pPr marL="0" indent="0">
              <a:lnSpc>
                <a:spcPct val="100000"/>
              </a:lnSpc>
              <a:buNone/>
              <a:defRPr sz="2185" b="1" spc="200">
                <a:solidFill>
                  <a:schemeClr val="tx1">
                    <a:lumMod val="75000"/>
                    <a:lumOff val="25000"/>
                  </a:schemeClr>
                </a:solidFill>
              </a:defRPr>
            </a:lvl1pPr>
            <a:lvl2pPr marL="499110" indent="0">
              <a:buNone/>
              <a:defRPr sz="2185" b="1"/>
            </a:lvl2pPr>
            <a:lvl3pPr marL="998855" indent="0">
              <a:buNone/>
              <a:defRPr sz="1965" b="1"/>
            </a:lvl3pPr>
            <a:lvl4pPr marL="1497965" indent="0">
              <a:buNone/>
              <a:defRPr sz="1750" b="1"/>
            </a:lvl4pPr>
            <a:lvl5pPr marL="1997710" indent="0">
              <a:buNone/>
              <a:defRPr sz="1750" b="1"/>
            </a:lvl5pPr>
            <a:lvl6pPr marL="2496820" indent="0">
              <a:buNone/>
              <a:defRPr sz="1750" b="1"/>
            </a:lvl6pPr>
            <a:lvl7pPr marL="2996565" indent="0">
              <a:buNone/>
              <a:defRPr sz="1750" b="1"/>
            </a:lvl7pPr>
            <a:lvl8pPr marL="3495675" indent="0">
              <a:buNone/>
              <a:defRPr sz="1750" b="1"/>
            </a:lvl8pPr>
            <a:lvl9pPr marL="3995420" indent="0">
              <a:buNone/>
              <a:defRPr sz="175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5"/>
            </p:custDataLst>
          </p:nvPr>
        </p:nvSpPr>
        <p:spPr>
          <a:xfrm>
            <a:off x="6812232" y="2025152"/>
            <a:ext cx="5836294" cy="4801379"/>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仅标题">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64645" y="664564"/>
            <a:ext cx="11983280" cy="770737"/>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空白">
    <p:spTree>
      <p:nvGrpSpPr>
        <p:cNvPr id="1" name=""/>
        <p:cNvGrpSpPr/>
        <p:nvPr/>
      </p:nvGrpSpPr>
      <p:grpSpPr>
        <a:xfrm>
          <a:off x="0" y="0"/>
          <a: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图片与标题">
    <p:spTree>
      <p:nvGrpSpPr>
        <p:cNvPr id="1" name=""/>
        <p:cNvGrpSpPr/>
        <p:nvPr/>
      </p:nvGrpSpPr>
      <p:grpSpPr>
        <a:xfrm>
          <a:off x="0" y="0"/>
          <a:ext cx="0" cy="0"/>
        </a:xfrm>
      </p:grpSpPr>
      <p:sp>
        <p:nvSpPr>
          <p:cNvPr id="3" name="图片占位符 2"/>
          <p:cNvSpPr>
            <a:spLocks noGrp="1"/>
          </p:cNvSpPr>
          <p:nvPr>
            <p:ph type="pic" idx="1"/>
            <p:custDataLst>
              <p:tags r:id="rId1"/>
            </p:custDataLst>
          </p:nvPr>
        </p:nvSpPr>
        <p:spPr>
          <a:xfrm>
            <a:off x="664645" y="1698768"/>
            <a:ext cx="5716864" cy="5033387"/>
          </a:xfrm>
        </p:spPr>
        <p:txBody>
          <a:bodyPr vert="horz" lIns="90000" tIns="46800" rIns="90000" bIns="46800" rtlCol="0">
            <a:normAutofit/>
          </a:bodyPr>
          <a:lstStyle>
            <a:lvl1pPr>
              <a:buNone/>
              <a:defRPr sz="1750"/>
            </a:lvl1pPr>
          </a:lstStyle>
          <a:p>
            <a:pPr lvl="0"/>
            <a:endParaRPr lang="zh-CN" altLang="en-US"/>
          </a:p>
        </p:txBody>
      </p:sp>
      <p:sp>
        <p:nvSpPr>
          <p:cNvPr id="4" name="文本占位符 3"/>
          <p:cNvSpPr>
            <a:spLocks noGrp="1"/>
          </p:cNvSpPr>
          <p:nvPr>
            <p:ph type="body" sz="half" idx="2"/>
            <p:custDataLst>
              <p:tags r:id="rId2"/>
            </p:custDataLst>
          </p:nvPr>
        </p:nvSpPr>
        <p:spPr>
          <a:xfrm>
            <a:off x="6937481" y="1698768"/>
            <a:ext cx="5710444" cy="5033387"/>
          </a:xfrm>
        </p:spPr>
        <p:txBody>
          <a:bodyPr vert="horz" lIns="90000" tIns="46800" rIns="90000" bIns="46800" rtlCol="0">
            <a:normAutofit/>
          </a:bodyPr>
          <a:lstStyle>
            <a:lvl1pPr>
              <a:buNone/>
              <a:defRPr sz="175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
            </a:fld>
            <a:endParaRPr lang="zh-CN" altLang="en-US"/>
          </a:p>
        </p:txBody>
      </p:sp>
      <p:sp>
        <p:nvSpPr>
          <p:cNvPr id="6" name="页脚占位符 5"/>
          <p:cNvSpPr>
            <a:spLocks noGrp="1"/>
          </p:cNvSpPr>
          <p:nvPr>
            <p:ph type="ftr" sz="quarter" idx="11"/>
            <p:custDataLst>
              <p:tags r:id="rId4"/>
            </p:custDataLst>
          </p:nvPr>
        </p:nvSpPr>
        <p:spPr/>
        <p:txBody>
          <a:bodyPr/>
          <a:lstStyle/>
          <a:p>
            <a:endParaRPr lang="zh-CN" altLang="en-US"/>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竖排标题与文本">
    <p:spTree>
      <p:nvGrpSpPr>
        <p:cNvPr id="1" name=""/>
        <p:cNvGrpSpPr/>
        <p:nvPr/>
      </p:nvGrpSpPr>
      <p:grpSpPr>
        <a:xfrm>
          <a:off x="0" y="0"/>
          <a:ext cx="0" cy="0"/>
        </a:xfrm>
      </p:grpSpPr>
      <p:sp>
        <p:nvSpPr>
          <p:cNvPr id="2" name="竖排标题 1"/>
          <p:cNvSpPr>
            <a:spLocks noGrp="1"/>
          </p:cNvSpPr>
          <p:nvPr>
            <p:ph type="title" orient="vert" hasCustomPrompt="1"/>
            <p:custDataLst>
              <p:tags r:id="rId1"/>
            </p:custDataLst>
          </p:nvPr>
        </p:nvSpPr>
        <p:spPr>
          <a:xfrm>
            <a:off x="11180986" y="998813"/>
            <a:ext cx="1140516" cy="5493470"/>
          </a:xfrm>
        </p:spPr>
        <p:txBody>
          <a:bodyPr vert="eaVert" lIns="90000" tIns="46800" rIns="90000" bIns="46800" rtlCol="0" anchor="ctr" anchorCtr="0">
            <a:normAutofit/>
          </a:bodyPr>
          <a:lstStyle>
            <a:lvl1pPr>
              <a:buNone/>
              <a:defRPr sz="306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2"/>
            </p:custDataLst>
          </p:nvPr>
        </p:nvSpPr>
        <p:spPr>
          <a:xfrm>
            <a:off x="998934" y="998813"/>
            <a:ext cx="10016873" cy="5493470"/>
          </a:xfrm>
        </p:spPr>
        <p:txBody>
          <a:bodyPr vert="eaVert" lIns="46800" tIns="46800" rIns="46800" bIns="46800"/>
          <a:lstStyle>
            <a:lvl1pPr marL="249555" indent="-249555">
              <a:spcAft>
                <a:spcPts val="1000"/>
              </a:spcAft>
              <a:defRPr spc="300"/>
            </a:lvl1pPr>
            <a:lvl2pPr marL="749300" indent="-249555">
              <a:defRPr spc="300"/>
            </a:lvl2pPr>
            <a:lvl3pPr marL="1248410" indent="-249555">
              <a:defRPr spc="300"/>
            </a:lvl3pPr>
            <a:lvl4pPr marL="1748155" indent="-249555">
              <a:defRPr spc="300"/>
            </a:lvl4pPr>
            <a:lvl5pPr marL="2247265" indent="-249555">
              <a:defRPr spc="3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内容">
    <p:spTree>
      <p:nvGrpSpPr>
        <p:cNvPr id="1" name=""/>
        <p:cNvGrpSpPr/>
        <p:nvPr/>
      </p:nvGrpSpPr>
      <p:grpSpPr>
        <a:xfrm>
          <a:off x="0" y="0"/>
          <a: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
        <p:nvSpPr>
          <p:cNvPr id="7" name="内容占位符 6"/>
          <p:cNvSpPr>
            <a:spLocks noGrp="1"/>
          </p:cNvSpPr>
          <p:nvPr>
            <p:ph sz="quarter" idx="13"/>
            <p:custDataLst>
              <p:tags r:id="rId4"/>
            </p:custDataLst>
          </p:nvPr>
        </p:nvSpPr>
        <p:spPr>
          <a:xfrm>
            <a:off x="664645" y="845452"/>
            <a:ext cx="11987213" cy="598894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末尾幻灯片">
    <p:spTree>
      <p:nvGrpSpPr>
        <p:cNvPr id="1" name=""/>
        <p:cNvGrpSpPr/>
        <p:nvPr/>
      </p:nvGrpSpPr>
      <p:grpSpPr>
        <a:xfrm>
          <a:off x="0" y="0"/>
          <a: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
        <p:nvSpPr>
          <p:cNvPr id="2" name="标题 1"/>
          <p:cNvSpPr>
            <a:spLocks noGrp="1"/>
          </p:cNvSpPr>
          <p:nvPr>
            <p:ph type="title" hasCustomPrompt="1"/>
            <p:custDataLst>
              <p:tags r:id="rId4"/>
            </p:custDataLst>
          </p:nvPr>
        </p:nvSpPr>
        <p:spPr>
          <a:xfrm>
            <a:off x="1309627" y="2713310"/>
            <a:ext cx="10705116" cy="1112850"/>
          </a:xfrm>
        </p:spPr>
        <p:txBody>
          <a:bodyPr vert="horz" lIns="90000" tIns="46800" rIns="90000" bIns="46800" rtlCol="0" anchor="t" anchorCtr="0">
            <a:normAutofit/>
          </a:bodyPr>
          <a:lstStyle>
            <a:lvl1pPr algn="ctr">
              <a:defRPr sz="6555"/>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5"/>
            </p:custDataLst>
          </p:nvPr>
        </p:nvSpPr>
        <p:spPr>
          <a:xfrm>
            <a:off x="1309627" y="3889078"/>
            <a:ext cx="10705116" cy="515136"/>
          </a:xfrm>
        </p:spPr>
        <p:txBody>
          <a:bodyPr lIns="90000" tIns="46800" rIns="90000" bIns="46800">
            <a:normAutofit/>
          </a:bodyPr>
          <a:lstStyle>
            <a:lvl1pPr algn="ctr">
              <a:lnSpc>
                <a:spcPct val="110000"/>
              </a:lnSpc>
              <a:buNone/>
              <a:defRPr sz="2620" spc="200"/>
            </a:lvl1pPr>
          </a:lstStyle>
          <a:p>
            <a:pPr lvl="0"/>
            <a:r>
              <a:rPr lang="zh-CN" altLang="en-US"/>
              <a:t>单击此处编辑母版文本样式</a:t>
            </a:r>
            <a:endParaRPr lang="zh-CN" altLang="en-US"/>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ags" Target="../tags/tag57.xml" /><Relationship Id="rId13" Type="http://schemas.openxmlformats.org/officeDocument/2006/relationships/tags" Target="../tags/tag58.xml" /><Relationship Id="rId14" Type="http://schemas.openxmlformats.org/officeDocument/2006/relationships/tags" Target="../tags/tag59.xml" /><Relationship Id="rId15" Type="http://schemas.openxmlformats.org/officeDocument/2006/relationships/tags" Target="../tags/tag60.xml" /><Relationship Id="rId16" Type="http://schemas.openxmlformats.org/officeDocument/2006/relationships/tags" Target="../tags/tag61.xml" /><Relationship Id="rId17" Type="http://schemas.openxmlformats.org/officeDocument/2006/relationships/image" Target="file:///D:\qq&#25991;&#20214;\712321467\Image\C2C\Image2\%7b75232B38-A165-1FB7-499C-2E1C792CACB5%7d.png" TargetMode="External" /><Relationship Id="rId18" Type="http://schemas.openxmlformats.org/officeDocument/2006/relationships/image" Target="../media/image1.png" /><Relationship Id="rId19" Type="http://schemas.openxmlformats.org/officeDocument/2006/relationships/image" Target="../media/image2.jpeg" /><Relationship Id="rId2" Type="http://schemas.openxmlformats.org/officeDocument/2006/relationships/slideLayout" Target="../slideLayouts/slideLayout2.xml" /><Relationship Id="rId20" Type="http://schemas.openxmlformats.org/officeDocument/2006/relationships/tags" Target="../tags/tag62.xml" /><Relationship Id="rId21" Type="http://schemas.openxmlformats.org/officeDocument/2006/relationships/theme" Target="../theme/theme1.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blipFill rotWithShape="0">
          <a:blip r:embed="rId19"/>
          <a:stretch>
            <a:fillRect/>
          </a:stretch>
        </a:blipFill>
        <a:effectLst/>
      </p:bgPr>
    </p:bg>
    <p:spTree>
      <p:nvGrpSpPr>
        <p:cNvPr id="1" name=""/>
        <p:cNvGrpSpPr/>
        <p:nvPr/>
      </p:nvGrpSpPr>
      <p:grpSpPr>
        <a:xfrm>
          <a:off x="0" y="0"/>
          <a:ext cx="0" cy="0"/>
        </a:xfrm>
      </p:grpSpPr>
      <p:sp>
        <p:nvSpPr>
          <p:cNvPr id="2" name="标题占位符 1"/>
          <p:cNvSpPr>
            <a:spLocks noGrp="1"/>
          </p:cNvSpPr>
          <p:nvPr>
            <p:ph type="title"/>
            <p:custDataLst>
              <p:tags r:id="rId12"/>
            </p:custDataLst>
          </p:nvPr>
        </p:nvSpPr>
        <p:spPr>
          <a:xfrm>
            <a:off x="664645" y="664564"/>
            <a:ext cx="11983280" cy="770737"/>
          </a:xfrm>
          <a:prstGeom prst="rect">
            <a:avLst/>
          </a:prstGeom>
        </p:spPr>
        <p:txBody>
          <a:bodyPr vert="horz" lIns="90170" tIns="46990" rIns="90170" bIns="46990" rtlCol="0" anchor="ctr" anchorCtr="0">
            <a:normAutofit/>
          </a:bodyPr>
          <a:lstStyle/>
          <a:p>
            <a:r>
              <a:rPr lang="zh-CN" altLang="en-US"/>
              <a:t>单击此处编辑母版标题样式</a:t>
            </a:r>
            <a:endParaRPr lang="zh-CN" altLang="en-US"/>
          </a:p>
        </p:txBody>
      </p:sp>
      <p:sp>
        <p:nvSpPr>
          <p:cNvPr id="3" name="文本占位符 2"/>
          <p:cNvSpPr>
            <a:spLocks noGrp="1"/>
          </p:cNvSpPr>
          <p:nvPr>
            <p:ph type="body" idx="1"/>
            <p:custDataLst>
              <p:tags r:id="rId13"/>
            </p:custDataLst>
          </p:nvPr>
        </p:nvSpPr>
        <p:spPr>
          <a:xfrm>
            <a:off x="664645" y="1627986"/>
            <a:ext cx="11983280" cy="5198545"/>
          </a:xfrm>
          <a:prstGeom prst="rect">
            <a:avLst/>
          </a:prstGeo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custDataLst>
              <p:tags r:id="rId14"/>
            </p:custDataLst>
          </p:nvPr>
        </p:nvSpPr>
        <p:spPr>
          <a:xfrm>
            <a:off x="668578" y="6897313"/>
            <a:ext cx="2949609" cy="346045"/>
          </a:xfrm>
          <a:prstGeom prst="rect">
            <a:avLst/>
          </a:prstGeom>
        </p:spPr>
        <p:txBody>
          <a:bodyPr vert="horz" lIns="91440" tIns="45720" rIns="91440" bIns="45720" rtlCol="0" anchor="ctr">
            <a:normAutofit/>
          </a:bodyPr>
          <a:lstStyle>
            <a:lvl1pPr algn="l">
              <a:defRPr sz="1090" baseline="0">
                <a:solidFill>
                  <a:schemeClr val="tx1">
                    <a:tint val="75000"/>
                  </a:schemeClr>
                </a:solidFill>
              </a:defRPr>
            </a:lvl1p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3"/>
            <p:custDataLst>
              <p:tags r:id="rId15"/>
            </p:custDataLst>
          </p:nvPr>
        </p:nvSpPr>
        <p:spPr>
          <a:xfrm>
            <a:off x="4496516" y="6897313"/>
            <a:ext cx="4326094" cy="346045"/>
          </a:xfrm>
          <a:prstGeom prst="rect">
            <a:avLst/>
          </a:prstGeom>
        </p:spPr>
        <p:txBody>
          <a:bodyPr vert="horz" lIns="91440" tIns="45720" rIns="91440" bIns="45720" rtlCol="0" anchor="ctr">
            <a:normAutofit/>
          </a:bodyPr>
          <a:lstStyle>
            <a:lvl1pPr algn="ctr">
              <a:defRPr sz="1090" baseline="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16"/>
            </p:custDataLst>
          </p:nvPr>
        </p:nvSpPr>
        <p:spPr>
          <a:xfrm>
            <a:off x="9698316" y="6897313"/>
            <a:ext cx="2949609" cy="346045"/>
          </a:xfrm>
          <a:prstGeom prst="rect">
            <a:avLst/>
          </a:prstGeom>
        </p:spPr>
        <p:txBody>
          <a:bodyPr vert="horz" lIns="91440" tIns="45720" rIns="91440" bIns="45720" rtlCol="0" anchor="ctr">
            <a:normAutofit/>
          </a:bodyPr>
          <a:lstStyle>
            <a:lvl1pPr algn="r">
              <a:defRPr sz="1090" baseline="0">
                <a:solidFill>
                  <a:schemeClr val="tx1">
                    <a:tint val="75000"/>
                  </a:schemeClr>
                </a:solidFill>
              </a:defRPr>
            </a:lvl1pPr>
          </a:lstStyle>
          <a:p>
            <a:fld id="{49AE70B2-8BF9-45C0-BB95-33D1B9D3A854}" type="slidenum">
              <a:rPr lang="zh-CN" altLang="en-US" smtClean="0"/>
              <a:t>0</a:t>
            </a:fld>
            <a:endParaRPr lang="zh-CN" altLang="en-US"/>
          </a:p>
        </p:txBody>
      </p:sp>
      <p:pic>
        <p:nvPicPr>
          <p:cNvPr id="7" name="图片 1073743875" descr="学科网 zxxk.com" title=""/>
          <p:cNvPicPr>
            <a:picLocks noChangeAspect="1"/>
          </p:cNvPicPr>
          <p:nvPr/>
        </p:nvPicPr>
        <p:blipFill>
          <a:blip r:embed="rId18" r:link="rId17"/>
          <a:stretch>
            <a:fillRect/>
          </a:stretch>
        </p:blipFill>
        <p:spPr>
          <a:xfrm>
            <a:off x="838200" y="365125"/>
            <a:ext cx="9525" cy="9525"/>
          </a:xfrm>
          <a:prstGeom prst="rect">
            <a:avLst/>
          </a:prstGeom>
          <a:noFill/>
          <a:ln>
            <a:noFill/>
            <a:miter lim="800000"/>
          </a:ln>
        </p:spPr>
      </p:pic>
    </p:spTree>
    <p:custDataLst>
      <p:tags r:id="rId20"/>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l" defTabSz="998855" rtl="0" eaLnBrk="1" fontAlgn="auto" latinLnBrk="0" hangingPunct="1">
        <a:lnSpc>
          <a:spcPct val="100000"/>
        </a:lnSpc>
        <a:spcBef>
          <a:spcPct val="0"/>
        </a:spcBef>
        <a:buNone/>
        <a:defRPr sz="3930" b="0" u="none" strike="noStrike" kern="1200" cap="none" spc="300" normalizeH="0" baseline="0">
          <a:solidFill>
            <a:schemeClr val="tx1">
              <a:lumMod val="85000"/>
              <a:lumOff val="15000"/>
            </a:schemeClr>
          </a:solidFill>
          <a:uFillTx/>
          <a:latin typeface="+mj-lt"/>
          <a:ea typeface="+mj-ea"/>
          <a:cs typeface="+mj-cs"/>
        </a:defRPr>
      </a:lvl1pPr>
    </p:titleStyle>
    <p:bodyStyle>
      <a:lvl1pPr marL="249555" indent="-249555" algn="l" defTabSz="998855" rtl="0" eaLnBrk="1" fontAlgn="auto" latinLnBrk="0" hangingPunct="1">
        <a:lnSpc>
          <a:spcPct val="130000"/>
        </a:lnSpc>
        <a:spcBef>
          <a:spcPct val="0"/>
        </a:spcBef>
        <a:spcAft>
          <a:spcPts val="1000"/>
        </a:spcAft>
        <a:buFont typeface="Arial" panose="020b0604020202020204" pitchFamily="34" charset="0"/>
        <a:buChar char="●"/>
        <a:defRPr sz="1965" u="none" strike="noStrike" kern="1200" cap="none" spc="150" normalizeH="0" baseline="0">
          <a:solidFill>
            <a:schemeClr val="tx1">
              <a:lumMod val="65000"/>
              <a:lumOff val="35000"/>
            </a:schemeClr>
          </a:solidFill>
          <a:uFillTx/>
          <a:latin typeface="+mn-lt"/>
          <a:ea typeface="+mn-ea"/>
          <a:cs typeface="+mn-cs"/>
        </a:defRPr>
      </a:lvl1pPr>
      <a:lvl2pPr marL="749300" indent="-249555" algn="l" defTabSz="998855" rtl="0" eaLnBrk="1" fontAlgn="auto" latinLnBrk="0" hangingPunct="1">
        <a:lnSpc>
          <a:spcPct val="120000"/>
        </a:lnSpc>
        <a:spcBef>
          <a:spcPct val="0"/>
        </a:spcBef>
        <a:spcAft>
          <a:spcPts val="600"/>
        </a:spcAft>
        <a:buFont typeface="Arial" panose="020b0604020202020204" pitchFamily="34" charset="0"/>
        <a:buChar char="●"/>
        <a:tabLst>
          <a:tab pos="1758315"/>
        </a:tabLst>
        <a:defRPr sz="1750" u="none" strike="noStrike" kern="1200" cap="none" spc="150" normalizeH="0" baseline="0">
          <a:solidFill>
            <a:schemeClr val="tx1">
              <a:lumMod val="65000"/>
              <a:lumOff val="35000"/>
            </a:schemeClr>
          </a:solidFill>
          <a:uFillTx/>
          <a:latin typeface="+mn-lt"/>
          <a:ea typeface="+mn-ea"/>
          <a:cs typeface="+mn-cs"/>
        </a:defRPr>
      </a:lvl2pPr>
      <a:lvl3pPr marL="1248410" indent="-249555" algn="l" defTabSz="998855" rtl="0" eaLnBrk="1" fontAlgn="auto" latinLnBrk="0" hangingPunct="1">
        <a:lnSpc>
          <a:spcPct val="120000"/>
        </a:lnSpc>
        <a:spcBef>
          <a:spcPct val="0"/>
        </a:spcBef>
        <a:spcAft>
          <a:spcPts val="600"/>
        </a:spcAft>
        <a:buFont typeface="Arial" panose="020b0604020202020204" pitchFamily="34" charset="0"/>
        <a:buChar char="●"/>
        <a:defRPr sz="1750" u="none" strike="noStrike" kern="1200" cap="none" spc="150" normalizeH="0" baseline="0">
          <a:solidFill>
            <a:schemeClr val="tx1">
              <a:lumMod val="65000"/>
              <a:lumOff val="35000"/>
            </a:schemeClr>
          </a:solidFill>
          <a:uFillTx/>
          <a:latin typeface="+mn-lt"/>
          <a:ea typeface="+mn-ea"/>
          <a:cs typeface="+mn-cs"/>
        </a:defRPr>
      </a:lvl3pPr>
      <a:lvl4pPr marL="1748155" indent="-249555" algn="l" defTabSz="998855" rtl="0" eaLnBrk="1" fontAlgn="auto" latinLnBrk="0" hangingPunct="1">
        <a:lnSpc>
          <a:spcPct val="120000"/>
        </a:lnSpc>
        <a:spcBef>
          <a:spcPct val="0"/>
        </a:spcBef>
        <a:spcAft>
          <a:spcPts val="300"/>
        </a:spcAft>
        <a:buFont typeface="Wingdings" panose="05000000000000000000" charset="0"/>
        <a:buChar char=""/>
        <a:defRPr sz="1530" u="none" strike="noStrike" kern="1200" cap="none" spc="150" normalizeH="0" baseline="0">
          <a:solidFill>
            <a:schemeClr val="tx1">
              <a:lumMod val="65000"/>
              <a:lumOff val="35000"/>
            </a:schemeClr>
          </a:solidFill>
          <a:uFillTx/>
          <a:latin typeface="+mn-lt"/>
          <a:ea typeface="+mn-ea"/>
          <a:cs typeface="+mn-cs"/>
        </a:defRPr>
      </a:lvl4pPr>
      <a:lvl5pPr marL="2247265" indent="-249555" algn="l" defTabSz="998855" rtl="0" eaLnBrk="1" fontAlgn="auto" latinLnBrk="0" hangingPunct="1">
        <a:lnSpc>
          <a:spcPct val="120000"/>
        </a:lnSpc>
        <a:spcBef>
          <a:spcPct val="0"/>
        </a:spcBef>
        <a:spcAft>
          <a:spcPts val="300"/>
        </a:spcAft>
        <a:buFont typeface="Arial" panose="020b0604020202020204" pitchFamily="34" charset="0"/>
        <a:buChar char="•"/>
        <a:defRPr sz="1530" u="none" strike="noStrike" kern="1200" cap="none" spc="150" normalizeH="0" baseline="0">
          <a:solidFill>
            <a:schemeClr val="tx1">
              <a:lumMod val="65000"/>
              <a:lumOff val="35000"/>
            </a:schemeClr>
          </a:solidFill>
          <a:uFillTx/>
          <a:latin typeface="+mn-lt"/>
          <a:ea typeface="+mn-ea"/>
          <a:cs typeface="+mn-cs"/>
        </a:defRPr>
      </a:lvl5pPr>
      <a:lvl6pPr marL="2747010" indent="-249555" algn="l" defTabSz="998855" rtl="0" eaLnBrk="1" latinLnBrk="0" hangingPunct="1">
        <a:lnSpc>
          <a:spcPct val="90000"/>
        </a:lnSpc>
        <a:spcBef>
          <a:spcPts val="545"/>
        </a:spcBef>
        <a:buFont typeface="Arial" panose="020b0604020202020204" pitchFamily="34" charset="0"/>
        <a:buChar char="•"/>
        <a:defRPr sz="1965" kern="1200">
          <a:solidFill>
            <a:schemeClr val="tx1"/>
          </a:solidFill>
          <a:latin typeface="+mn-lt"/>
          <a:ea typeface="+mn-ea"/>
          <a:cs typeface="+mn-cs"/>
        </a:defRPr>
      </a:lvl6pPr>
      <a:lvl7pPr marL="3246120" indent="-249555" algn="l" defTabSz="998855" rtl="0" eaLnBrk="1" latinLnBrk="0" hangingPunct="1">
        <a:lnSpc>
          <a:spcPct val="90000"/>
        </a:lnSpc>
        <a:spcBef>
          <a:spcPts val="545"/>
        </a:spcBef>
        <a:buFont typeface="Arial" panose="020b0604020202020204" pitchFamily="34" charset="0"/>
        <a:buChar char="•"/>
        <a:defRPr sz="1965" kern="1200">
          <a:solidFill>
            <a:schemeClr val="tx1"/>
          </a:solidFill>
          <a:latin typeface="+mn-lt"/>
          <a:ea typeface="+mn-ea"/>
          <a:cs typeface="+mn-cs"/>
        </a:defRPr>
      </a:lvl7pPr>
      <a:lvl8pPr marL="3745865" indent="-249555" algn="l" defTabSz="998855" rtl="0" eaLnBrk="1" latinLnBrk="0" hangingPunct="1">
        <a:lnSpc>
          <a:spcPct val="90000"/>
        </a:lnSpc>
        <a:spcBef>
          <a:spcPts val="545"/>
        </a:spcBef>
        <a:buFont typeface="Arial" panose="020b0604020202020204" pitchFamily="34" charset="0"/>
        <a:buChar char="•"/>
        <a:defRPr sz="1965" kern="1200">
          <a:solidFill>
            <a:schemeClr val="tx1"/>
          </a:solidFill>
          <a:latin typeface="+mn-lt"/>
          <a:ea typeface="+mn-ea"/>
          <a:cs typeface="+mn-cs"/>
        </a:defRPr>
      </a:lvl8pPr>
      <a:lvl9pPr marL="4244975" indent="-249555" algn="l" defTabSz="998855" rtl="0" eaLnBrk="1" latinLnBrk="0" hangingPunct="1">
        <a:lnSpc>
          <a:spcPct val="90000"/>
        </a:lnSpc>
        <a:spcBef>
          <a:spcPts val="545"/>
        </a:spcBef>
        <a:buFont typeface="Arial" panose="020b0604020202020204" pitchFamily="34" charset="0"/>
        <a:buChar char="•"/>
        <a:defRPr sz="1965" kern="1200">
          <a:solidFill>
            <a:schemeClr val="tx1"/>
          </a:solidFill>
          <a:latin typeface="+mn-lt"/>
          <a:ea typeface="+mn-ea"/>
          <a:cs typeface="+mn-cs"/>
        </a:defRPr>
      </a:lvl9pPr>
    </p:bodyStyle>
    <p:otherStyle>
      <a:defPPr>
        <a:defRPr lang="zh-CN"/>
      </a:defPPr>
      <a:lvl1pPr marL="0" algn="l" defTabSz="998855" rtl="0" eaLnBrk="1" latinLnBrk="0" hangingPunct="1">
        <a:defRPr sz="1965" kern="1200">
          <a:solidFill>
            <a:schemeClr val="tx1"/>
          </a:solidFill>
          <a:latin typeface="+mn-lt"/>
          <a:ea typeface="+mn-ea"/>
          <a:cs typeface="+mn-cs"/>
        </a:defRPr>
      </a:lvl1pPr>
      <a:lvl2pPr marL="499110" algn="l" defTabSz="998855" rtl="0" eaLnBrk="1" latinLnBrk="0" hangingPunct="1">
        <a:defRPr sz="1965" kern="1200">
          <a:solidFill>
            <a:schemeClr val="tx1"/>
          </a:solidFill>
          <a:latin typeface="+mn-lt"/>
          <a:ea typeface="+mn-ea"/>
          <a:cs typeface="+mn-cs"/>
        </a:defRPr>
      </a:lvl2pPr>
      <a:lvl3pPr marL="998855" algn="l" defTabSz="998855" rtl="0" eaLnBrk="1" latinLnBrk="0" hangingPunct="1">
        <a:defRPr sz="1965" kern="1200">
          <a:solidFill>
            <a:schemeClr val="tx1"/>
          </a:solidFill>
          <a:latin typeface="+mn-lt"/>
          <a:ea typeface="+mn-ea"/>
          <a:cs typeface="+mn-cs"/>
        </a:defRPr>
      </a:lvl3pPr>
      <a:lvl4pPr marL="1497965" algn="l" defTabSz="998855" rtl="0" eaLnBrk="1" latinLnBrk="0" hangingPunct="1">
        <a:defRPr sz="1965" kern="1200">
          <a:solidFill>
            <a:schemeClr val="tx1"/>
          </a:solidFill>
          <a:latin typeface="+mn-lt"/>
          <a:ea typeface="+mn-ea"/>
          <a:cs typeface="+mn-cs"/>
        </a:defRPr>
      </a:lvl4pPr>
      <a:lvl5pPr marL="1997710" algn="l" defTabSz="998855" rtl="0" eaLnBrk="1" latinLnBrk="0" hangingPunct="1">
        <a:defRPr sz="1965" kern="1200">
          <a:solidFill>
            <a:schemeClr val="tx1"/>
          </a:solidFill>
          <a:latin typeface="+mn-lt"/>
          <a:ea typeface="+mn-ea"/>
          <a:cs typeface="+mn-cs"/>
        </a:defRPr>
      </a:lvl5pPr>
      <a:lvl6pPr marL="2496820" algn="l" defTabSz="998855" rtl="0" eaLnBrk="1" latinLnBrk="0" hangingPunct="1">
        <a:defRPr sz="1965" kern="1200">
          <a:solidFill>
            <a:schemeClr val="tx1"/>
          </a:solidFill>
          <a:latin typeface="+mn-lt"/>
          <a:ea typeface="+mn-ea"/>
          <a:cs typeface="+mn-cs"/>
        </a:defRPr>
      </a:lvl6pPr>
      <a:lvl7pPr marL="2996565" algn="l" defTabSz="998855" rtl="0" eaLnBrk="1" latinLnBrk="0" hangingPunct="1">
        <a:defRPr sz="1965" kern="1200">
          <a:solidFill>
            <a:schemeClr val="tx1"/>
          </a:solidFill>
          <a:latin typeface="+mn-lt"/>
          <a:ea typeface="+mn-ea"/>
          <a:cs typeface="+mn-cs"/>
        </a:defRPr>
      </a:lvl7pPr>
      <a:lvl8pPr marL="3495675" algn="l" defTabSz="998855" rtl="0" eaLnBrk="1" latinLnBrk="0" hangingPunct="1">
        <a:defRPr sz="1965" kern="1200">
          <a:solidFill>
            <a:schemeClr val="tx1"/>
          </a:solidFill>
          <a:latin typeface="+mn-lt"/>
          <a:ea typeface="+mn-ea"/>
          <a:cs typeface="+mn-cs"/>
        </a:defRPr>
      </a:lvl8pPr>
      <a:lvl9pPr marL="3995420" algn="l" defTabSz="998855" rtl="0" eaLnBrk="1" latinLnBrk="0" hangingPunct="1">
        <a:defRPr sz="1965"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63.xml" /><Relationship Id="rId3" Type="http://schemas.openxmlformats.org/officeDocument/2006/relationships/image" Target="../media/image3.jpeg" /><Relationship Id="rId4" Type="http://schemas.openxmlformats.org/officeDocument/2006/relationships/tags" Target="../tags/tag64.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4.png"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tags" Target="../tags/tag65.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blipFill rotWithShape="1">
          <a:blip r:embed="rId3"/>
          <a:stretch>
            <a:fillRect/>
          </a:stretch>
        </a:blipFill>
        <a:effectLst/>
      </p:bgPr>
    </p:bg>
    <p:spTree>
      <p:nvGrpSpPr>
        <p:cNvPr id="1" name=""/>
        <p:cNvGrpSpPr/>
        <p:nvPr/>
      </p:nvGrpSpPr>
      <p:grpSpPr>
        <a:xfrm>
          <a:off x="0" y="0"/>
          <a:ext cx="0" cy="0"/>
        </a:xfrm>
      </p:grpSpPr>
      <p:sp>
        <p:nvSpPr>
          <p:cNvPr id="3" name="副标题 2" title=""/>
          <p:cNvSpPr>
            <a:spLocks noGrp="1"/>
          </p:cNvSpPr>
          <p:nvPr>
            <p:ph type="subTitle" idx="1"/>
            <p:custDataLst>
              <p:tags r:id="rId2"/>
            </p:custDataLst>
          </p:nvPr>
        </p:nvSpPr>
        <p:spPr>
          <a:xfrm>
            <a:off x="1649987" y="2373968"/>
            <a:ext cx="10705116" cy="1608324"/>
          </a:xfrm>
        </p:spPr>
        <p:txBody>
          <a:bodyPr/>
          <a:lstStyle/>
          <a:p>
            <a:r>
              <a:rPr lang="zh-CN" altLang="en-US" sz="4400">
                <a:latin typeface="Times New Roman" panose="02020603050405020304" pitchFamily="18" charset="0"/>
                <a:ea typeface="宋体" panose="02010600030101010101" pitchFamily="2" charset="-122"/>
              </a:rPr>
              <a:t>精炼语言确保首尾照应</a:t>
            </a:r>
            <a:endParaRPr lang="zh-CN" altLang="en-US" sz="4400">
              <a:latin typeface="Times New Roman" panose="02020603050405020304" pitchFamily="18" charset="0"/>
              <a:ea typeface="宋体" panose="02010600030101010101" pitchFamily="2" charset="-122"/>
            </a:endParaRPr>
          </a:p>
        </p:txBody>
      </p:sp>
    </p:spTree>
    <p:custDataLst>
      <p:tags r:id="rId4"/>
    </p:custDataLst>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3529735" title=""/>
          <p:cNvSpPr txBox="1">
            <a:spLocks noChangeArrowheads="1"/>
          </p:cNvSpPr>
          <p:nvPr/>
        </p:nvSpPr>
        <p:spPr bwMode="auto">
          <a:xfrm>
            <a:off x="454341" y="730420"/>
            <a:ext cx="12420411" cy="415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7227" tIns="58614" rIns="117227" bIns="58614">
            <a:spAutoFit/>
          </a:bodyPr>
          <a:lstStyle>
            <a:lvl1pPr algn="just" defTabSz="1171575">
              <a:defRPr sz="2600">
                <a:solidFill>
                  <a:srgbClr val="000000"/>
                </a:solidFill>
                <a:latin typeface="Times New Roman" panose="02020603050405020304" pitchFamily="18" charset="0"/>
                <a:ea typeface="微软雅黑" panose="020b0503020204020204" pitchFamily="34" charset="-122"/>
              </a:defRPr>
            </a:lvl1pPr>
            <a:lvl2pPr algn="just" defTabSz="1171575">
              <a:defRPr sz="2600">
                <a:solidFill>
                  <a:srgbClr val="000000"/>
                </a:solidFill>
                <a:latin typeface="Times New Roman" panose="02020603050405020304" pitchFamily="18" charset="0"/>
                <a:ea typeface="微软雅黑" panose="020b0503020204020204" pitchFamily="34" charset="-122"/>
              </a:defRPr>
            </a:lvl2pPr>
            <a:lvl3pPr algn="just" defTabSz="1171575">
              <a:defRPr sz="2600">
                <a:solidFill>
                  <a:srgbClr val="000000"/>
                </a:solidFill>
                <a:latin typeface="Times New Roman" panose="02020603050405020304" pitchFamily="18" charset="0"/>
                <a:ea typeface="微软雅黑" panose="020b0503020204020204" pitchFamily="34" charset="-122"/>
              </a:defRPr>
            </a:lvl3pPr>
            <a:lvl4pPr algn="just" defTabSz="1171575">
              <a:defRPr sz="2600">
                <a:solidFill>
                  <a:srgbClr val="000000"/>
                </a:solidFill>
                <a:latin typeface="Times New Roman" panose="02020603050405020304" pitchFamily="18" charset="0"/>
                <a:ea typeface="微软雅黑" panose="020b0503020204020204" pitchFamily="34" charset="-122"/>
              </a:defRPr>
            </a:lvl4pPr>
            <a:lvl5pPr algn="just" defTabSz="1171575">
              <a:defRPr sz="2600">
                <a:solidFill>
                  <a:srgbClr val="000000"/>
                </a:solidFill>
                <a:latin typeface="Times New Roman" panose="02020603050405020304" pitchFamily="18" charset="0"/>
                <a:ea typeface="微软雅黑" panose="020b0503020204020204" pitchFamily="34" charset="-122"/>
              </a:defRPr>
            </a:lvl5pPr>
            <a:lvl6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6pPr>
            <a:lvl7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7pPr>
            <a:lvl8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8pPr>
            <a:lvl9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9pPr>
          </a:lstStyle>
          <a:p>
            <a:pPr algn="ctr">
              <a:lnSpc>
                <a:spcPct val="150000"/>
              </a:lnSpc>
              <a:spcAft>
                <a:spcPct val="0"/>
              </a:spcAft>
            </a:pPr>
            <a:r>
              <a:rPr lang="zh-CN" altLang="zh-CN" sz="2500" kern="100">
                <a:solidFill>
                  <a:srgbClr val="0000FF"/>
                </a:solidFill>
                <a:ea typeface="宋体" panose="02010600030101010101" pitchFamily="2" charset="-122"/>
              </a:rPr>
              <a:t>【真题再现】</a:t>
            </a:r>
            <a:endParaRPr lang="zh-CN" altLang="zh-CN" sz="2500" kern="100">
              <a:ea typeface="宋体" panose="02010600030101010101" pitchFamily="2" charset="-122"/>
            </a:endParaRPr>
          </a:p>
          <a:p>
            <a:pPr algn="r">
              <a:lnSpc>
                <a:spcPct val="150000"/>
              </a:lnSpc>
            </a:pPr>
            <a:r>
              <a:rPr lang="en-US" altLang="zh-CN" sz="2500" kern="100" smtClean="0">
                <a:solidFill>
                  <a:srgbClr val="0000FF"/>
                </a:solidFill>
                <a:ea typeface="宋体" panose="02010600030101010101" pitchFamily="2" charset="-122"/>
              </a:rPr>
              <a:t>                              </a:t>
            </a:r>
            <a:r>
              <a:rPr lang="en-US" altLang="zh-CN" sz="2500" kern="100">
                <a:ea typeface="宋体" panose="02010600030101010101" pitchFamily="2" charset="-122"/>
              </a:rPr>
              <a:t>	</a:t>
            </a:r>
            <a:r>
              <a:rPr lang="en-US" altLang="zh-CN" sz="2500" kern="100" smtClean="0">
                <a:ea typeface="宋体" panose="02010600030101010101" pitchFamily="2" charset="-122"/>
              </a:rPr>
              <a:t>                                 (</a:t>
            </a:r>
            <a:r>
              <a:rPr lang="en-US" altLang="zh-CN" sz="2500" kern="100">
                <a:ea typeface="宋体" panose="02010600030101010101" pitchFamily="2" charset="-122"/>
              </a:rPr>
              <a:t>2023·</a:t>
            </a:r>
            <a:r>
              <a:rPr lang="zh-CN" altLang="zh-CN" sz="2500" kern="100">
                <a:ea typeface="宋体" panose="02010600030101010101" pitchFamily="2" charset="-122"/>
              </a:rPr>
              <a:t>浙江</a:t>
            </a:r>
            <a:r>
              <a:rPr lang="en-US" altLang="zh-CN" sz="2500" kern="100">
                <a:ea typeface="宋体" panose="02010600030101010101" pitchFamily="2" charset="-122"/>
              </a:rPr>
              <a:t>1</a:t>
            </a:r>
            <a:r>
              <a:rPr lang="zh-CN" altLang="zh-CN" sz="2500" kern="100">
                <a:ea typeface="宋体" panose="02010600030101010101" pitchFamily="2" charset="-122"/>
              </a:rPr>
              <a:t>月高考</a:t>
            </a:r>
            <a:r>
              <a:rPr lang="en-US" altLang="zh-CN" sz="2500" kern="100">
                <a:ea typeface="宋体" panose="02010600030101010101" pitchFamily="2" charset="-122"/>
              </a:rPr>
              <a:t>)</a:t>
            </a:r>
            <a:endParaRPr lang="zh-CN" altLang="zh-CN" sz="2500" kern="100">
              <a:ea typeface="宋体" panose="02010600030101010101" pitchFamily="2" charset="-122"/>
            </a:endParaRPr>
          </a:p>
          <a:p>
            <a:pPr>
              <a:lnSpc>
                <a:spcPct val="150000"/>
              </a:lnSpc>
            </a:pPr>
            <a:r>
              <a:rPr lang="zh-CN" altLang="zh-CN" sz="2500" kern="100">
                <a:ea typeface="宋体" panose="02010600030101010101" pitchFamily="2" charset="-122"/>
              </a:rPr>
              <a:t>　　</a:t>
            </a:r>
            <a:r>
              <a:rPr lang="en-US" altLang="zh-CN" sz="2500" kern="100">
                <a:ea typeface="宋体" panose="02010600030101010101" pitchFamily="2" charset="-122"/>
              </a:rPr>
              <a:t>I was invited to a cookout on an old friend’s farm in western Washington.I parked my car outside the farm and walked past a milking house which had apparently not been used in many years.A noise at a window caught my attention, so I entered it.It was a hummingbird (</a:t>
            </a:r>
            <a:r>
              <a:rPr lang="zh-CN" altLang="zh-CN" sz="2500" kern="100">
                <a:ea typeface="宋体" panose="02010600030101010101" pitchFamily="2" charset="-122"/>
              </a:rPr>
              <a:t>蜂鸟</a:t>
            </a:r>
            <a:r>
              <a:rPr lang="en-US" altLang="zh-CN" sz="2500" kern="100">
                <a:ea typeface="宋体" panose="02010600030101010101" pitchFamily="2" charset="-122"/>
              </a:rPr>
              <a:t>), desperately trying to escape.She was covered in spider-webs (</a:t>
            </a:r>
            <a:r>
              <a:rPr lang="zh-CN" altLang="zh-CN" sz="2500" kern="100">
                <a:ea typeface="宋体" panose="02010600030101010101" pitchFamily="2" charset="-122"/>
              </a:rPr>
              <a:t>蛛网</a:t>
            </a:r>
            <a:r>
              <a:rPr lang="en-US" altLang="zh-CN" sz="2500" kern="100">
                <a:ea typeface="宋体" panose="02010600030101010101" pitchFamily="2" charset="-122"/>
              </a:rPr>
              <a:t>) and was barely able to move her wings.She ceased her struggle the instant I picked her up.</a:t>
            </a:r>
            <a:endParaRPr lang="zh-CN" altLang="zh-CN" sz="2500" kern="100">
              <a:effectLst/>
              <a:ea typeface="宋体" panose="02010600030101010101" pitchFamily="2" charset="-122"/>
            </a:endParaRP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3529735" title=""/>
          <p:cNvSpPr txBox="1">
            <a:spLocks noChangeArrowheads="1"/>
          </p:cNvSpPr>
          <p:nvPr/>
        </p:nvSpPr>
        <p:spPr bwMode="auto">
          <a:xfrm>
            <a:off x="454341" y="730420"/>
            <a:ext cx="12420411" cy="5310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7227" tIns="58614" rIns="117227" bIns="58614">
            <a:spAutoFit/>
          </a:bodyPr>
          <a:lstStyle>
            <a:lvl1pPr algn="just" defTabSz="1171575">
              <a:defRPr sz="2600">
                <a:solidFill>
                  <a:srgbClr val="000000"/>
                </a:solidFill>
                <a:latin typeface="Times New Roman" panose="02020603050405020304" pitchFamily="18" charset="0"/>
                <a:ea typeface="微软雅黑" panose="020b0503020204020204" pitchFamily="34" charset="-122"/>
              </a:defRPr>
            </a:lvl1pPr>
            <a:lvl2pPr algn="just" defTabSz="1171575">
              <a:defRPr sz="2600">
                <a:solidFill>
                  <a:srgbClr val="000000"/>
                </a:solidFill>
                <a:latin typeface="Times New Roman" panose="02020603050405020304" pitchFamily="18" charset="0"/>
                <a:ea typeface="微软雅黑" panose="020b0503020204020204" pitchFamily="34" charset="-122"/>
              </a:defRPr>
            </a:lvl2pPr>
            <a:lvl3pPr algn="just" defTabSz="1171575">
              <a:defRPr sz="2600">
                <a:solidFill>
                  <a:srgbClr val="000000"/>
                </a:solidFill>
                <a:latin typeface="Times New Roman" panose="02020603050405020304" pitchFamily="18" charset="0"/>
                <a:ea typeface="微软雅黑" panose="020b0503020204020204" pitchFamily="34" charset="-122"/>
              </a:defRPr>
            </a:lvl3pPr>
            <a:lvl4pPr algn="just" defTabSz="1171575">
              <a:defRPr sz="2600">
                <a:solidFill>
                  <a:srgbClr val="000000"/>
                </a:solidFill>
                <a:latin typeface="Times New Roman" panose="02020603050405020304" pitchFamily="18" charset="0"/>
                <a:ea typeface="微软雅黑" panose="020b0503020204020204" pitchFamily="34" charset="-122"/>
              </a:defRPr>
            </a:lvl4pPr>
            <a:lvl5pPr algn="just" defTabSz="1171575">
              <a:defRPr sz="2600">
                <a:solidFill>
                  <a:srgbClr val="000000"/>
                </a:solidFill>
                <a:latin typeface="Times New Roman" panose="02020603050405020304" pitchFamily="18" charset="0"/>
                <a:ea typeface="微软雅黑" panose="020b0503020204020204" pitchFamily="34" charset="-122"/>
              </a:defRPr>
            </a:lvl5pPr>
            <a:lvl6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6pPr>
            <a:lvl7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7pPr>
            <a:lvl8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8pPr>
            <a:lvl9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9pPr>
          </a:lstStyle>
          <a:p>
            <a:pPr>
              <a:lnSpc>
                <a:spcPct val="150000"/>
              </a:lnSpc>
            </a:pPr>
            <a:r>
              <a:rPr lang="zh-CN" altLang="zh-CN" sz="2500" kern="100">
                <a:ea typeface="宋体" panose="02010600030101010101" pitchFamily="2" charset="-122"/>
              </a:rPr>
              <a:t>　　</a:t>
            </a:r>
            <a:r>
              <a:rPr lang="en-US" altLang="zh-CN" sz="2500" kern="100">
                <a:ea typeface="宋体" panose="02010600030101010101" pitchFamily="2" charset="-122"/>
              </a:rPr>
              <a:t>With the bird in my cupped hand, I looked around to see how she had gotten in.The broken window glass was the likely answer.I stuffed a piece of cloth into the hole and took her outside, closing the door securely behind me.</a:t>
            </a:r>
            <a:endParaRPr lang="zh-CN" altLang="zh-CN" sz="2500" kern="100">
              <a:ea typeface="宋体" panose="02010600030101010101" pitchFamily="2" charset="-122"/>
            </a:endParaRPr>
          </a:p>
          <a:p>
            <a:pPr>
              <a:lnSpc>
                <a:spcPct val="150000"/>
              </a:lnSpc>
            </a:pPr>
            <a:r>
              <a:rPr lang="zh-CN" altLang="zh-CN" sz="2500" kern="100">
                <a:ea typeface="宋体" panose="02010600030101010101" pitchFamily="2" charset="-122"/>
              </a:rPr>
              <a:t>　　</a:t>
            </a:r>
            <a:r>
              <a:rPr lang="en-US" altLang="zh-CN" sz="2500" kern="100">
                <a:ea typeface="宋体" panose="02010600030101010101" pitchFamily="2" charset="-122"/>
              </a:rPr>
              <a:t>When I opened my hand, the bird did not fly away; she sat looking at me with her bright eyes.I removed the sticky spider-webs that covered her head and wings.Still, she made no attempt to fly.Perhaps she had been struggling against the window too long and was too tired? Or too thirsty?</a:t>
            </a:r>
            <a:endParaRPr lang="zh-CN" altLang="zh-CN" sz="2500" kern="100">
              <a:ea typeface="宋体" panose="02010600030101010101" pitchFamily="2" charset="-122"/>
            </a:endParaRPr>
          </a:p>
          <a:p>
            <a:pPr>
              <a:lnSpc>
                <a:spcPct val="150000"/>
              </a:lnSpc>
            </a:pPr>
            <a:r>
              <a:rPr lang="zh-CN" altLang="zh-CN" sz="2500" kern="100">
                <a:ea typeface="宋体" panose="02010600030101010101" pitchFamily="2" charset="-122"/>
              </a:rPr>
              <a:t>　　</a:t>
            </a:r>
            <a:r>
              <a:rPr lang="en-US" altLang="zh-CN" sz="2500" kern="100">
                <a:ea typeface="宋体" panose="02010600030101010101" pitchFamily="2" charset="-122"/>
              </a:rPr>
              <a:t>As I carried her up the blackberry-lined path toward my car where I kept a water bottle, she began to move.I stopped, and she soon took wing but did not immediately fly away.</a:t>
            </a:r>
            <a:endParaRPr lang="zh-CN" altLang="zh-CN" sz="2500" kern="100">
              <a:effectLst/>
              <a:ea typeface="宋体" panose="02010600030101010101" pitchFamily="2" charset="-122"/>
            </a:endParaRPr>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3529735" title=""/>
          <p:cNvSpPr txBox="1">
            <a:spLocks noChangeArrowheads="1"/>
          </p:cNvSpPr>
          <p:nvPr/>
        </p:nvSpPr>
        <p:spPr bwMode="auto">
          <a:xfrm>
            <a:off x="454341" y="730420"/>
            <a:ext cx="12420411" cy="5310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7227" tIns="58614" rIns="117227" bIns="58614">
            <a:spAutoFit/>
          </a:bodyPr>
          <a:lstStyle>
            <a:lvl1pPr algn="just" defTabSz="1171575">
              <a:defRPr sz="2600">
                <a:solidFill>
                  <a:srgbClr val="000000"/>
                </a:solidFill>
                <a:latin typeface="Times New Roman" panose="02020603050405020304" pitchFamily="18" charset="0"/>
                <a:ea typeface="微软雅黑" panose="020b0503020204020204" pitchFamily="34" charset="-122"/>
              </a:defRPr>
            </a:lvl1pPr>
            <a:lvl2pPr algn="just" defTabSz="1171575">
              <a:defRPr sz="2600">
                <a:solidFill>
                  <a:srgbClr val="000000"/>
                </a:solidFill>
                <a:latin typeface="Times New Roman" panose="02020603050405020304" pitchFamily="18" charset="0"/>
                <a:ea typeface="微软雅黑" panose="020b0503020204020204" pitchFamily="34" charset="-122"/>
              </a:defRPr>
            </a:lvl2pPr>
            <a:lvl3pPr algn="just" defTabSz="1171575">
              <a:defRPr sz="2600">
                <a:solidFill>
                  <a:srgbClr val="000000"/>
                </a:solidFill>
                <a:latin typeface="Times New Roman" panose="02020603050405020304" pitchFamily="18" charset="0"/>
                <a:ea typeface="微软雅黑" panose="020b0503020204020204" pitchFamily="34" charset="-122"/>
              </a:defRPr>
            </a:lvl3pPr>
            <a:lvl4pPr algn="just" defTabSz="1171575">
              <a:defRPr sz="2600">
                <a:solidFill>
                  <a:srgbClr val="000000"/>
                </a:solidFill>
                <a:latin typeface="Times New Roman" panose="02020603050405020304" pitchFamily="18" charset="0"/>
                <a:ea typeface="微软雅黑" panose="020b0503020204020204" pitchFamily="34" charset="-122"/>
              </a:defRPr>
            </a:lvl4pPr>
            <a:lvl5pPr algn="just" defTabSz="1171575">
              <a:defRPr sz="2600">
                <a:solidFill>
                  <a:srgbClr val="000000"/>
                </a:solidFill>
                <a:latin typeface="Times New Roman" panose="02020603050405020304" pitchFamily="18" charset="0"/>
                <a:ea typeface="微软雅黑" panose="020b0503020204020204" pitchFamily="34" charset="-122"/>
              </a:defRPr>
            </a:lvl5pPr>
            <a:lvl6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6pPr>
            <a:lvl7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7pPr>
            <a:lvl8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8pPr>
            <a:lvl9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9pPr>
          </a:lstStyle>
          <a:p>
            <a:pPr>
              <a:lnSpc>
                <a:spcPct val="150000"/>
              </a:lnSpc>
            </a:pPr>
            <a:r>
              <a:rPr lang="zh-CN" altLang="zh-CN" sz="2500" kern="100">
                <a:ea typeface="宋体" panose="02010600030101010101" pitchFamily="2" charset="-122"/>
              </a:rPr>
              <a:t>　　</a:t>
            </a:r>
            <a:r>
              <a:rPr lang="en-US" altLang="zh-CN" sz="2500" kern="100">
                <a:ea typeface="宋体" panose="02010600030101010101" pitchFamily="2" charset="-122"/>
              </a:rPr>
              <a:t>Hovering (</a:t>
            </a:r>
            <a:r>
              <a:rPr lang="zh-CN" altLang="zh-CN" sz="2500" kern="100">
                <a:ea typeface="宋体" panose="02010600030101010101" pitchFamily="2" charset="-122"/>
              </a:rPr>
              <a:t>悬停</a:t>
            </a:r>
            <a:r>
              <a:rPr lang="en-US" altLang="zh-CN" sz="2500" kern="100">
                <a:ea typeface="宋体" panose="02010600030101010101" pitchFamily="2" charset="-122"/>
              </a:rPr>
              <a:t>), she approached within six inches of my face.For a very long moment, this tiny creature looked into my eyes, turning her head from side to side.Then she flew quickly out of sight.</a:t>
            </a:r>
            <a:endParaRPr lang="zh-CN" altLang="zh-CN" sz="2500" kern="100">
              <a:ea typeface="宋体" panose="02010600030101010101" pitchFamily="2" charset="-122"/>
            </a:endParaRPr>
          </a:p>
          <a:p>
            <a:pPr>
              <a:lnSpc>
                <a:spcPct val="150000"/>
              </a:lnSpc>
            </a:pPr>
            <a:r>
              <a:rPr lang="zh-CN" altLang="zh-CN" sz="2500" kern="100">
                <a:ea typeface="宋体" panose="02010600030101010101" pitchFamily="2" charset="-122"/>
              </a:rPr>
              <a:t>　　</a:t>
            </a:r>
            <a:r>
              <a:rPr lang="en-US" altLang="zh-CN" sz="2500" kern="100">
                <a:ea typeface="宋体" panose="02010600030101010101" pitchFamily="2" charset="-122"/>
              </a:rPr>
              <a:t>During the cookout, I told my hosts about the hummingbird incident.They promised to fix the window.As I was departing, my friends walked me to my car.I was standing by the car when a hummingbird flew to the center of our group and began hovering.She turned from person to person until she came to me.She again looked directly into my eyes, then let out a squeaking call and was gone.For a moment, all were speechless.Then someone said, “She must have come to say goodbye.”</a:t>
            </a:r>
            <a:endParaRPr lang="zh-CN" altLang="zh-CN" sz="2500" kern="100">
              <a:effectLst/>
              <a:ea typeface="宋体" panose="02010600030101010101" pitchFamily="2" charset="-122"/>
            </a:endParaRPr>
          </a:p>
        </p:txBody>
      </p:sp>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3529735" title=""/>
          <p:cNvSpPr txBox="1">
            <a:spLocks noChangeArrowheads="1"/>
          </p:cNvSpPr>
          <p:nvPr/>
        </p:nvSpPr>
        <p:spPr bwMode="auto">
          <a:xfrm>
            <a:off x="454341" y="730420"/>
            <a:ext cx="12420411" cy="415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7227" tIns="58614" rIns="117227" bIns="58614">
            <a:spAutoFit/>
          </a:bodyPr>
          <a:lstStyle>
            <a:lvl1pPr algn="just" defTabSz="1171575">
              <a:defRPr sz="2600">
                <a:solidFill>
                  <a:srgbClr val="000000"/>
                </a:solidFill>
                <a:latin typeface="Times New Roman" panose="02020603050405020304" pitchFamily="18" charset="0"/>
                <a:ea typeface="微软雅黑" panose="020b0503020204020204" pitchFamily="34" charset="-122"/>
              </a:defRPr>
            </a:lvl1pPr>
            <a:lvl2pPr algn="just" defTabSz="1171575">
              <a:defRPr sz="2600">
                <a:solidFill>
                  <a:srgbClr val="000000"/>
                </a:solidFill>
                <a:latin typeface="Times New Roman" panose="02020603050405020304" pitchFamily="18" charset="0"/>
                <a:ea typeface="微软雅黑" panose="020b0503020204020204" pitchFamily="34" charset="-122"/>
              </a:defRPr>
            </a:lvl2pPr>
            <a:lvl3pPr algn="just" defTabSz="1171575">
              <a:defRPr sz="2600">
                <a:solidFill>
                  <a:srgbClr val="000000"/>
                </a:solidFill>
                <a:latin typeface="Times New Roman" panose="02020603050405020304" pitchFamily="18" charset="0"/>
                <a:ea typeface="微软雅黑" panose="020b0503020204020204" pitchFamily="34" charset="-122"/>
              </a:defRPr>
            </a:lvl3pPr>
            <a:lvl4pPr algn="just" defTabSz="1171575">
              <a:defRPr sz="2600">
                <a:solidFill>
                  <a:srgbClr val="000000"/>
                </a:solidFill>
                <a:latin typeface="Times New Roman" panose="02020603050405020304" pitchFamily="18" charset="0"/>
                <a:ea typeface="微软雅黑" panose="020b0503020204020204" pitchFamily="34" charset="-122"/>
              </a:defRPr>
            </a:lvl4pPr>
            <a:lvl5pPr algn="just" defTabSz="1171575">
              <a:defRPr sz="2600">
                <a:solidFill>
                  <a:srgbClr val="000000"/>
                </a:solidFill>
                <a:latin typeface="Times New Roman" panose="02020603050405020304" pitchFamily="18" charset="0"/>
                <a:ea typeface="微软雅黑" panose="020b0503020204020204" pitchFamily="34" charset="-122"/>
              </a:defRPr>
            </a:lvl5pPr>
            <a:lvl6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6pPr>
            <a:lvl7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7pPr>
            <a:lvl8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8pPr>
            <a:lvl9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9pPr>
          </a:lstStyle>
          <a:p>
            <a:pPr>
              <a:lnSpc>
                <a:spcPct val="150000"/>
              </a:lnSpc>
            </a:pPr>
            <a:r>
              <a:rPr lang="zh-CN" altLang="zh-CN" sz="2500" kern="100">
                <a:ea typeface="宋体" panose="02010600030101010101" pitchFamily="2" charset="-122"/>
              </a:rPr>
              <a:t>注意</a:t>
            </a:r>
            <a:r>
              <a:rPr lang="en-US" altLang="zh-CN" sz="2500" kern="100">
                <a:ea typeface="宋体" panose="02010600030101010101" pitchFamily="2" charset="-122"/>
              </a:rPr>
              <a:t>:</a:t>
            </a:r>
            <a:r>
              <a:rPr lang="zh-CN" altLang="zh-CN" sz="2500" kern="100">
                <a:ea typeface="宋体" panose="02010600030101010101" pitchFamily="2" charset="-122"/>
              </a:rPr>
              <a:t>续写词数应为</a:t>
            </a:r>
            <a:r>
              <a:rPr lang="en-US" altLang="zh-CN" sz="2500" kern="100">
                <a:ea typeface="宋体" panose="02010600030101010101" pitchFamily="2" charset="-122"/>
              </a:rPr>
              <a:t> 150</a:t>
            </a:r>
            <a:r>
              <a:rPr lang="zh-CN" altLang="zh-CN" sz="2500" kern="100">
                <a:ea typeface="宋体" panose="02010600030101010101" pitchFamily="2" charset="-122"/>
              </a:rPr>
              <a:t>个左右。</a:t>
            </a:r>
            <a:endParaRPr lang="zh-CN" altLang="zh-CN" sz="2500" kern="100">
              <a:ea typeface="宋体" panose="02010600030101010101" pitchFamily="2" charset="-122"/>
            </a:endParaRPr>
          </a:p>
          <a:p>
            <a:pPr>
              <a:lnSpc>
                <a:spcPct val="150000"/>
              </a:lnSpc>
            </a:pPr>
            <a:r>
              <a:rPr lang="zh-CN" altLang="zh-CN" sz="2500" kern="100">
                <a:ea typeface="宋体" panose="02010600030101010101" pitchFamily="2" charset="-122"/>
              </a:rPr>
              <a:t>　　</a:t>
            </a:r>
            <a:r>
              <a:rPr lang="en-US" altLang="zh-CN" sz="2500" kern="100">
                <a:ea typeface="宋体" panose="02010600030101010101" pitchFamily="2" charset="-122"/>
              </a:rPr>
              <a:t>A few weeks later, I went to the farm again. _____________________________</a:t>
            </a:r>
            <a:endParaRPr lang="zh-CN" altLang="zh-CN" sz="2500" kern="100">
              <a:ea typeface="宋体" panose="02010600030101010101" pitchFamily="2" charset="-122"/>
            </a:endParaRPr>
          </a:p>
          <a:p>
            <a:pPr>
              <a:lnSpc>
                <a:spcPct val="150000"/>
              </a:lnSpc>
            </a:pPr>
            <a:r>
              <a:rPr lang="en-US" altLang="zh-CN" sz="2500" kern="100">
                <a:ea typeface="宋体" panose="02010600030101010101" pitchFamily="2" charset="-122"/>
              </a:rPr>
              <a:t>____________________________________________________________________</a:t>
            </a:r>
            <a:endParaRPr lang="zh-CN" altLang="zh-CN" sz="2500" kern="100">
              <a:ea typeface="宋体" panose="02010600030101010101" pitchFamily="2" charset="-122"/>
            </a:endParaRPr>
          </a:p>
          <a:p>
            <a:pPr>
              <a:lnSpc>
                <a:spcPct val="150000"/>
              </a:lnSpc>
            </a:pPr>
            <a:r>
              <a:rPr lang="en-US" altLang="zh-CN" sz="2500" kern="100">
                <a:ea typeface="宋体" panose="02010600030101010101" pitchFamily="2" charset="-122"/>
              </a:rPr>
              <a:t>____________________________________________________________________</a:t>
            </a:r>
            <a:endParaRPr lang="zh-CN" altLang="zh-CN" sz="2500" kern="100">
              <a:ea typeface="宋体" panose="02010600030101010101" pitchFamily="2" charset="-122"/>
            </a:endParaRPr>
          </a:p>
          <a:p>
            <a:pPr>
              <a:lnSpc>
                <a:spcPct val="150000"/>
              </a:lnSpc>
            </a:pPr>
            <a:r>
              <a:rPr lang="zh-CN" altLang="zh-CN" sz="2500" kern="100">
                <a:ea typeface="宋体" panose="02010600030101010101" pitchFamily="2" charset="-122"/>
              </a:rPr>
              <a:t>　　</a:t>
            </a:r>
            <a:r>
              <a:rPr lang="en-US" altLang="zh-CN" sz="2500" kern="100">
                <a:ea typeface="宋体" panose="02010600030101010101" pitchFamily="2" charset="-122"/>
              </a:rPr>
              <a:t>I was just about to leave when the hummingbird appeared. _________________</a:t>
            </a:r>
            <a:endParaRPr lang="zh-CN" altLang="zh-CN" sz="2500" kern="100">
              <a:ea typeface="宋体" panose="02010600030101010101" pitchFamily="2" charset="-122"/>
            </a:endParaRPr>
          </a:p>
          <a:p>
            <a:pPr>
              <a:lnSpc>
                <a:spcPct val="150000"/>
              </a:lnSpc>
            </a:pPr>
            <a:r>
              <a:rPr lang="en-US" altLang="zh-CN" sz="2500" kern="100">
                <a:ea typeface="宋体" panose="02010600030101010101" pitchFamily="2" charset="-122"/>
              </a:rPr>
              <a:t>____________________________________________________________________</a:t>
            </a:r>
            <a:endParaRPr lang="zh-CN" altLang="zh-CN" sz="2500" kern="100">
              <a:ea typeface="宋体" panose="02010600030101010101" pitchFamily="2" charset="-122"/>
            </a:endParaRPr>
          </a:p>
          <a:p>
            <a:pPr>
              <a:lnSpc>
                <a:spcPct val="150000"/>
              </a:lnSpc>
            </a:pPr>
            <a:r>
              <a:rPr lang="en-US" altLang="zh-CN" sz="2500" kern="100">
                <a:ea typeface="宋体" panose="02010600030101010101" pitchFamily="2" charset="-122"/>
              </a:rPr>
              <a:t>____________________________________________________________________</a:t>
            </a:r>
            <a:endParaRPr lang="zh-CN" altLang="zh-CN" sz="2500" kern="100">
              <a:effectLst/>
              <a:ea typeface="宋体" panose="02010600030101010101" pitchFamily="2" charset="-122"/>
            </a:endParaRPr>
          </a:p>
        </p:txBody>
      </p:sp>
    </p:spTree>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3529735" title=""/>
          <p:cNvSpPr txBox="1">
            <a:spLocks noChangeArrowheads="1"/>
          </p:cNvSpPr>
          <p:nvPr/>
        </p:nvSpPr>
        <p:spPr bwMode="auto">
          <a:xfrm>
            <a:off x="454341" y="730420"/>
            <a:ext cx="12420411" cy="1270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7227" tIns="58614" rIns="117227" bIns="58614">
            <a:spAutoFit/>
          </a:bodyPr>
          <a:lstStyle>
            <a:lvl1pPr algn="just" defTabSz="1171575">
              <a:defRPr sz="2600">
                <a:solidFill>
                  <a:srgbClr val="000000"/>
                </a:solidFill>
                <a:latin typeface="Times New Roman" panose="02020603050405020304" pitchFamily="18" charset="0"/>
                <a:ea typeface="微软雅黑" panose="020b0503020204020204" pitchFamily="34" charset="-122"/>
              </a:defRPr>
            </a:lvl1pPr>
            <a:lvl2pPr algn="just" defTabSz="1171575">
              <a:defRPr sz="2600">
                <a:solidFill>
                  <a:srgbClr val="000000"/>
                </a:solidFill>
                <a:latin typeface="Times New Roman" panose="02020603050405020304" pitchFamily="18" charset="0"/>
                <a:ea typeface="微软雅黑" panose="020b0503020204020204" pitchFamily="34" charset="-122"/>
              </a:defRPr>
            </a:lvl2pPr>
            <a:lvl3pPr algn="just" defTabSz="1171575">
              <a:defRPr sz="2600">
                <a:solidFill>
                  <a:srgbClr val="000000"/>
                </a:solidFill>
                <a:latin typeface="Times New Roman" panose="02020603050405020304" pitchFamily="18" charset="0"/>
                <a:ea typeface="微软雅黑" panose="020b0503020204020204" pitchFamily="34" charset="-122"/>
              </a:defRPr>
            </a:lvl3pPr>
            <a:lvl4pPr algn="just" defTabSz="1171575">
              <a:defRPr sz="2600">
                <a:solidFill>
                  <a:srgbClr val="000000"/>
                </a:solidFill>
                <a:latin typeface="Times New Roman" panose="02020603050405020304" pitchFamily="18" charset="0"/>
                <a:ea typeface="微软雅黑" panose="020b0503020204020204" pitchFamily="34" charset="-122"/>
              </a:defRPr>
            </a:lvl4pPr>
            <a:lvl5pPr algn="just" defTabSz="1171575">
              <a:defRPr sz="2600">
                <a:solidFill>
                  <a:srgbClr val="000000"/>
                </a:solidFill>
                <a:latin typeface="Times New Roman" panose="02020603050405020304" pitchFamily="18" charset="0"/>
                <a:ea typeface="微软雅黑" panose="020b0503020204020204" pitchFamily="34" charset="-122"/>
              </a:defRPr>
            </a:lvl5pPr>
            <a:lvl6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6pPr>
            <a:lvl7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7pPr>
            <a:lvl8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8pPr>
            <a:lvl9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9pPr>
          </a:lstStyle>
          <a:p>
            <a:pPr algn="l">
              <a:lnSpc>
                <a:spcPct val="150000"/>
              </a:lnSpc>
              <a:spcAft>
                <a:spcPct val="0"/>
              </a:spcAft>
            </a:pPr>
            <a:r>
              <a:rPr lang="zh-CN" altLang="zh-CN" sz="2500" kern="100">
                <a:solidFill>
                  <a:srgbClr val="0000FF"/>
                </a:solidFill>
                <a:ea typeface="宋体" panose="02010600030101010101" pitchFamily="2" charset="-122"/>
              </a:rPr>
              <a:t>【解题策略】</a:t>
            </a:r>
            <a:endParaRPr lang="zh-CN" altLang="zh-CN" sz="2500" kern="100">
              <a:ea typeface="宋体" panose="02010600030101010101" pitchFamily="2" charset="-122"/>
            </a:endParaRPr>
          </a:p>
          <a:p>
            <a:pPr>
              <a:lnSpc>
                <a:spcPct val="150000"/>
              </a:lnSpc>
            </a:pPr>
            <a:r>
              <a:rPr lang="zh-CN" altLang="zh-CN" sz="2500" kern="100">
                <a:ea typeface="宋体" panose="02010600030101010101" pitchFamily="2" charset="-122"/>
              </a:rPr>
              <a:t>第一步　根据续写第一段第一句推出首段续写</a:t>
            </a:r>
            <a:r>
              <a:rPr lang="en-US" altLang="zh-CN" sz="2500" kern="100">
                <a:ea typeface="宋体" panose="02010600030101010101" pitchFamily="2" charset="-122"/>
              </a:rPr>
              <a:t>“</a:t>
            </a:r>
            <a:r>
              <a:rPr lang="zh-CN" altLang="zh-CN" sz="2500" kern="100">
                <a:ea typeface="宋体" panose="02010600030101010101" pitchFamily="2" charset="-122"/>
              </a:rPr>
              <a:t>三要点</a:t>
            </a:r>
            <a:r>
              <a:rPr lang="en-US" altLang="zh-CN" sz="2500" kern="100">
                <a:ea typeface="宋体" panose="02010600030101010101" pitchFamily="2" charset="-122"/>
              </a:rPr>
              <a:t>”</a:t>
            </a:r>
            <a:r>
              <a:rPr lang="zh-CN" altLang="zh-CN" sz="2500" kern="100">
                <a:ea typeface="宋体" panose="02010600030101010101" pitchFamily="2" charset="-122"/>
              </a:rPr>
              <a:t>。</a:t>
            </a:r>
            <a:endParaRPr lang="zh-CN" altLang="zh-CN" sz="2500" kern="100">
              <a:effectLst/>
              <a:ea typeface="宋体" panose="02010600030101010101" pitchFamily="2" charset="-122"/>
            </a:endParaRPr>
          </a:p>
        </p:txBody>
      </p:sp>
      <p:graphicFrame>
        <p:nvGraphicFramePr>
          <p:cNvPr id="4" name="表格 3" title=""/>
          <p:cNvGraphicFramePr>
            <a:graphicFrameLocks noGrp="1"/>
          </p:cNvGraphicFramePr>
          <p:nvPr/>
        </p:nvGraphicFramePr>
        <p:xfrm>
          <a:off x="565150" y="2207895"/>
          <a:ext cx="11987213" cy="3520440"/>
        </p:xfrm>
        <a:graphic>
          <a:graphicData uri="http://schemas.openxmlformats.org/drawingml/2006/table">
            <a:tbl>
              <a:tblPr firstRow="1" firstCol="1" bandRow="1"/>
              <a:tblGrid>
                <a:gridCol w="1136650"/>
                <a:gridCol w="10850563"/>
              </a:tblGrid>
              <a:tr h="0">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首句</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A few weeks later, I went to the farm again.</a:t>
                      </a:r>
                      <a:endParaRPr lang="en-US" sz="25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梗概</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My thoughts drifted back to the moment when I rescued the hummingbird. I couldn’t help wondering how she was getting on now. </a:t>
                      </a:r>
                      <a:endParaRPr lang="en-US" sz="25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第二句</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As my car neared it my thoughts drifted back to the moment when I rescued the hummingbird from spider-webs.</a:t>
                      </a:r>
                      <a:endParaRPr lang="en-US" sz="25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尾句</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Had she managed to find her way home, or was she still out there somewhere struggling to survive?</a:t>
                      </a:r>
                      <a:endParaRPr lang="en-US" sz="25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3529735" title=""/>
          <p:cNvSpPr txBox="1">
            <a:spLocks noChangeArrowheads="1"/>
          </p:cNvSpPr>
          <p:nvPr/>
        </p:nvSpPr>
        <p:spPr bwMode="auto">
          <a:xfrm>
            <a:off x="454341" y="730420"/>
            <a:ext cx="12420411" cy="693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7227" tIns="58614" rIns="117227" bIns="58614">
            <a:spAutoFit/>
          </a:bodyPr>
          <a:lstStyle>
            <a:lvl1pPr algn="just" defTabSz="1171575">
              <a:defRPr sz="2600">
                <a:solidFill>
                  <a:srgbClr val="000000"/>
                </a:solidFill>
                <a:latin typeface="Times New Roman" panose="02020603050405020304" pitchFamily="18" charset="0"/>
                <a:ea typeface="微软雅黑" panose="020b0503020204020204" pitchFamily="34" charset="-122"/>
              </a:defRPr>
            </a:lvl1pPr>
            <a:lvl2pPr algn="just" defTabSz="1171575">
              <a:defRPr sz="2600">
                <a:solidFill>
                  <a:srgbClr val="000000"/>
                </a:solidFill>
                <a:latin typeface="Times New Roman" panose="02020603050405020304" pitchFamily="18" charset="0"/>
                <a:ea typeface="微软雅黑" panose="020b0503020204020204" pitchFamily="34" charset="-122"/>
              </a:defRPr>
            </a:lvl2pPr>
            <a:lvl3pPr algn="just" defTabSz="1171575">
              <a:defRPr sz="2600">
                <a:solidFill>
                  <a:srgbClr val="000000"/>
                </a:solidFill>
                <a:latin typeface="Times New Roman" panose="02020603050405020304" pitchFamily="18" charset="0"/>
                <a:ea typeface="微软雅黑" panose="020b0503020204020204" pitchFamily="34" charset="-122"/>
              </a:defRPr>
            </a:lvl3pPr>
            <a:lvl4pPr algn="just" defTabSz="1171575">
              <a:defRPr sz="2600">
                <a:solidFill>
                  <a:srgbClr val="000000"/>
                </a:solidFill>
                <a:latin typeface="Times New Roman" panose="02020603050405020304" pitchFamily="18" charset="0"/>
                <a:ea typeface="微软雅黑" panose="020b0503020204020204" pitchFamily="34" charset="-122"/>
              </a:defRPr>
            </a:lvl4pPr>
            <a:lvl5pPr algn="just" defTabSz="1171575">
              <a:defRPr sz="2600">
                <a:solidFill>
                  <a:srgbClr val="000000"/>
                </a:solidFill>
                <a:latin typeface="Times New Roman" panose="02020603050405020304" pitchFamily="18" charset="0"/>
                <a:ea typeface="微软雅黑" panose="020b0503020204020204" pitchFamily="34" charset="-122"/>
              </a:defRPr>
            </a:lvl5pPr>
            <a:lvl6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6pPr>
            <a:lvl7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7pPr>
            <a:lvl8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8pPr>
            <a:lvl9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9pPr>
          </a:lstStyle>
          <a:p>
            <a:pPr>
              <a:lnSpc>
                <a:spcPct val="150000"/>
              </a:lnSpc>
            </a:pPr>
            <a:r>
              <a:rPr lang="zh-CN" altLang="zh-CN" sz="2500" kern="100">
                <a:ea typeface="宋体" panose="02010600030101010101" pitchFamily="2" charset="-122"/>
              </a:rPr>
              <a:t>第二步　根据续写第二段第一句推出第二段续写</a:t>
            </a:r>
            <a:r>
              <a:rPr lang="en-US" altLang="zh-CN" sz="2500" kern="100">
                <a:ea typeface="宋体" panose="02010600030101010101" pitchFamily="2" charset="-122"/>
              </a:rPr>
              <a:t>“</a:t>
            </a:r>
            <a:r>
              <a:rPr lang="zh-CN" altLang="zh-CN" sz="2500" kern="100">
                <a:ea typeface="宋体" panose="02010600030101010101" pitchFamily="2" charset="-122"/>
              </a:rPr>
              <a:t>两要点</a:t>
            </a:r>
            <a:r>
              <a:rPr lang="en-US" altLang="zh-CN" sz="2500" kern="100">
                <a:ea typeface="宋体" panose="02010600030101010101" pitchFamily="2" charset="-122"/>
              </a:rPr>
              <a:t>”</a:t>
            </a:r>
            <a:r>
              <a:rPr lang="zh-CN" altLang="zh-CN" sz="2500" kern="100">
                <a:ea typeface="宋体" panose="02010600030101010101" pitchFamily="2" charset="-122"/>
              </a:rPr>
              <a:t>。</a:t>
            </a:r>
            <a:endParaRPr lang="zh-CN" altLang="zh-CN" sz="2500" kern="100">
              <a:effectLst/>
              <a:ea typeface="宋体" panose="02010600030101010101" pitchFamily="2" charset="-122"/>
            </a:endParaRPr>
          </a:p>
        </p:txBody>
      </p:sp>
      <p:graphicFrame>
        <p:nvGraphicFramePr>
          <p:cNvPr id="4" name="表格 3" title=""/>
          <p:cNvGraphicFramePr>
            <a:graphicFrameLocks noGrp="1"/>
          </p:cNvGraphicFramePr>
          <p:nvPr/>
        </p:nvGraphicFramePr>
        <p:xfrm>
          <a:off x="565150" y="1745615"/>
          <a:ext cx="11987213" cy="2377440"/>
        </p:xfrm>
        <a:graphic>
          <a:graphicData uri="http://schemas.openxmlformats.org/drawingml/2006/table">
            <a:tbl>
              <a:tblPr firstRow="1" firstCol="1" bandRow="1"/>
              <a:tblGrid>
                <a:gridCol w="1187450"/>
                <a:gridCol w="10799763"/>
              </a:tblGrid>
              <a:tr h="0">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首句</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I was just about to leave when the hummingbird appeared.</a:t>
                      </a:r>
                      <a:endParaRPr lang="en-US" sz="25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梗概</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I turned around to see the same hummingbird hovering in the air.</a:t>
                      </a:r>
                      <a:endParaRPr lang="en-US" sz="25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尾句</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...I would always cherish the memories we shared as I climbed into my car and drove away.</a:t>
                      </a:r>
                      <a:endParaRPr lang="en-US" sz="25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3" name="Picture 3"/>
          <p:cNvPicPr>
            <a:picLocks noChangeAspect="1"/>
          </p:cNvPicPr>
          <p:nvPr/>
        </p:nvPicPr>
        <p:blipFill>
          <a:blip r:embed="rId2"/>
          <a:stretch>
            <a:fillRect/>
          </a:stretch>
        </p:blipFill>
        <p:spPr>
          <a:xfrm flipH="1">
            <a:off x="11836400" y="10363200"/>
            <a:ext cx="0" cy="0"/>
          </a:xfrm>
          <a:prstGeom prst="rect">
            <a:avLst/>
          </a:prstGeom>
          <a:ln>
            <a:noFill/>
          </a:ln>
        </p:spPr>
      </p:pic>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3529735" title=""/>
          <p:cNvSpPr txBox="1">
            <a:spLocks noChangeArrowheads="1"/>
          </p:cNvSpPr>
          <p:nvPr/>
        </p:nvSpPr>
        <p:spPr bwMode="auto">
          <a:xfrm>
            <a:off x="454341" y="730420"/>
            <a:ext cx="12420411" cy="693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7227" tIns="58614" rIns="117227" bIns="58614">
            <a:spAutoFit/>
          </a:bodyPr>
          <a:lstStyle>
            <a:lvl1pPr algn="just" defTabSz="1171575">
              <a:defRPr sz="2600">
                <a:solidFill>
                  <a:srgbClr val="000000"/>
                </a:solidFill>
                <a:latin typeface="Times New Roman" panose="02020603050405020304" pitchFamily="18" charset="0"/>
                <a:ea typeface="微软雅黑" panose="020b0503020204020204" pitchFamily="34" charset="-122"/>
              </a:defRPr>
            </a:lvl1pPr>
            <a:lvl2pPr algn="just" defTabSz="1171575">
              <a:defRPr sz="2600">
                <a:solidFill>
                  <a:srgbClr val="000000"/>
                </a:solidFill>
                <a:latin typeface="Times New Roman" panose="02020603050405020304" pitchFamily="18" charset="0"/>
                <a:ea typeface="微软雅黑" panose="020b0503020204020204" pitchFamily="34" charset="-122"/>
              </a:defRPr>
            </a:lvl2pPr>
            <a:lvl3pPr algn="just" defTabSz="1171575">
              <a:defRPr sz="2600">
                <a:solidFill>
                  <a:srgbClr val="000000"/>
                </a:solidFill>
                <a:latin typeface="Times New Roman" panose="02020603050405020304" pitchFamily="18" charset="0"/>
                <a:ea typeface="微软雅黑" panose="020b0503020204020204" pitchFamily="34" charset="-122"/>
              </a:defRPr>
            </a:lvl3pPr>
            <a:lvl4pPr algn="just" defTabSz="1171575">
              <a:defRPr sz="2600">
                <a:solidFill>
                  <a:srgbClr val="000000"/>
                </a:solidFill>
                <a:latin typeface="Times New Roman" panose="02020603050405020304" pitchFamily="18" charset="0"/>
                <a:ea typeface="微软雅黑" panose="020b0503020204020204" pitchFamily="34" charset="-122"/>
              </a:defRPr>
            </a:lvl4pPr>
            <a:lvl5pPr algn="just" defTabSz="1171575">
              <a:defRPr sz="2600">
                <a:solidFill>
                  <a:srgbClr val="000000"/>
                </a:solidFill>
                <a:latin typeface="Times New Roman" panose="02020603050405020304" pitchFamily="18" charset="0"/>
                <a:ea typeface="微软雅黑" panose="020b0503020204020204" pitchFamily="34" charset="-122"/>
              </a:defRPr>
            </a:lvl5pPr>
            <a:lvl6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6pPr>
            <a:lvl7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7pPr>
            <a:lvl8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8pPr>
            <a:lvl9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9pPr>
          </a:lstStyle>
          <a:p>
            <a:pPr>
              <a:lnSpc>
                <a:spcPct val="150000"/>
              </a:lnSpc>
            </a:pPr>
            <a:r>
              <a:rPr lang="zh-CN" altLang="zh-CN" sz="2500" kern="100">
                <a:ea typeface="宋体" panose="02010600030101010101" pitchFamily="2" charset="-122"/>
              </a:rPr>
              <a:t>第三步　根据</a:t>
            </a:r>
            <a:r>
              <a:rPr lang="en-US" altLang="zh-CN" sz="2500" kern="100">
                <a:ea typeface="宋体" panose="02010600030101010101" pitchFamily="2" charset="-122"/>
              </a:rPr>
              <a:t>“</a:t>
            </a:r>
            <a:r>
              <a:rPr lang="zh-CN" altLang="zh-CN" sz="2500" kern="100">
                <a:ea typeface="宋体" panose="02010600030101010101" pitchFamily="2" charset="-122"/>
              </a:rPr>
              <a:t>情感线</a:t>
            </a:r>
            <a:r>
              <a:rPr lang="en-US" altLang="zh-CN" sz="2500" kern="100">
                <a:ea typeface="宋体" panose="02010600030101010101" pitchFamily="2" charset="-122"/>
              </a:rPr>
              <a:t>”</a:t>
            </a:r>
            <a:r>
              <a:rPr lang="zh-CN" altLang="zh-CN" sz="2500" kern="100">
                <a:ea typeface="宋体" panose="02010600030101010101" pitchFamily="2" charset="-122"/>
              </a:rPr>
              <a:t>和</a:t>
            </a:r>
            <a:r>
              <a:rPr lang="en-US" altLang="zh-CN" sz="2500" kern="100">
                <a:ea typeface="宋体" panose="02010600030101010101" pitchFamily="2" charset="-122"/>
              </a:rPr>
              <a:t>“</a:t>
            </a:r>
            <a:r>
              <a:rPr lang="zh-CN" altLang="zh-CN" sz="2500" kern="100">
                <a:ea typeface="宋体" panose="02010600030101010101" pitchFamily="2" charset="-122"/>
              </a:rPr>
              <a:t>情节线</a:t>
            </a:r>
            <a:r>
              <a:rPr lang="en-US" altLang="zh-CN" sz="2500" kern="100">
                <a:ea typeface="宋体" panose="02010600030101010101" pitchFamily="2" charset="-122"/>
              </a:rPr>
              <a:t>”</a:t>
            </a:r>
            <a:r>
              <a:rPr lang="zh-CN" altLang="zh-CN" sz="2500" kern="100">
                <a:ea typeface="宋体" panose="02010600030101010101" pitchFamily="2" charset="-122"/>
              </a:rPr>
              <a:t>列出写作关键句。</a:t>
            </a:r>
            <a:endParaRPr lang="zh-CN" altLang="zh-CN" sz="2500" kern="100">
              <a:effectLst/>
              <a:ea typeface="宋体" panose="02010600030101010101" pitchFamily="2" charset="-122"/>
            </a:endParaRPr>
          </a:p>
        </p:txBody>
      </p:sp>
      <p:graphicFrame>
        <p:nvGraphicFramePr>
          <p:cNvPr id="4" name="表格 3" title=""/>
          <p:cNvGraphicFramePr>
            <a:graphicFrameLocks noGrp="1"/>
          </p:cNvGraphicFramePr>
          <p:nvPr/>
        </p:nvGraphicFramePr>
        <p:xfrm>
          <a:off x="558022" y="1712595"/>
          <a:ext cx="11747468" cy="3566160"/>
        </p:xfrm>
        <a:graphic>
          <a:graphicData uri="http://schemas.openxmlformats.org/drawingml/2006/table">
            <a:tbl>
              <a:tblPr firstRow="1" firstCol="1" bandRow="1"/>
              <a:tblGrid>
                <a:gridCol w="1321578"/>
                <a:gridCol w="10425890"/>
              </a:tblGrid>
              <a:tr h="0">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情感线</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I was in great comfort→I felt a surge of relief and awe</a:t>
                      </a:r>
                      <a:endParaRPr lang="en-US" sz="25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情节线</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I went to the farm again→my thoughts drifted back to the past moment→I rushed to the deserted house→it was a great comfort→I wondered how she was getting on;</a:t>
                      </a:r>
                      <a:endParaRPr lang="zh-CN" sz="2500" kern="100">
                        <a:effectLst/>
                        <a:latin typeface="Times New Roman" panose="02020603050405020304" pitchFamily="18" charset="0"/>
                        <a:ea typeface="宋体" panose="02010600030101010101" pitchFamily="2" charset="-122"/>
                      </a:endParaRPr>
                    </a:p>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I was just about to leave when the hummingbird appeared→it seemed that she was waiting for me→I climbed into my car and drove away</a:t>
                      </a:r>
                      <a:endParaRPr lang="zh-CN" sz="25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3529735" title=""/>
          <p:cNvSpPr txBox="1">
            <a:spLocks noChangeArrowheads="1"/>
          </p:cNvSpPr>
          <p:nvPr/>
        </p:nvSpPr>
        <p:spPr bwMode="auto">
          <a:xfrm>
            <a:off x="200341" y="-178265"/>
            <a:ext cx="12420411" cy="693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7227" tIns="58614" rIns="117227" bIns="58614">
            <a:spAutoFit/>
          </a:bodyPr>
          <a:lstStyle>
            <a:lvl1pPr algn="just" defTabSz="1171575">
              <a:defRPr sz="2600">
                <a:solidFill>
                  <a:srgbClr val="000000"/>
                </a:solidFill>
                <a:latin typeface="Times New Roman" panose="02020603050405020304" pitchFamily="18" charset="0"/>
                <a:ea typeface="微软雅黑" panose="020b0503020204020204" pitchFamily="34" charset="-122"/>
              </a:defRPr>
            </a:lvl1pPr>
            <a:lvl2pPr algn="just" defTabSz="1171575">
              <a:defRPr sz="2600">
                <a:solidFill>
                  <a:srgbClr val="000000"/>
                </a:solidFill>
                <a:latin typeface="Times New Roman" panose="02020603050405020304" pitchFamily="18" charset="0"/>
                <a:ea typeface="微软雅黑" panose="020b0503020204020204" pitchFamily="34" charset="-122"/>
              </a:defRPr>
            </a:lvl2pPr>
            <a:lvl3pPr algn="just" defTabSz="1171575">
              <a:defRPr sz="2600">
                <a:solidFill>
                  <a:srgbClr val="000000"/>
                </a:solidFill>
                <a:latin typeface="Times New Roman" panose="02020603050405020304" pitchFamily="18" charset="0"/>
                <a:ea typeface="微软雅黑" panose="020b0503020204020204" pitchFamily="34" charset="-122"/>
              </a:defRPr>
            </a:lvl3pPr>
            <a:lvl4pPr algn="just" defTabSz="1171575">
              <a:defRPr sz="2600">
                <a:solidFill>
                  <a:srgbClr val="000000"/>
                </a:solidFill>
                <a:latin typeface="Times New Roman" panose="02020603050405020304" pitchFamily="18" charset="0"/>
                <a:ea typeface="微软雅黑" panose="020b0503020204020204" pitchFamily="34" charset="-122"/>
              </a:defRPr>
            </a:lvl4pPr>
            <a:lvl5pPr algn="just" defTabSz="1171575">
              <a:defRPr sz="2600">
                <a:solidFill>
                  <a:srgbClr val="000000"/>
                </a:solidFill>
                <a:latin typeface="Times New Roman" panose="02020603050405020304" pitchFamily="18" charset="0"/>
                <a:ea typeface="微软雅黑" panose="020b0503020204020204" pitchFamily="34" charset="-122"/>
              </a:defRPr>
            </a:lvl5pPr>
            <a:lvl6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6pPr>
            <a:lvl7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7pPr>
            <a:lvl8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8pPr>
            <a:lvl9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9pPr>
          </a:lstStyle>
          <a:p>
            <a:pPr>
              <a:lnSpc>
                <a:spcPct val="150000"/>
              </a:lnSpc>
            </a:pPr>
            <a:r>
              <a:rPr lang="zh-CN" altLang="zh-CN" sz="2500" kern="100">
                <a:ea typeface="宋体" panose="02010600030101010101" pitchFamily="2" charset="-122"/>
              </a:rPr>
              <a:t>第四步　谋篇成文</a:t>
            </a:r>
            <a:r>
              <a:rPr lang="en-US" altLang="zh-CN" sz="2500" kern="100">
                <a:ea typeface="宋体" panose="02010600030101010101" pitchFamily="2" charset="-122"/>
              </a:rPr>
              <a:t>,</a:t>
            </a:r>
            <a:r>
              <a:rPr lang="zh-CN" altLang="zh-CN" sz="2500" kern="100">
                <a:ea typeface="宋体" panose="02010600030101010101" pitchFamily="2" charset="-122"/>
              </a:rPr>
              <a:t>文字流畅</a:t>
            </a:r>
            <a:endParaRPr lang="zh-CN" altLang="zh-CN" sz="2500" kern="100">
              <a:effectLst/>
              <a:ea typeface="宋体" panose="02010600030101010101" pitchFamily="2" charset="-122"/>
            </a:endParaRPr>
          </a:p>
        </p:txBody>
      </p:sp>
      <p:graphicFrame>
        <p:nvGraphicFramePr>
          <p:cNvPr id="4" name="表格 3" title=""/>
          <p:cNvGraphicFramePr>
            <a:graphicFrameLocks noGrp="1"/>
          </p:cNvGraphicFramePr>
          <p:nvPr/>
        </p:nvGraphicFramePr>
        <p:xfrm>
          <a:off x="200025" y="514985"/>
          <a:ext cx="12706350" cy="5486400"/>
        </p:xfrm>
        <a:graphic>
          <a:graphicData uri="http://schemas.openxmlformats.org/drawingml/2006/table">
            <a:tbl>
              <a:tblPr firstRow="1" firstCol="1" bandRow="1"/>
              <a:tblGrid>
                <a:gridCol w="8096250"/>
                <a:gridCol w="4610100"/>
              </a:tblGrid>
              <a:tr h="320040">
                <a:tc>
                  <a:txBody>
                    <a:bodyPr vert="horz" wrap="square"/>
                    <a:lstStyle/>
                    <a:p>
                      <a:pPr algn="ctr">
                        <a:lnSpc>
                          <a:spcPct val="120000"/>
                        </a:lnSpc>
                        <a:spcAft>
                          <a:spcPct val="0"/>
                        </a:spcAft>
                      </a:pPr>
                      <a:r>
                        <a:rPr lang="zh-CN" sz="2200" kern="100">
                          <a:effectLst/>
                          <a:latin typeface="Times New Roman" panose="02020603050405020304" pitchFamily="18" charset="0"/>
                          <a:ea typeface="宋体" panose="02010600030101010101" pitchFamily="2" charset="-122"/>
                        </a:rPr>
                        <a:t>考场高分作文</a:t>
                      </a:r>
                      <a:endParaRPr lang="zh-CN" sz="22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ctr">
                        <a:lnSpc>
                          <a:spcPct val="120000"/>
                        </a:lnSpc>
                        <a:spcAft>
                          <a:spcPct val="0"/>
                        </a:spcAft>
                      </a:pPr>
                      <a:r>
                        <a:rPr lang="zh-CN" sz="2200" kern="100">
                          <a:effectLst/>
                          <a:latin typeface="Times New Roman" panose="02020603050405020304" pitchFamily="18" charset="0"/>
                          <a:ea typeface="宋体" panose="02010600030101010101" pitchFamily="2" charset="-122"/>
                        </a:rPr>
                        <a:t>续写高分亮点秀</a:t>
                      </a:r>
                      <a:endParaRPr lang="zh-CN" sz="22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160520">
                <a:tc>
                  <a:txBody>
                    <a:bodyPr vert="horz" wrap="square"/>
                    <a:lstStyle/>
                    <a:p>
                      <a:pPr algn="just">
                        <a:lnSpc>
                          <a:spcPct val="120000"/>
                        </a:lnSpc>
                        <a:spcAft>
                          <a:spcPct val="0"/>
                        </a:spcAft>
                      </a:pPr>
                      <a:r>
                        <a:rPr lang="zh-CN" sz="2200" kern="100">
                          <a:effectLst/>
                          <a:latin typeface="Times New Roman" panose="02020603050405020304" pitchFamily="18" charset="0"/>
                          <a:ea typeface="宋体" panose="02010600030101010101" pitchFamily="2" charset="-122"/>
                        </a:rPr>
                        <a:t>　　</a:t>
                      </a:r>
                      <a:r>
                        <a:rPr lang="en-US" sz="2200" kern="100">
                          <a:effectLst/>
                          <a:latin typeface="Times New Roman" panose="02020603050405020304" pitchFamily="18" charset="0"/>
                          <a:ea typeface="宋体" panose="02010600030101010101" pitchFamily="2" charset="-122"/>
                        </a:rPr>
                        <a:t>A few weeks later, I went to the farm again.As my car neared it my thoughts drifted back to the moment when I rescued the hummingbird from spider-webs. </a:t>
                      </a:r>
                      <a:r>
                        <a:rPr lang="zh-CN" sz="2200" kern="100">
                          <a:effectLst/>
                          <a:latin typeface="Times New Roman" panose="02020603050405020304" pitchFamily="18" charset="0"/>
                          <a:ea typeface="宋体" panose="02010600030101010101" pitchFamily="2" charset="-122"/>
                          <a:cs typeface="宋体" panose="02010600030101010101" pitchFamily="2" charset="-122"/>
                        </a:rPr>
                        <a:t>①</a:t>
                      </a:r>
                      <a:r>
                        <a:rPr lang="en-US" sz="2200" kern="100">
                          <a:effectLst/>
                          <a:latin typeface="Times New Roman" panose="02020603050405020304" pitchFamily="18" charset="0"/>
                          <a:ea typeface="宋体" panose="02010600030101010101" pitchFamily="2" charset="-122"/>
                        </a:rPr>
                        <a:t>I rushed back to the deserted house.It was a great comfort that the original hole in the window was nowhere to be found. </a:t>
                      </a:r>
                      <a:r>
                        <a:rPr lang="zh-CN" sz="2200" kern="100">
                          <a:effectLst/>
                          <a:latin typeface="Times New Roman" panose="02020603050405020304" pitchFamily="18" charset="0"/>
                          <a:ea typeface="宋体" panose="02010600030101010101" pitchFamily="2" charset="-122"/>
                          <a:cs typeface="宋体" panose="02010600030101010101" pitchFamily="2" charset="-122"/>
                        </a:rPr>
                        <a:t>②</a:t>
                      </a:r>
                      <a:r>
                        <a:rPr lang="en-US" sz="2200" kern="100">
                          <a:effectLst/>
                          <a:latin typeface="Times New Roman" panose="02020603050405020304" pitchFamily="18" charset="0"/>
                          <a:ea typeface="宋体" panose="02010600030101010101" pitchFamily="2" charset="-122"/>
                        </a:rPr>
                        <a:t>Leaving the house, I couldn’t help wondering how she was getting on now. </a:t>
                      </a:r>
                      <a:r>
                        <a:rPr lang="zh-CN" sz="2200" kern="100">
                          <a:effectLst/>
                          <a:latin typeface="Times New Roman" panose="02020603050405020304" pitchFamily="18" charset="0"/>
                          <a:ea typeface="宋体" panose="02010600030101010101" pitchFamily="2" charset="-122"/>
                          <a:cs typeface="宋体" panose="02010600030101010101" pitchFamily="2" charset="-122"/>
                        </a:rPr>
                        <a:t>③</a:t>
                      </a:r>
                      <a:r>
                        <a:rPr lang="en-US" sz="2200" kern="100">
                          <a:effectLst/>
                          <a:latin typeface="Times New Roman" panose="02020603050405020304" pitchFamily="18" charset="0"/>
                          <a:ea typeface="宋体" panose="02010600030101010101" pitchFamily="2" charset="-122"/>
                        </a:rPr>
                        <a:t> Had she managed to find her way back home, or was she still out there somewhere struggling to survive?</a:t>
                      </a:r>
                      <a:r>
                        <a:rPr lang="zh-CN" sz="2200" kern="100">
                          <a:effectLst/>
                          <a:latin typeface="Times New Roman" panose="02020603050405020304" pitchFamily="18" charset="0"/>
                          <a:ea typeface="宋体" panose="02010600030101010101" pitchFamily="2" charset="-122"/>
                          <a:cs typeface="宋体" panose="02010600030101010101" pitchFamily="2" charset="-122"/>
                        </a:rPr>
                        <a:t>④</a:t>
                      </a:r>
                      <a:endParaRPr lang="zh-CN" sz="2200" kern="100">
                        <a:effectLst/>
                        <a:latin typeface="Times New Roman" panose="02020603050405020304" pitchFamily="18" charset="0"/>
                        <a:ea typeface="宋体" panose="02010600030101010101" pitchFamily="2" charset="-122"/>
                      </a:endParaRPr>
                    </a:p>
                    <a:p>
                      <a:pPr algn="just">
                        <a:lnSpc>
                          <a:spcPct val="120000"/>
                        </a:lnSpc>
                        <a:spcAft>
                          <a:spcPct val="0"/>
                        </a:spcAft>
                      </a:pPr>
                      <a:r>
                        <a:rPr lang="en-US" sz="2200" kern="100" smtClean="0">
                          <a:effectLst/>
                          <a:latin typeface="Times New Roman" panose="02020603050405020304" pitchFamily="18" charset="0"/>
                          <a:ea typeface="宋体" panose="02010600030101010101" pitchFamily="2" charset="-122"/>
                        </a:rPr>
                        <a:t>        I </a:t>
                      </a:r>
                      <a:r>
                        <a:rPr lang="en-US" sz="2200" kern="100">
                          <a:effectLst/>
                          <a:latin typeface="Times New Roman" panose="02020603050405020304" pitchFamily="18" charset="0"/>
                          <a:ea typeface="宋体" panose="02010600030101010101" pitchFamily="2" charset="-122"/>
                        </a:rPr>
                        <a:t>was just about to leave when the hummingbird appeared. </a:t>
                      </a:r>
                      <a:r>
                        <a:rPr lang="zh-CN" sz="2200" kern="100">
                          <a:effectLst/>
                          <a:latin typeface="Times New Roman" panose="02020603050405020304" pitchFamily="18" charset="0"/>
                          <a:ea typeface="宋体" panose="02010600030101010101" pitchFamily="2" charset="-122"/>
                          <a:cs typeface="宋体" panose="02010600030101010101" pitchFamily="2" charset="-122"/>
                        </a:rPr>
                        <a:t>⑤</a:t>
                      </a:r>
                      <a:r>
                        <a:rPr lang="en-US" sz="2200" kern="100">
                          <a:effectLst/>
                          <a:latin typeface="Times New Roman" panose="02020603050405020304" pitchFamily="18" charset="0"/>
                          <a:ea typeface="宋体" panose="02010600030101010101" pitchFamily="2" charset="-122"/>
                        </a:rPr>
                        <a:t>A flash of movement caught my attention.I turned around to see the same hummingbird hovering in the air.It seemed that the bird was waiting for me, her beady eyes locked on mine as if trying to convey some deep, unspoken gratitude. </a:t>
                      </a:r>
                      <a:r>
                        <a:rPr lang="zh-CN" sz="2200" kern="100">
                          <a:effectLst/>
                          <a:latin typeface="Times New Roman" panose="02020603050405020304" pitchFamily="18" charset="0"/>
                          <a:ea typeface="宋体" panose="02010600030101010101" pitchFamily="2" charset="-122"/>
                          <a:cs typeface="宋体" panose="02010600030101010101" pitchFamily="2" charset="-122"/>
                        </a:rPr>
                        <a:t>⑥</a:t>
                      </a:r>
                      <a:r>
                        <a:rPr lang="en-US" sz="2200" kern="100">
                          <a:effectLst/>
                          <a:latin typeface="Times New Roman" panose="02020603050405020304" pitchFamily="18" charset="0"/>
                          <a:ea typeface="宋体" panose="02010600030101010101" pitchFamily="2" charset="-122"/>
                        </a:rPr>
                        <a:t>I felt a surge of relief and awe at the sight of this sound and grateful creature, and I knew that I would always cherish the memories we shared as I climbed into my car and drove away. </a:t>
                      </a:r>
                      <a:r>
                        <a:rPr lang="zh-CN" sz="2200" kern="100">
                          <a:effectLst/>
                          <a:latin typeface="Times New Roman" panose="02020603050405020304" pitchFamily="18" charset="0"/>
                          <a:ea typeface="宋体" panose="02010600030101010101" pitchFamily="2" charset="-122"/>
                          <a:cs typeface="宋体" panose="02010600030101010101" pitchFamily="2" charset="-122"/>
                        </a:rPr>
                        <a:t>⑦</a:t>
                      </a:r>
                      <a:endParaRPr lang="zh-CN" sz="22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20000"/>
                        </a:lnSpc>
                        <a:spcAft>
                          <a:spcPct val="0"/>
                        </a:spcAft>
                      </a:pPr>
                      <a:r>
                        <a:rPr lang="zh-CN" sz="2200" kern="100">
                          <a:effectLst/>
                          <a:latin typeface="Times New Roman" panose="02020603050405020304" pitchFamily="18" charset="0"/>
                          <a:ea typeface="宋体" panose="02010600030101010101" pitchFamily="2" charset="-122"/>
                          <a:cs typeface="宋体" panose="02010600030101010101" pitchFamily="2" charset="-122"/>
                        </a:rPr>
                        <a:t>①</a:t>
                      </a:r>
                      <a:r>
                        <a:rPr lang="zh-CN" sz="2200" kern="100">
                          <a:effectLst/>
                          <a:latin typeface="Times New Roman" panose="02020603050405020304" pitchFamily="18" charset="0"/>
                          <a:ea typeface="宋体" panose="02010600030101010101" pitchFamily="2" charset="-122"/>
                        </a:rPr>
                        <a:t>使用</a:t>
                      </a:r>
                      <a:r>
                        <a:rPr lang="en-US" sz="2200" kern="100">
                          <a:effectLst/>
                          <a:latin typeface="Times New Roman" panose="02020603050405020304" pitchFamily="18" charset="0"/>
                          <a:ea typeface="宋体" panose="02010600030101010101" pitchFamily="2" charset="-122"/>
                        </a:rPr>
                        <a:t>when</a:t>
                      </a:r>
                      <a:r>
                        <a:rPr lang="zh-CN" sz="2200" kern="100">
                          <a:effectLst/>
                          <a:latin typeface="Times New Roman" panose="02020603050405020304" pitchFamily="18" charset="0"/>
                          <a:ea typeface="宋体" panose="02010600030101010101" pitchFamily="2" charset="-122"/>
                        </a:rPr>
                        <a:t>引导定语从句。</a:t>
                      </a:r>
                      <a:endParaRPr lang="zh-CN" sz="2200" kern="100">
                        <a:effectLst/>
                        <a:latin typeface="Times New Roman" panose="02020603050405020304" pitchFamily="18" charset="0"/>
                        <a:ea typeface="宋体" panose="02010600030101010101" pitchFamily="2" charset="-122"/>
                      </a:endParaRPr>
                    </a:p>
                    <a:p>
                      <a:pPr algn="just">
                        <a:lnSpc>
                          <a:spcPct val="120000"/>
                        </a:lnSpc>
                        <a:spcAft>
                          <a:spcPct val="0"/>
                        </a:spcAft>
                      </a:pPr>
                      <a:r>
                        <a:rPr lang="zh-CN" sz="2200" kern="100">
                          <a:effectLst/>
                          <a:latin typeface="Times New Roman" panose="02020603050405020304" pitchFamily="18" charset="0"/>
                          <a:ea typeface="宋体" panose="02010600030101010101" pitchFamily="2" charset="-122"/>
                          <a:cs typeface="宋体" panose="02010600030101010101" pitchFamily="2" charset="-122"/>
                        </a:rPr>
                        <a:t>②</a:t>
                      </a:r>
                      <a:r>
                        <a:rPr lang="zh-CN" sz="2200" kern="100">
                          <a:effectLst/>
                          <a:latin typeface="Times New Roman" panose="02020603050405020304" pitchFamily="18" charset="0"/>
                          <a:ea typeface="宋体" panose="02010600030101010101" pitchFamily="2" charset="-122"/>
                        </a:rPr>
                        <a:t>使用</a:t>
                      </a:r>
                      <a:r>
                        <a:rPr lang="en-US" sz="2200" kern="100">
                          <a:effectLst/>
                          <a:latin typeface="Times New Roman" panose="02020603050405020304" pitchFamily="18" charset="0"/>
                          <a:ea typeface="宋体" panose="02010600030101010101" pitchFamily="2" charset="-122"/>
                        </a:rPr>
                        <a:t>be nowhere to be done,</a:t>
                      </a:r>
                      <a:r>
                        <a:rPr lang="zh-CN" sz="2200" kern="100">
                          <a:effectLst/>
                          <a:latin typeface="Times New Roman" panose="02020603050405020304" pitchFamily="18" charset="0"/>
                          <a:ea typeface="宋体" panose="02010600030101010101" pitchFamily="2" charset="-122"/>
                        </a:rPr>
                        <a:t>语言准确、地道。</a:t>
                      </a:r>
                      <a:endParaRPr lang="zh-CN" sz="2200" kern="100">
                        <a:effectLst/>
                        <a:latin typeface="Times New Roman" panose="02020603050405020304" pitchFamily="18" charset="0"/>
                        <a:ea typeface="宋体" panose="02010600030101010101" pitchFamily="2" charset="-122"/>
                      </a:endParaRPr>
                    </a:p>
                    <a:p>
                      <a:pPr algn="l">
                        <a:lnSpc>
                          <a:spcPct val="120000"/>
                        </a:lnSpc>
                        <a:spcAft>
                          <a:spcPct val="0"/>
                        </a:spcAft>
                      </a:pPr>
                      <a:r>
                        <a:rPr lang="zh-CN" sz="2200" kern="100">
                          <a:effectLst/>
                          <a:latin typeface="Times New Roman" panose="02020603050405020304" pitchFamily="18" charset="0"/>
                          <a:ea typeface="宋体" panose="02010600030101010101" pitchFamily="2" charset="-122"/>
                          <a:cs typeface="宋体" panose="02010600030101010101" pitchFamily="2" charset="-122"/>
                        </a:rPr>
                        <a:t>③</a:t>
                      </a:r>
                      <a:r>
                        <a:rPr lang="zh-CN" sz="2200" kern="100">
                          <a:effectLst/>
                          <a:latin typeface="Times New Roman" panose="02020603050405020304" pitchFamily="18" charset="0"/>
                          <a:ea typeface="宋体" panose="02010600030101010101" pitchFamily="2" charset="-122"/>
                        </a:rPr>
                        <a:t>句中包括动词</a:t>
                      </a:r>
                      <a:r>
                        <a:rPr lang="en-US" sz="2200" kern="100">
                          <a:effectLst/>
                          <a:latin typeface="Times New Roman" panose="02020603050405020304" pitchFamily="18" charset="0"/>
                          <a:ea typeface="宋体" panose="02010600030101010101" pitchFamily="2" charset="-122"/>
                        </a:rPr>
                        <a:t>-ing</a:t>
                      </a:r>
                      <a:r>
                        <a:rPr lang="zh-CN" sz="2200" kern="100">
                          <a:effectLst/>
                          <a:latin typeface="Times New Roman" panose="02020603050405020304" pitchFamily="18" charset="0"/>
                          <a:ea typeface="宋体" panose="02010600030101010101" pitchFamily="2" charset="-122"/>
                        </a:rPr>
                        <a:t>短语作状语</a:t>
                      </a:r>
                      <a:r>
                        <a:rPr lang="en-US" sz="2200" kern="100">
                          <a:effectLst/>
                          <a:latin typeface="Times New Roman" panose="02020603050405020304" pitchFamily="18" charset="0"/>
                          <a:ea typeface="宋体" panose="02010600030101010101" pitchFamily="2" charset="-122"/>
                        </a:rPr>
                        <a:t>;</a:t>
                      </a:r>
                      <a:r>
                        <a:rPr lang="zh-CN" sz="2200" kern="100">
                          <a:effectLst/>
                          <a:latin typeface="Times New Roman" panose="02020603050405020304" pitchFamily="18" charset="0"/>
                          <a:ea typeface="宋体" panose="02010600030101010101" pitchFamily="2" charset="-122"/>
                        </a:rPr>
                        <a:t>动</a:t>
                      </a:r>
                      <a:r>
                        <a:rPr lang="zh-CN" sz="2200" kern="100" smtClean="0">
                          <a:effectLst/>
                          <a:latin typeface="Times New Roman" panose="02020603050405020304" pitchFamily="18" charset="0"/>
                          <a:ea typeface="宋体" panose="02010600030101010101" pitchFamily="2" charset="-122"/>
                        </a:rPr>
                        <a:t>词</a:t>
                      </a:r>
                      <a:endParaRPr lang="en-US" altLang="zh-CN" sz="2200" kern="100" smtClean="0">
                        <a:effectLst/>
                        <a:latin typeface="Times New Roman" panose="02020603050405020304" pitchFamily="18" charset="0"/>
                        <a:ea typeface="宋体" panose="02010600030101010101" pitchFamily="2" charset="-122"/>
                      </a:endParaRPr>
                    </a:p>
                    <a:p>
                      <a:pPr algn="l">
                        <a:lnSpc>
                          <a:spcPct val="120000"/>
                        </a:lnSpc>
                        <a:spcAft>
                          <a:spcPct val="0"/>
                        </a:spcAft>
                      </a:pPr>
                      <a:r>
                        <a:rPr lang="en-US" sz="2200" kern="100" smtClean="0">
                          <a:effectLst/>
                          <a:latin typeface="Times New Roman" panose="02020603050405020304" pitchFamily="18" charset="0"/>
                          <a:ea typeface="宋体" panose="02010600030101010101" pitchFamily="2" charset="-122"/>
                        </a:rPr>
                        <a:t>-</a:t>
                      </a:r>
                      <a:r>
                        <a:rPr lang="en-US" sz="2200" kern="100" err="1">
                          <a:effectLst/>
                          <a:latin typeface="Times New Roman" panose="02020603050405020304" pitchFamily="18" charset="0"/>
                          <a:ea typeface="宋体" panose="02010600030101010101" pitchFamily="2" charset="-122"/>
                        </a:rPr>
                        <a:t>ing</a:t>
                      </a:r>
                      <a:r>
                        <a:rPr lang="zh-CN" sz="2200" kern="100">
                          <a:effectLst/>
                          <a:latin typeface="Times New Roman" panose="02020603050405020304" pitchFamily="18" charset="0"/>
                          <a:ea typeface="宋体" panose="02010600030101010101" pitchFamily="2" charset="-122"/>
                        </a:rPr>
                        <a:t>形式作宾语及</a:t>
                      </a:r>
                      <a:r>
                        <a:rPr lang="en-US" sz="2200" kern="100">
                          <a:effectLst/>
                          <a:latin typeface="Times New Roman" panose="02020603050405020304" pitchFamily="18" charset="0"/>
                          <a:ea typeface="宋体" panose="02010600030101010101" pitchFamily="2" charset="-122"/>
                        </a:rPr>
                        <a:t>how</a:t>
                      </a:r>
                      <a:r>
                        <a:rPr lang="zh-CN" sz="2200" kern="100">
                          <a:effectLst/>
                          <a:latin typeface="Times New Roman" panose="02020603050405020304" pitchFamily="18" charset="0"/>
                          <a:ea typeface="宋体" panose="02010600030101010101" pitchFamily="2" charset="-122"/>
                        </a:rPr>
                        <a:t>引导的宾语从句。</a:t>
                      </a:r>
                      <a:endParaRPr lang="zh-CN" sz="2200" kern="100">
                        <a:effectLst/>
                        <a:latin typeface="Times New Roman" panose="02020603050405020304" pitchFamily="18" charset="0"/>
                        <a:ea typeface="宋体" panose="02010600030101010101" pitchFamily="2" charset="-122"/>
                      </a:endParaRPr>
                    </a:p>
                    <a:p>
                      <a:pPr algn="l">
                        <a:lnSpc>
                          <a:spcPct val="120000"/>
                        </a:lnSpc>
                        <a:spcAft>
                          <a:spcPct val="0"/>
                        </a:spcAft>
                      </a:pPr>
                      <a:r>
                        <a:rPr lang="zh-CN" sz="2200" kern="100">
                          <a:effectLst/>
                          <a:latin typeface="Times New Roman" panose="02020603050405020304" pitchFamily="18" charset="0"/>
                          <a:ea typeface="宋体" panose="02010600030101010101" pitchFamily="2" charset="-122"/>
                          <a:cs typeface="宋体" panose="02010600030101010101" pitchFamily="2" charset="-122"/>
                        </a:rPr>
                        <a:t>④</a:t>
                      </a:r>
                      <a:r>
                        <a:rPr lang="zh-CN" sz="2200" kern="100">
                          <a:effectLst/>
                          <a:latin typeface="Times New Roman" panose="02020603050405020304" pitchFamily="18" charset="0"/>
                          <a:ea typeface="宋体" panose="02010600030101010101" pitchFamily="2" charset="-122"/>
                        </a:rPr>
                        <a:t>句中</a:t>
                      </a:r>
                      <a:r>
                        <a:rPr lang="en-US" sz="2200" kern="100">
                          <a:effectLst/>
                          <a:latin typeface="Times New Roman" panose="02020603050405020304" pitchFamily="18" charset="0"/>
                          <a:ea typeface="宋体" panose="02010600030101010101" pitchFamily="2" charset="-122"/>
                        </a:rPr>
                        <a:t>or</a:t>
                      </a:r>
                      <a:r>
                        <a:rPr lang="zh-CN" sz="2200" kern="100">
                          <a:effectLst/>
                          <a:latin typeface="Times New Roman" panose="02020603050405020304" pitchFamily="18" charset="0"/>
                          <a:ea typeface="宋体" panose="02010600030101010101" pitchFamily="2" charset="-122"/>
                        </a:rPr>
                        <a:t>并列连接两个疑问句。</a:t>
                      </a:r>
                      <a:endParaRPr lang="zh-CN" sz="2200" kern="100">
                        <a:effectLst/>
                        <a:latin typeface="Times New Roman" panose="02020603050405020304" pitchFamily="18" charset="0"/>
                        <a:ea typeface="宋体" panose="02010600030101010101" pitchFamily="2" charset="-122"/>
                      </a:endParaRPr>
                    </a:p>
                    <a:p>
                      <a:pPr algn="l">
                        <a:lnSpc>
                          <a:spcPct val="120000"/>
                        </a:lnSpc>
                        <a:spcAft>
                          <a:spcPct val="0"/>
                        </a:spcAft>
                      </a:pPr>
                      <a:r>
                        <a:rPr lang="zh-CN" sz="2200" kern="100">
                          <a:effectLst/>
                          <a:latin typeface="Times New Roman" panose="02020603050405020304" pitchFamily="18" charset="0"/>
                          <a:ea typeface="宋体" panose="02010600030101010101" pitchFamily="2" charset="-122"/>
                          <a:cs typeface="宋体" panose="02010600030101010101" pitchFamily="2" charset="-122"/>
                        </a:rPr>
                        <a:t>⑤</a:t>
                      </a:r>
                      <a:r>
                        <a:rPr lang="zh-CN" sz="2200" kern="100">
                          <a:effectLst/>
                          <a:latin typeface="Times New Roman" panose="02020603050405020304" pitchFamily="18" charset="0"/>
                          <a:ea typeface="宋体" panose="02010600030101010101" pitchFamily="2" charset="-122"/>
                        </a:rPr>
                        <a:t>句中使用了句型</a:t>
                      </a:r>
                      <a:r>
                        <a:rPr lang="en-US" sz="2200" kern="100">
                          <a:effectLst/>
                          <a:latin typeface="Times New Roman" panose="02020603050405020304" pitchFamily="18" charset="0"/>
                          <a:ea typeface="宋体" panose="02010600030101010101" pitchFamily="2" charset="-122"/>
                        </a:rPr>
                        <a:t>“be about to do</a:t>
                      </a:r>
                      <a:r>
                        <a:rPr lang="en-US" sz="2200" kern="100" smtClean="0">
                          <a:effectLst/>
                          <a:latin typeface="Times New Roman" panose="02020603050405020304" pitchFamily="18" charset="0"/>
                          <a:ea typeface="宋体" panose="02010600030101010101" pitchFamily="2" charset="-122"/>
                        </a:rPr>
                        <a:t>...</a:t>
                      </a:r>
                      <a:endParaRPr lang="en-US" sz="2200" kern="100" smtClean="0">
                        <a:effectLst/>
                        <a:latin typeface="Times New Roman" panose="02020603050405020304" pitchFamily="18" charset="0"/>
                        <a:ea typeface="宋体" panose="02010600030101010101" pitchFamily="2" charset="-122"/>
                      </a:endParaRPr>
                    </a:p>
                    <a:p>
                      <a:pPr algn="l">
                        <a:lnSpc>
                          <a:spcPct val="120000"/>
                        </a:lnSpc>
                        <a:spcAft>
                          <a:spcPct val="0"/>
                        </a:spcAft>
                      </a:pPr>
                      <a:r>
                        <a:rPr lang="en-US" sz="2200" kern="100" smtClean="0">
                          <a:effectLst/>
                          <a:latin typeface="Times New Roman" panose="02020603050405020304" pitchFamily="18" charset="0"/>
                          <a:ea typeface="宋体" panose="02010600030101010101" pitchFamily="2" charset="-122"/>
                        </a:rPr>
                        <a:t>when</a:t>
                      </a:r>
                      <a:r>
                        <a:rPr lang="en-US" sz="2200" kern="100">
                          <a:effectLst/>
                          <a:latin typeface="Times New Roman" panose="02020603050405020304" pitchFamily="18" charset="0"/>
                          <a:ea typeface="宋体" panose="02010600030101010101" pitchFamily="2" charset="-122"/>
                        </a:rPr>
                        <a:t>”,</a:t>
                      </a:r>
                      <a:r>
                        <a:rPr lang="zh-CN" sz="2200" kern="100">
                          <a:effectLst/>
                          <a:latin typeface="Times New Roman" panose="02020603050405020304" pitchFamily="18" charset="0"/>
                          <a:ea typeface="宋体" panose="02010600030101010101" pitchFamily="2" charset="-122"/>
                        </a:rPr>
                        <a:t>意思是</a:t>
                      </a:r>
                      <a:r>
                        <a:rPr lang="en-US" sz="2200" kern="100">
                          <a:effectLst/>
                          <a:latin typeface="Times New Roman" panose="02020603050405020304" pitchFamily="18" charset="0"/>
                          <a:ea typeface="宋体" panose="02010600030101010101" pitchFamily="2" charset="-122"/>
                        </a:rPr>
                        <a:t>“</a:t>
                      </a:r>
                      <a:r>
                        <a:rPr lang="zh-CN" sz="2200" kern="100">
                          <a:effectLst/>
                          <a:latin typeface="Times New Roman" panose="02020603050405020304" pitchFamily="18" charset="0"/>
                          <a:ea typeface="宋体" panose="02010600030101010101" pitchFamily="2" charset="-122"/>
                        </a:rPr>
                        <a:t>正要做</a:t>
                      </a:r>
                      <a:r>
                        <a:rPr lang="en-US" sz="2200" kern="100">
                          <a:effectLst/>
                          <a:latin typeface="Times New Roman" panose="02020603050405020304" pitchFamily="18" charset="0"/>
                          <a:ea typeface="宋体" panose="02010600030101010101" pitchFamily="2" charset="-122"/>
                        </a:rPr>
                        <a:t>……</a:t>
                      </a:r>
                      <a:r>
                        <a:rPr lang="zh-CN" sz="2200" kern="100">
                          <a:effectLst/>
                          <a:latin typeface="Times New Roman" panose="02020603050405020304" pitchFamily="18" charset="0"/>
                          <a:ea typeface="宋体" panose="02010600030101010101" pitchFamily="2" charset="-122"/>
                        </a:rPr>
                        <a:t>这时</a:t>
                      </a:r>
                      <a:r>
                        <a:rPr lang="en-US" sz="2200" kern="100">
                          <a:effectLst/>
                          <a:latin typeface="Times New Roman" panose="02020603050405020304" pitchFamily="18" charset="0"/>
                          <a:ea typeface="宋体" panose="02010600030101010101" pitchFamily="2" charset="-122"/>
                        </a:rPr>
                        <a:t>……”</a:t>
                      </a:r>
                      <a:r>
                        <a:rPr lang="zh-CN" sz="2200" kern="100">
                          <a:effectLst/>
                          <a:latin typeface="Times New Roman" panose="02020603050405020304" pitchFamily="18" charset="0"/>
                          <a:ea typeface="宋体" panose="02010600030101010101" pitchFamily="2" charset="-122"/>
                        </a:rPr>
                        <a:t>。</a:t>
                      </a:r>
                      <a:endParaRPr lang="zh-CN" sz="2200" kern="100">
                        <a:effectLst/>
                        <a:latin typeface="Times New Roman" panose="02020603050405020304" pitchFamily="18" charset="0"/>
                        <a:ea typeface="宋体" panose="02010600030101010101" pitchFamily="2" charset="-122"/>
                      </a:endParaRPr>
                    </a:p>
                    <a:p>
                      <a:pPr algn="just">
                        <a:lnSpc>
                          <a:spcPct val="120000"/>
                        </a:lnSpc>
                        <a:spcAft>
                          <a:spcPct val="0"/>
                        </a:spcAft>
                      </a:pPr>
                      <a:r>
                        <a:rPr lang="zh-CN" sz="2200" kern="100">
                          <a:effectLst/>
                          <a:latin typeface="Times New Roman" panose="02020603050405020304" pitchFamily="18" charset="0"/>
                          <a:ea typeface="宋体" panose="02010600030101010101" pitchFamily="2" charset="-122"/>
                          <a:cs typeface="宋体" panose="02010600030101010101" pitchFamily="2" charset="-122"/>
                        </a:rPr>
                        <a:t>⑥</a:t>
                      </a:r>
                      <a:r>
                        <a:rPr lang="zh-CN" sz="2200" kern="100">
                          <a:effectLst/>
                          <a:latin typeface="Times New Roman" panose="02020603050405020304" pitchFamily="18" charset="0"/>
                          <a:ea typeface="宋体" panose="02010600030101010101" pitchFamily="2" charset="-122"/>
                        </a:rPr>
                        <a:t>使用了句型</a:t>
                      </a:r>
                      <a:r>
                        <a:rPr lang="en-US" sz="2200" kern="100">
                          <a:effectLst/>
                          <a:latin typeface="Times New Roman" panose="02020603050405020304" pitchFamily="18" charset="0"/>
                          <a:ea typeface="宋体" panose="02010600030101010101" pitchFamily="2" charset="-122"/>
                        </a:rPr>
                        <a:t>It seems that...</a:t>
                      </a:r>
                      <a:r>
                        <a:rPr lang="zh-CN" sz="2200" kern="100">
                          <a:effectLst/>
                          <a:latin typeface="Times New Roman" panose="02020603050405020304" pitchFamily="18" charset="0"/>
                          <a:ea typeface="宋体" panose="02010600030101010101" pitchFamily="2" charset="-122"/>
                        </a:rPr>
                        <a:t>。</a:t>
                      </a:r>
                      <a:endParaRPr lang="zh-CN" sz="2200" kern="100">
                        <a:effectLst/>
                        <a:latin typeface="Times New Roman" panose="02020603050405020304" pitchFamily="18" charset="0"/>
                        <a:ea typeface="宋体" panose="02010600030101010101" pitchFamily="2" charset="-122"/>
                      </a:endParaRPr>
                    </a:p>
                    <a:p>
                      <a:pPr algn="just">
                        <a:lnSpc>
                          <a:spcPct val="120000"/>
                        </a:lnSpc>
                        <a:spcAft>
                          <a:spcPct val="0"/>
                        </a:spcAft>
                      </a:pPr>
                      <a:r>
                        <a:rPr lang="zh-CN" sz="2200" kern="100">
                          <a:effectLst/>
                          <a:latin typeface="Times New Roman" panose="02020603050405020304" pitchFamily="18" charset="0"/>
                          <a:ea typeface="宋体" panose="02010600030101010101" pitchFamily="2" charset="-122"/>
                          <a:cs typeface="宋体" panose="02010600030101010101" pitchFamily="2" charset="-122"/>
                        </a:rPr>
                        <a:t>⑦</a:t>
                      </a:r>
                      <a:r>
                        <a:rPr lang="zh-CN" sz="2200" kern="100">
                          <a:effectLst/>
                          <a:latin typeface="Times New Roman" panose="02020603050405020304" pitchFamily="18" charset="0"/>
                          <a:ea typeface="宋体" panose="02010600030101010101" pitchFamily="2" charset="-122"/>
                        </a:rPr>
                        <a:t>句是一个复杂的句式</a:t>
                      </a:r>
                      <a:r>
                        <a:rPr lang="en-US" sz="2200" kern="100">
                          <a:effectLst/>
                          <a:latin typeface="Times New Roman" panose="02020603050405020304" pitchFamily="18" charset="0"/>
                          <a:ea typeface="宋体" panose="02010600030101010101" pitchFamily="2" charset="-122"/>
                        </a:rPr>
                        <a:t>,</a:t>
                      </a:r>
                      <a:r>
                        <a:rPr lang="zh-CN" sz="2200" kern="100">
                          <a:effectLst/>
                          <a:latin typeface="Times New Roman" panose="02020603050405020304" pitchFamily="18" charset="0"/>
                          <a:ea typeface="宋体" panose="02010600030101010101" pitchFamily="2" charset="-122"/>
                        </a:rPr>
                        <a:t>第三个</a:t>
                      </a:r>
                      <a:r>
                        <a:rPr lang="en-US" sz="2200" kern="100">
                          <a:effectLst/>
                          <a:latin typeface="Times New Roman" panose="02020603050405020304" pitchFamily="18" charset="0"/>
                          <a:ea typeface="宋体" panose="02010600030101010101" pitchFamily="2" charset="-122"/>
                        </a:rPr>
                        <a:t>and</a:t>
                      </a:r>
                      <a:r>
                        <a:rPr lang="zh-CN" sz="2200" kern="100">
                          <a:effectLst/>
                          <a:latin typeface="Times New Roman" panose="02020603050405020304" pitchFamily="18" charset="0"/>
                          <a:ea typeface="宋体" panose="02010600030101010101" pitchFamily="2" charset="-122"/>
                        </a:rPr>
                        <a:t>并列连接了两个句子</a:t>
                      </a:r>
                      <a:r>
                        <a:rPr lang="en-US" sz="2200" kern="100">
                          <a:effectLst/>
                          <a:latin typeface="Times New Roman" panose="02020603050405020304" pitchFamily="18" charset="0"/>
                          <a:ea typeface="宋体" panose="02010600030101010101" pitchFamily="2" charset="-122"/>
                        </a:rPr>
                        <a:t>,</a:t>
                      </a:r>
                      <a:r>
                        <a:rPr lang="zh-CN" sz="2200" kern="100">
                          <a:effectLst/>
                          <a:latin typeface="Times New Roman" panose="02020603050405020304" pitchFamily="18" charset="0"/>
                          <a:ea typeface="宋体" panose="02010600030101010101" pitchFamily="2" charset="-122"/>
                        </a:rPr>
                        <a:t>其中后句是复合句</a:t>
                      </a:r>
                      <a:r>
                        <a:rPr lang="en-US" sz="2200" kern="100">
                          <a:effectLst/>
                          <a:latin typeface="Times New Roman" panose="02020603050405020304" pitchFamily="18" charset="0"/>
                          <a:ea typeface="宋体" panose="02010600030101010101" pitchFamily="2" charset="-122"/>
                        </a:rPr>
                        <a:t>,</a:t>
                      </a:r>
                      <a:r>
                        <a:rPr lang="zh-CN" sz="2200" kern="100">
                          <a:effectLst/>
                          <a:latin typeface="Times New Roman" panose="02020603050405020304" pitchFamily="18" charset="0"/>
                          <a:ea typeface="宋体" panose="02010600030101010101" pitchFamily="2" charset="-122"/>
                        </a:rPr>
                        <a:t>包括宾语、定语和状语三大从句形式。</a:t>
                      </a:r>
                      <a:endParaRPr lang="zh-CN" sz="22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3529735" title=""/>
          <p:cNvSpPr txBox="1">
            <a:spLocks noChangeArrowheads="1"/>
          </p:cNvSpPr>
          <p:nvPr/>
        </p:nvSpPr>
        <p:spPr bwMode="auto">
          <a:xfrm>
            <a:off x="449896" y="123995"/>
            <a:ext cx="12420411" cy="1270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7227" tIns="58614" rIns="117227" bIns="58614">
            <a:spAutoFit/>
          </a:bodyPr>
          <a:lstStyle>
            <a:lvl1pPr algn="just" defTabSz="1171575">
              <a:defRPr sz="2600">
                <a:solidFill>
                  <a:srgbClr val="000000"/>
                </a:solidFill>
                <a:latin typeface="Times New Roman" panose="02020603050405020304" pitchFamily="18" charset="0"/>
                <a:ea typeface="微软雅黑" panose="020b0503020204020204" pitchFamily="34" charset="-122"/>
              </a:defRPr>
            </a:lvl1pPr>
            <a:lvl2pPr algn="just" defTabSz="1171575">
              <a:defRPr sz="2600">
                <a:solidFill>
                  <a:srgbClr val="000000"/>
                </a:solidFill>
                <a:latin typeface="Times New Roman" panose="02020603050405020304" pitchFamily="18" charset="0"/>
                <a:ea typeface="微软雅黑" panose="020b0503020204020204" pitchFamily="34" charset="-122"/>
              </a:defRPr>
            </a:lvl2pPr>
            <a:lvl3pPr algn="just" defTabSz="1171575">
              <a:defRPr sz="2600">
                <a:solidFill>
                  <a:srgbClr val="000000"/>
                </a:solidFill>
                <a:latin typeface="Times New Roman" panose="02020603050405020304" pitchFamily="18" charset="0"/>
                <a:ea typeface="微软雅黑" panose="020b0503020204020204" pitchFamily="34" charset="-122"/>
              </a:defRPr>
            </a:lvl3pPr>
            <a:lvl4pPr algn="just" defTabSz="1171575">
              <a:defRPr sz="2600">
                <a:solidFill>
                  <a:srgbClr val="000000"/>
                </a:solidFill>
                <a:latin typeface="Times New Roman" panose="02020603050405020304" pitchFamily="18" charset="0"/>
                <a:ea typeface="微软雅黑" panose="020b0503020204020204" pitchFamily="34" charset="-122"/>
              </a:defRPr>
            </a:lvl4pPr>
            <a:lvl5pPr algn="just" defTabSz="1171575">
              <a:defRPr sz="2600">
                <a:solidFill>
                  <a:srgbClr val="000000"/>
                </a:solidFill>
                <a:latin typeface="Times New Roman" panose="02020603050405020304" pitchFamily="18" charset="0"/>
                <a:ea typeface="微软雅黑" panose="020b0503020204020204" pitchFamily="34" charset="-122"/>
              </a:defRPr>
            </a:lvl5pPr>
            <a:lvl6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6pPr>
            <a:lvl7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7pPr>
            <a:lvl8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8pPr>
            <a:lvl9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9pPr>
          </a:lstStyle>
          <a:p>
            <a:pPr algn="ctr">
              <a:lnSpc>
                <a:spcPct val="150000"/>
              </a:lnSpc>
              <a:spcAft>
                <a:spcPct val="0"/>
              </a:spcAft>
            </a:pPr>
            <a:r>
              <a:rPr lang="zh-CN" altLang="zh-CN" sz="2500" kern="100">
                <a:solidFill>
                  <a:srgbClr val="0000FF"/>
                </a:solidFill>
                <a:ea typeface="宋体" panose="02010600030101010101" pitchFamily="2" charset="-122"/>
              </a:rPr>
              <a:t>【技巧分析】</a:t>
            </a:r>
            <a:endParaRPr lang="zh-CN" altLang="zh-CN" sz="2500" kern="100">
              <a:ea typeface="宋体" panose="02010600030101010101" pitchFamily="2" charset="-122"/>
            </a:endParaRPr>
          </a:p>
          <a:p>
            <a:pPr>
              <a:lnSpc>
                <a:spcPct val="150000"/>
              </a:lnSpc>
            </a:pPr>
            <a:r>
              <a:rPr lang="zh-CN" altLang="zh-CN" sz="2500" kern="100">
                <a:ea typeface="宋体" panose="02010600030101010101" pitchFamily="2" charset="-122"/>
              </a:rPr>
              <a:t>一、开头</a:t>
            </a:r>
            <a:r>
              <a:rPr lang="en-US" altLang="zh-CN" sz="2500" b="1" kern="100">
                <a:ea typeface="宋体" panose="02010600030101010101" pitchFamily="2" charset="-122"/>
              </a:rPr>
              <a:t>6</a:t>
            </a:r>
            <a:r>
              <a:rPr lang="zh-CN" altLang="zh-CN" sz="2500" kern="100">
                <a:ea typeface="宋体" panose="02010600030101010101" pitchFamily="2" charset="-122"/>
              </a:rPr>
              <a:t>大设计技巧</a:t>
            </a:r>
            <a:endParaRPr lang="zh-CN" altLang="zh-CN" sz="2500" kern="100">
              <a:effectLst/>
              <a:ea typeface="宋体" panose="02010600030101010101" pitchFamily="2" charset="-122"/>
            </a:endParaRPr>
          </a:p>
        </p:txBody>
      </p:sp>
      <p:graphicFrame>
        <p:nvGraphicFramePr>
          <p:cNvPr id="4" name="表格 3" title=""/>
          <p:cNvGraphicFramePr>
            <a:graphicFrameLocks noGrp="1"/>
          </p:cNvGraphicFramePr>
          <p:nvPr>
            <p:custDataLst>
              <p:tags r:id="rId2"/>
            </p:custDataLst>
          </p:nvPr>
        </p:nvGraphicFramePr>
        <p:xfrm>
          <a:off x="448945" y="1581785"/>
          <a:ext cx="12421235" cy="5157470"/>
        </p:xfrm>
        <a:graphic>
          <a:graphicData uri="http://schemas.openxmlformats.org/drawingml/2006/table">
            <a:tbl>
              <a:tblPr firstRow="1" firstCol="1" bandRow="1"/>
              <a:tblGrid>
                <a:gridCol w="1796415"/>
                <a:gridCol w="10624820"/>
              </a:tblGrid>
              <a:tr h="572770">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开头形式</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真题回放</a:t>
                      </a:r>
                      <a:endParaRPr lang="zh-CN" sz="25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46175">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副词</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500" i="1" kern="100">
                          <a:effectLst/>
                          <a:latin typeface="Times New Roman" panose="02020603050405020304" pitchFamily="18" charset="0"/>
                          <a:ea typeface="宋体" panose="02010600030101010101" pitchFamily="2" charset="-122"/>
                        </a:rPr>
                        <a:t>But</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no</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more</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helicopters</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came</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and</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it</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was</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getting</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dark</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again.</a:t>
                      </a:r>
                      <a:r>
                        <a:rPr lang="en-US" sz="2500" kern="100">
                          <a:effectLst/>
                          <a:latin typeface="Times New Roman" panose="02020603050405020304" pitchFamily="18" charset="0"/>
                          <a:ea typeface="宋体" panose="02010600030101010101" pitchFamily="2" charset="-122"/>
                        </a:rPr>
                        <a:t> Immediately, an absolute darkness ruled the forest. </a:t>
                      </a:r>
                      <a:endParaRPr lang="en-US" sz="25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46175">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形容词短语</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500" i="1" kern="100">
                          <a:effectLst/>
                          <a:latin typeface="Times New Roman" panose="02020603050405020304" pitchFamily="18" charset="0"/>
                          <a:ea typeface="宋体" panose="02010600030101010101" pitchFamily="2" charset="-122"/>
                        </a:rPr>
                        <a:t>Suddenly</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a</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little</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rabbit</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jumped</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out</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in</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front</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of</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my</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horse.</a:t>
                      </a:r>
                      <a:r>
                        <a:rPr lang="en-US" sz="2500" kern="100">
                          <a:effectLst/>
                          <a:latin typeface="Times New Roman" panose="02020603050405020304" pitchFamily="18" charset="0"/>
                          <a:ea typeface="宋体" panose="02010600030101010101" pitchFamily="2" charset="-122"/>
                        </a:rPr>
                        <a:t> Afraid that I might hurt the lovely small creature, I automatically let out a cry to stop my horse.</a:t>
                      </a:r>
                      <a:endParaRPr lang="en-US" sz="25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46175">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非谓语</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500" i="1" kern="100">
                          <a:effectLst/>
                          <a:latin typeface="Times New Roman" panose="02020603050405020304" pitchFamily="18" charset="0"/>
                          <a:ea typeface="宋体" panose="02010600030101010101" pitchFamily="2" charset="-122"/>
                        </a:rPr>
                        <a:t>It</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was</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daybreak</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when</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Jane</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woke</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up.</a:t>
                      </a:r>
                      <a:r>
                        <a:rPr lang="en-US" sz="2500" kern="100">
                          <a:effectLst/>
                          <a:latin typeface="Times New Roman" panose="02020603050405020304" pitchFamily="18" charset="0"/>
                          <a:ea typeface="宋体" panose="02010600030101010101" pitchFamily="2" charset="-122"/>
                        </a:rPr>
                        <a:t> Feeling refreshed, she continued to walk along the stream to find the way out.</a:t>
                      </a:r>
                      <a:endParaRPr lang="en-US" sz="25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46175">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对话式</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500" i="1" kern="100">
                          <a:effectLst/>
                          <a:latin typeface="Times New Roman" panose="02020603050405020304" pitchFamily="18" charset="0"/>
                          <a:ea typeface="宋体" panose="02010600030101010101" pitchFamily="2" charset="-122"/>
                        </a:rPr>
                        <a:t>We</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sat</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down</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next</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to</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each</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other</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but</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David</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wouldn’t</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look</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at</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me.</a:t>
                      </a:r>
                      <a:r>
                        <a:rPr lang="en-US" sz="2500" kern="100">
                          <a:effectLst/>
                          <a:latin typeface="Times New Roman" panose="02020603050405020304" pitchFamily="18" charset="0"/>
                          <a:ea typeface="宋体" panose="02010600030101010101" pitchFamily="2" charset="-122"/>
                        </a:rPr>
                        <a:t> I said gently and quietly, “No one can change your mind, except yourself.”</a:t>
                      </a:r>
                      <a:r>
                        <a:rPr lang="zh-CN" sz="2500" kern="100">
                          <a:solidFill>
                            <a:srgbClr val="0000FF"/>
                          </a:solidFill>
                          <a:effectLst/>
                          <a:latin typeface="Times New Roman" panose="02020603050405020304" pitchFamily="18" charset="0"/>
                          <a:ea typeface="宋体" panose="02010600030101010101" pitchFamily="2" charset="-122"/>
                        </a:rPr>
                        <a:t>【</a:t>
                      </a:r>
                      <a:r>
                        <a:rPr lang="en-US" sz="2500" kern="100">
                          <a:solidFill>
                            <a:srgbClr val="0000FF"/>
                          </a:solidFill>
                          <a:effectLst/>
                          <a:latin typeface="Times New Roman" panose="02020603050405020304" pitchFamily="18" charset="0"/>
                          <a:ea typeface="宋体" panose="02010600030101010101" pitchFamily="2" charset="-122"/>
                          <a:sym typeface="+mn-ea"/>
                        </a:rPr>
                        <a:t>2022</a:t>
                      </a:r>
                      <a:r>
                        <a:rPr lang="zh-CN" sz="2500" kern="100">
                          <a:solidFill>
                            <a:srgbClr val="0000FF"/>
                          </a:solidFill>
                          <a:effectLst/>
                          <a:latin typeface="Times New Roman" panose="02020603050405020304" pitchFamily="18" charset="0"/>
                          <a:ea typeface="宋体" panose="02010600030101010101" pitchFamily="2" charset="-122"/>
                        </a:rPr>
                        <a:t>新高考</a:t>
                      </a:r>
                      <a:r>
                        <a:rPr lang="zh-CN" sz="2500" kern="100">
                          <a:solidFill>
                            <a:srgbClr val="0000FF"/>
                          </a:solidFill>
                          <a:effectLst/>
                          <a:latin typeface="Times New Roman" panose="02020603050405020304" pitchFamily="18" charset="0"/>
                          <a:ea typeface="宋体" panose="02010600030101010101" pitchFamily="2" charset="-122"/>
                          <a:cs typeface="宋体" panose="02010600030101010101" pitchFamily="2" charset="-122"/>
                        </a:rPr>
                        <a:t>Ⅰ</a:t>
                      </a:r>
                      <a:r>
                        <a:rPr lang="zh-CN" sz="2500" kern="100">
                          <a:solidFill>
                            <a:srgbClr val="0000FF"/>
                          </a:solidFill>
                          <a:effectLst/>
                          <a:latin typeface="Times New Roman" panose="02020603050405020304" pitchFamily="18" charset="0"/>
                          <a:ea typeface="宋体" panose="02010600030101010101" pitchFamily="2" charset="-122"/>
                        </a:rPr>
                        <a:t>卷】</a:t>
                      </a:r>
                      <a:endParaRPr lang="zh-CN" sz="25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aphicFrame>
        <p:nvGraphicFramePr>
          <p:cNvPr id="3" name="表格 2" title=""/>
          <p:cNvGraphicFramePr>
            <a:graphicFrameLocks noGrp="1"/>
          </p:cNvGraphicFramePr>
          <p:nvPr/>
        </p:nvGraphicFramePr>
        <p:xfrm>
          <a:off x="565150" y="2131695"/>
          <a:ext cx="11987213" cy="2514600"/>
        </p:xfrm>
        <a:graphic>
          <a:graphicData uri="http://schemas.openxmlformats.org/drawingml/2006/table">
            <a:tbl>
              <a:tblPr firstRow="1" firstCol="1" bandRow="1"/>
              <a:tblGrid>
                <a:gridCol w="1543050"/>
                <a:gridCol w="10444163"/>
              </a:tblGrid>
              <a:tr h="0">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开头形式</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真题回放</a:t>
                      </a:r>
                      <a:endParaRPr lang="zh-CN" sz="25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问答式</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500" i="1" kern="100">
                          <a:effectLst/>
                          <a:latin typeface="Times New Roman" panose="02020603050405020304" pitchFamily="18" charset="0"/>
                          <a:ea typeface="宋体" panose="02010600030101010101" pitchFamily="2" charset="-122"/>
                        </a:rPr>
                        <a:t>I</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understood</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immediately</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what</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my</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parents</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were</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worried</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about.</a:t>
                      </a:r>
                      <a:r>
                        <a:rPr lang="en-US" sz="2500" kern="100">
                          <a:effectLst/>
                          <a:latin typeface="Times New Roman" panose="02020603050405020304" pitchFamily="18" charset="0"/>
                          <a:ea typeface="宋体" panose="02010600030101010101" pitchFamily="2" charset="-122"/>
                        </a:rPr>
                        <a:t> They were worried that I was too selfish to give. </a:t>
                      </a:r>
                      <a:r>
                        <a:rPr lang="zh-CN" sz="2500" kern="100">
                          <a:solidFill>
                            <a:srgbClr val="0000FF"/>
                          </a:solidFill>
                          <a:effectLst/>
                          <a:latin typeface="Times New Roman" panose="02020603050405020304" pitchFamily="18" charset="0"/>
                          <a:ea typeface="宋体" panose="02010600030101010101" pitchFamily="2" charset="-122"/>
                        </a:rPr>
                        <a:t>【</a:t>
                      </a:r>
                      <a:r>
                        <a:rPr lang="en-US" sz="2500" kern="100">
                          <a:solidFill>
                            <a:srgbClr val="0000FF"/>
                          </a:solidFill>
                          <a:effectLst/>
                          <a:latin typeface="Times New Roman" panose="02020603050405020304" pitchFamily="18" charset="0"/>
                          <a:ea typeface="宋体" panose="02010600030101010101" pitchFamily="2" charset="-122"/>
                          <a:sym typeface="+mn-ea"/>
                        </a:rPr>
                        <a:t>2021</a:t>
                      </a:r>
                      <a:r>
                        <a:rPr lang="zh-CN" sz="2500" kern="100">
                          <a:solidFill>
                            <a:srgbClr val="0000FF"/>
                          </a:solidFill>
                          <a:effectLst/>
                          <a:latin typeface="Times New Roman" panose="02020603050405020304" pitchFamily="18" charset="0"/>
                          <a:ea typeface="宋体" panose="02010600030101010101" pitchFamily="2" charset="-122"/>
                        </a:rPr>
                        <a:t>浙江高考】</a:t>
                      </a:r>
                      <a:endParaRPr lang="zh-CN" sz="25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因果式</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500" i="1" kern="100">
                          <a:effectLst/>
                          <a:latin typeface="Times New Roman" panose="02020603050405020304" pitchFamily="18" charset="0"/>
                          <a:ea typeface="宋体" panose="02010600030101010101" pitchFamily="2" charset="-122"/>
                        </a:rPr>
                        <a:t>The</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pay</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arrived</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at</a:t>
                      </a:r>
                      <a:r>
                        <a:rPr lang="en-US" sz="2500" kern="100">
                          <a:effectLst/>
                          <a:latin typeface="Times New Roman" panose="02020603050405020304" pitchFamily="18" charset="0"/>
                          <a:ea typeface="宋体" panose="02010600030101010101" pitchFamily="2" charset="-122"/>
                        </a:rPr>
                        <a:t> </a:t>
                      </a:r>
                      <a:r>
                        <a:rPr lang="en-US" sz="2500" i="1" kern="100">
                          <a:effectLst/>
                          <a:latin typeface="Times New Roman" panose="02020603050405020304" pitchFamily="18" charset="0"/>
                          <a:ea typeface="宋体" panose="02010600030101010101" pitchFamily="2" charset="-122"/>
                        </a:rPr>
                        <a:t>last.</a:t>
                      </a:r>
                      <a:r>
                        <a:rPr lang="en-US" sz="2500" kern="100">
                          <a:effectLst/>
                          <a:latin typeface="Times New Roman" panose="02020603050405020304" pitchFamily="18" charset="0"/>
                          <a:ea typeface="宋体" panose="02010600030101010101" pitchFamily="2" charset="-122"/>
                        </a:rPr>
                        <a:t> Although the job was very tiring, I was very happy in my heart for I got something from my work. </a:t>
                      </a:r>
                      <a:r>
                        <a:rPr lang="zh-CN" sz="2500" kern="100">
                          <a:solidFill>
                            <a:srgbClr val="0000FF"/>
                          </a:solidFill>
                          <a:effectLst/>
                          <a:latin typeface="Times New Roman" panose="02020603050405020304" pitchFamily="18" charset="0"/>
                          <a:ea typeface="宋体" panose="02010600030101010101" pitchFamily="2" charset="-122"/>
                        </a:rPr>
                        <a:t>【</a:t>
                      </a:r>
                      <a:r>
                        <a:rPr lang="en-US" sz="2500" kern="100">
                          <a:solidFill>
                            <a:srgbClr val="0000FF"/>
                          </a:solidFill>
                          <a:effectLst/>
                          <a:latin typeface="Times New Roman" panose="02020603050405020304" pitchFamily="18" charset="0"/>
                          <a:ea typeface="宋体" panose="02010600030101010101" pitchFamily="2" charset="-122"/>
                          <a:sym typeface="+mn-ea"/>
                        </a:rPr>
                        <a:t>2021</a:t>
                      </a:r>
                      <a:r>
                        <a:rPr lang="zh-CN" sz="2500" kern="100">
                          <a:solidFill>
                            <a:srgbClr val="0000FF"/>
                          </a:solidFill>
                          <a:effectLst/>
                          <a:latin typeface="Times New Roman" panose="02020603050405020304" pitchFamily="18" charset="0"/>
                          <a:ea typeface="宋体" panose="02010600030101010101" pitchFamily="2" charset="-122"/>
                        </a:rPr>
                        <a:t>浙江高考】</a:t>
                      </a:r>
                      <a:endParaRPr lang="zh-CN" sz="25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3529735" title=""/>
          <p:cNvSpPr txBox="1">
            <a:spLocks noChangeArrowheads="1"/>
          </p:cNvSpPr>
          <p:nvPr/>
        </p:nvSpPr>
        <p:spPr bwMode="auto">
          <a:xfrm>
            <a:off x="202246" y="37000"/>
            <a:ext cx="12420411" cy="693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7227" tIns="58614" rIns="117227" bIns="58614">
            <a:spAutoFit/>
          </a:bodyPr>
          <a:lstStyle>
            <a:lvl1pPr algn="just" defTabSz="1171575">
              <a:defRPr sz="2600">
                <a:solidFill>
                  <a:srgbClr val="000000"/>
                </a:solidFill>
                <a:latin typeface="Times New Roman" panose="02020603050405020304" pitchFamily="18" charset="0"/>
                <a:ea typeface="微软雅黑" panose="020b0503020204020204" pitchFamily="34" charset="-122"/>
              </a:defRPr>
            </a:lvl1pPr>
            <a:lvl2pPr algn="just" defTabSz="1171575">
              <a:defRPr sz="2600">
                <a:solidFill>
                  <a:srgbClr val="000000"/>
                </a:solidFill>
                <a:latin typeface="Times New Roman" panose="02020603050405020304" pitchFamily="18" charset="0"/>
                <a:ea typeface="微软雅黑" panose="020b0503020204020204" pitchFamily="34" charset="-122"/>
              </a:defRPr>
            </a:lvl2pPr>
            <a:lvl3pPr algn="just" defTabSz="1171575">
              <a:defRPr sz="2600">
                <a:solidFill>
                  <a:srgbClr val="000000"/>
                </a:solidFill>
                <a:latin typeface="Times New Roman" panose="02020603050405020304" pitchFamily="18" charset="0"/>
                <a:ea typeface="微软雅黑" panose="020b0503020204020204" pitchFamily="34" charset="-122"/>
              </a:defRPr>
            </a:lvl3pPr>
            <a:lvl4pPr algn="just" defTabSz="1171575">
              <a:defRPr sz="2600">
                <a:solidFill>
                  <a:srgbClr val="000000"/>
                </a:solidFill>
                <a:latin typeface="Times New Roman" panose="02020603050405020304" pitchFamily="18" charset="0"/>
                <a:ea typeface="微软雅黑" panose="020b0503020204020204" pitchFamily="34" charset="-122"/>
              </a:defRPr>
            </a:lvl4pPr>
            <a:lvl5pPr algn="just" defTabSz="1171575">
              <a:defRPr sz="2600">
                <a:solidFill>
                  <a:srgbClr val="000000"/>
                </a:solidFill>
                <a:latin typeface="Times New Roman" panose="02020603050405020304" pitchFamily="18" charset="0"/>
                <a:ea typeface="微软雅黑" panose="020b0503020204020204" pitchFamily="34" charset="-122"/>
              </a:defRPr>
            </a:lvl5pPr>
            <a:lvl6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6pPr>
            <a:lvl7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7pPr>
            <a:lvl8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8pPr>
            <a:lvl9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9pPr>
          </a:lstStyle>
          <a:p>
            <a:pPr>
              <a:lnSpc>
                <a:spcPct val="150000"/>
              </a:lnSpc>
            </a:pPr>
            <a:r>
              <a:rPr lang="zh-CN" altLang="zh-CN" sz="2500" kern="100">
                <a:ea typeface="宋体" panose="02010600030101010101" pitchFamily="2" charset="-122"/>
              </a:rPr>
              <a:t>二、收尾</a:t>
            </a:r>
            <a:r>
              <a:rPr lang="en-US" altLang="zh-CN" sz="2500" b="1" kern="100">
                <a:ea typeface="宋体" panose="02010600030101010101" pitchFamily="2" charset="-122"/>
              </a:rPr>
              <a:t>3</a:t>
            </a:r>
            <a:r>
              <a:rPr lang="zh-CN" altLang="zh-CN" sz="2500" kern="100">
                <a:ea typeface="宋体" panose="02010600030101010101" pitchFamily="2" charset="-122"/>
              </a:rPr>
              <a:t>大设计技巧。</a:t>
            </a:r>
            <a:endParaRPr lang="zh-CN" altLang="zh-CN" sz="2500" kern="100">
              <a:effectLst/>
              <a:ea typeface="宋体" panose="02010600030101010101" pitchFamily="2" charset="-122"/>
            </a:endParaRPr>
          </a:p>
        </p:txBody>
      </p:sp>
      <p:graphicFrame>
        <p:nvGraphicFramePr>
          <p:cNvPr id="4" name="表格 3" title=""/>
          <p:cNvGraphicFramePr>
            <a:graphicFrameLocks noGrp="1"/>
          </p:cNvGraphicFramePr>
          <p:nvPr/>
        </p:nvGraphicFramePr>
        <p:xfrm>
          <a:off x="201930" y="730250"/>
          <a:ext cx="12573000" cy="4526280"/>
        </p:xfrm>
        <a:graphic>
          <a:graphicData uri="http://schemas.openxmlformats.org/drawingml/2006/table">
            <a:tbl>
              <a:tblPr firstRow="1" firstCol="1" bandRow="1"/>
              <a:tblGrid>
                <a:gridCol w="1460500"/>
                <a:gridCol w="11112500"/>
              </a:tblGrid>
              <a:tr h="0">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收尾形式</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真题回放</a:t>
                      </a:r>
                      <a:endParaRPr lang="zh-CN" sz="25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首尾呼应</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The twins were filled with excitement as they thought of the surprise they were planning for Mother’s Day.(</a:t>
                      </a:r>
                      <a:r>
                        <a:rPr lang="zh-CN" sz="2500" kern="100">
                          <a:effectLst/>
                          <a:latin typeface="Times New Roman" panose="02020603050405020304" pitchFamily="18" charset="0"/>
                          <a:ea typeface="宋体" panose="02010600030101010101" pitchFamily="2" charset="-122"/>
                        </a:rPr>
                        <a:t>首句</a:t>
                      </a:r>
                      <a:r>
                        <a:rPr lang="en-US" sz="2500" kern="100">
                          <a:effectLst/>
                          <a:latin typeface="Times New Roman" panose="02020603050405020304" pitchFamily="18" charset="0"/>
                          <a:ea typeface="宋体" panose="02010600030101010101" pitchFamily="2" charset="-122"/>
                        </a:rPr>
                        <a:t>)</a:t>
                      </a:r>
                      <a:endParaRPr lang="zh-CN" sz="2500" kern="100">
                        <a:effectLst/>
                        <a:latin typeface="Times New Roman" panose="02020603050405020304" pitchFamily="18" charset="0"/>
                        <a:ea typeface="宋体" panose="02010600030101010101" pitchFamily="2" charset="-122"/>
                      </a:endParaRPr>
                    </a:p>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Mother hugged them tightly and kissed them again and again. (</a:t>
                      </a:r>
                      <a:r>
                        <a:rPr lang="zh-CN" sz="2500" kern="100">
                          <a:effectLst/>
                          <a:latin typeface="Times New Roman" panose="02020603050405020304" pitchFamily="18" charset="0"/>
                          <a:ea typeface="宋体" panose="02010600030101010101" pitchFamily="2" charset="-122"/>
                        </a:rPr>
                        <a:t>尾句</a:t>
                      </a:r>
                      <a:r>
                        <a:rPr lang="en-US" sz="2500" kern="100">
                          <a:effectLst/>
                          <a:latin typeface="Times New Roman" panose="02020603050405020304" pitchFamily="18" charset="0"/>
                          <a:ea typeface="宋体" panose="02010600030101010101" pitchFamily="2" charset="-122"/>
                        </a:rPr>
                        <a:t>)</a:t>
                      </a:r>
                      <a:endParaRPr lang="en-US" sz="2500" kern="100">
                        <a:effectLst/>
                        <a:latin typeface="Times New Roman" panose="02020603050405020304" pitchFamily="18" charset="0"/>
                        <a:ea typeface="宋体" panose="02010600030101010101" pitchFamily="2" charset="-122"/>
                      </a:endParaRPr>
                    </a:p>
                    <a:p>
                      <a:pPr algn="r">
                        <a:lnSpc>
                          <a:spcPct val="150000"/>
                        </a:lnSpc>
                        <a:spcAft>
                          <a:spcPct val="0"/>
                        </a:spcAft>
                      </a:pPr>
                      <a:r>
                        <a:rPr lang="zh-CN" sz="2500" kern="100">
                          <a:solidFill>
                            <a:srgbClr val="0000FF"/>
                          </a:solidFill>
                          <a:effectLst/>
                          <a:latin typeface="Times New Roman" panose="02020603050405020304" pitchFamily="18" charset="0"/>
                          <a:ea typeface="宋体" panose="02010600030101010101" pitchFamily="2" charset="-122"/>
                        </a:rPr>
                        <a:t>【</a:t>
                      </a:r>
                      <a:r>
                        <a:rPr lang="en-US" sz="2500" kern="100">
                          <a:solidFill>
                            <a:srgbClr val="0000FF"/>
                          </a:solidFill>
                          <a:effectLst/>
                          <a:latin typeface="Times New Roman" panose="02020603050405020304" pitchFamily="18" charset="0"/>
                          <a:ea typeface="宋体" panose="02010600030101010101" pitchFamily="2" charset="-122"/>
                          <a:sym typeface="+mn-ea"/>
                        </a:rPr>
                        <a:t>2021</a:t>
                      </a:r>
                      <a:r>
                        <a:rPr lang="zh-CN" sz="2500" kern="100">
                          <a:solidFill>
                            <a:srgbClr val="0000FF"/>
                          </a:solidFill>
                          <a:effectLst/>
                          <a:latin typeface="Times New Roman" panose="02020603050405020304" pitchFamily="18" charset="0"/>
                          <a:ea typeface="宋体" panose="02010600030101010101" pitchFamily="2" charset="-122"/>
                        </a:rPr>
                        <a:t>新高考</a:t>
                      </a:r>
                      <a:r>
                        <a:rPr lang="zh-CN" sz="2500" kern="100">
                          <a:solidFill>
                            <a:srgbClr val="0000FF"/>
                          </a:solidFill>
                          <a:effectLst/>
                          <a:latin typeface="Times New Roman" panose="02020603050405020304" pitchFamily="18" charset="0"/>
                          <a:ea typeface="宋体" panose="02010600030101010101" pitchFamily="2" charset="-122"/>
                          <a:cs typeface="宋体" panose="02010600030101010101" pitchFamily="2" charset="-122"/>
                        </a:rPr>
                        <a:t>Ⅰ</a:t>
                      </a:r>
                      <a:r>
                        <a:rPr lang="zh-CN" sz="2500" kern="100">
                          <a:solidFill>
                            <a:srgbClr val="0000FF"/>
                          </a:solidFill>
                          <a:effectLst/>
                          <a:latin typeface="Times New Roman" panose="02020603050405020304" pitchFamily="18" charset="0"/>
                          <a:ea typeface="宋体" panose="02010600030101010101" pitchFamily="2" charset="-122"/>
                        </a:rPr>
                        <a:t>卷】</a:t>
                      </a:r>
                      <a:endParaRPr lang="zh-CN" sz="25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名言警句</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Just as the saying goes, one person can go far, but a group of persons can travel farther.(</a:t>
                      </a:r>
                      <a:r>
                        <a:rPr lang="zh-CN" sz="2500" kern="100">
                          <a:effectLst/>
                          <a:latin typeface="Times New Roman" panose="02020603050405020304" pitchFamily="18" charset="0"/>
                          <a:ea typeface="宋体" panose="02010600030101010101" pitchFamily="2" charset="-122"/>
                        </a:rPr>
                        <a:t>尾句</a:t>
                      </a:r>
                      <a:r>
                        <a:rPr lang="en-US" sz="2500" kern="100">
                          <a:effectLst/>
                          <a:latin typeface="Times New Roman" panose="02020603050405020304" pitchFamily="18" charset="0"/>
                          <a:ea typeface="宋体" panose="02010600030101010101" pitchFamily="2" charset="-122"/>
                        </a:rPr>
                        <a:t>) </a:t>
                      </a:r>
                      <a:endParaRPr lang="zh-CN" sz="2500" kern="100">
                        <a:effectLst/>
                        <a:latin typeface="Times New Roman" panose="02020603050405020304" pitchFamily="18" charset="0"/>
                        <a:ea typeface="宋体" panose="02010600030101010101" pitchFamily="2" charset="-122"/>
                      </a:endParaRPr>
                    </a:p>
                    <a:p>
                      <a:pPr algn="r">
                        <a:lnSpc>
                          <a:spcPct val="150000"/>
                        </a:lnSpc>
                        <a:spcAft>
                          <a:spcPct val="0"/>
                        </a:spcAft>
                      </a:pPr>
                      <a:r>
                        <a:rPr lang="zh-CN" sz="2500" kern="100">
                          <a:solidFill>
                            <a:srgbClr val="0000FF"/>
                          </a:solidFill>
                          <a:effectLst/>
                          <a:latin typeface="Times New Roman" panose="02020603050405020304" pitchFamily="18" charset="0"/>
                          <a:ea typeface="宋体" panose="02010600030101010101" pitchFamily="2" charset="-122"/>
                        </a:rPr>
                        <a:t>【</a:t>
                      </a:r>
                      <a:r>
                        <a:rPr lang="en-US" sz="2500" kern="100">
                          <a:solidFill>
                            <a:srgbClr val="0000FF"/>
                          </a:solidFill>
                          <a:effectLst/>
                          <a:latin typeface="Times New Roman" panose="02020603050405020304" pitchFamily="18" charset="0"/>
                          <a:ea typeface="宋体" panose="02010600030101010101" pitchFamily="2" charset="-122"/>
                          <a:sym typeface="+mn-ea"/>
                        </a:rPr>
                        <a:t>2022</a:t>
                      </a:r>
                      <a:r>
                        <a:rPr lang="zh-CN" sz="2500" kern="100">
                          <a:solidFill>
                            <a:srgbClr val="0000FF"/>
                          </a:solidFill>
                          <a:effectLst/>
                          <a:latin typeface="Times New Roman" panose="02020603050405020304" pitchFamily="18" charset="0"/>
                          <a:ea typeface="宋体" panose="02010600030101010101" pitchFamily="2" charset="-122"/>
                        </a:rPr>
                        <a:t>浙江高考</a:t>
                      </a:r>
                      <a:r>
                        <a:rPr lang="en-US" sz="2500" kern="100">
                          <a:solidFill>
                            <a:srgbClr val="0000FF"/>
                          </a:solidFill>
                          <a:effectLst/>
                          <a:latin typeface="Times New Roman" panose="02020603050405020304" pitchFamily="18" charset="0"/>
                          <a:ea typeface="宋体" panose="02010600030101010101" pitchFamily="2" charset="-122"/>
                        </a:rPr>
                        <a:t>1</a:t>
                      </a:r>
                      <a:r>
                        <a:rPr lang="zh-CN" sz="2500" kern="100">
                          <a:solidFill>
                            <a:srgbClr val="0000FF"/>
                          </a:solidFill>
                          <a:effectLst/>
                          <a:latin typeface="Times New Roman" panose="02020603050405020304" pitchFamily="18" charset="0"/>
                          <a:ea typeface="宋体" panose="02010600030101010101" pitchFamily="2" charset="-122"/>
                        </a:rPr>
                        <a:t>月】</a:t>
                      </a:r>
                      <a:endParaRPr lang="zh-CN" sz="25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情感、</a:t>
                      </a:r>
                      <a:endParaRPr lang="zh-CN" sz="2500" kern="100">
                        <a:effectLst/>
                        <a:latin typeface="Times New Roman" panose="02020603050405020304" pitchFamily="18" charset="0"/>
                        <a:ea typeface="宋体" panose="02010600030101010101" pitchFamily="2" charset="-122"/>
                      </a:endParaRPr>
                    </a:p>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思想升华</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It was his brave heart and strong faith that could make something unusual happen finally. (</a:t>
                      </a:r>
                      <a:r>
                        <a:rPr lang="zh-CN" sz="2500" kern="100">
                          <a:effectLst/>
                          <a:latin typeface="Times New Roman" panose="02020603050405020304" pitchFamily="18" charset="0"/>
                          <a:ea typeface="宋体" panose="02010600030101010101" pitchFamily="2" charset="-122"/>
                        </a:rPr>
                        <a:t>尾句</a:t>
                      </a:r>
                      <a:r>
                        <a:rPr lang="en-US" sz="2500" kern="100">
                          <a:effectLst/>
                          <a:latin typeface="Times New Roman" panose="02020603050405020304" pitchFamily="18" charset="0"/>
                          <a:ea typeface="宋体" panose="02010600030101010101" pitchFamily="2" charset="-122"/>
                        </a:rPr>
                        <a:t>)</a:t>
                      </a:r>
                      <a:endParaRPr lang="zh-CN" sz="2500" kern="100">
                        <a:effectLst/>
                        <a:latin typeface="Times New Roman" panose="02020603050405020304" pitchFamily="18" charset="0"/>
                        <a:ea typeface="宋体" panose="02010600030101010101" pitchFamily="2" charset="-122"/>
                      </a:endParaRPr>
                    </a:p>
                    <a:p>
                      <a:pPr algn="r">
                        <a:lnSpc>
                          <a:spcPct val="150000"/>
                        </a:lnSpc>
                        <a:spcAft>
                          <a:spcPct val="0"/>
                        </a:spcAft>
                      </a:pPr>
                      <a:r>
                        <a:rPr lang="zh-CN" sz="2500" kern="100">
                          <a:solidFill>
                            <a:srgbClr val="0000FF"/>
                          </a:solidFill>
                          <a:effectLst/>
                          <a:latin typeface="Times New Roman" panose="02020603050405020304" pitchFamily="18" charset="0"/>
                          <a:ea typeface="宋体" panose="02010600030101010101" pitchFamily="2" charset="-122"/>
                        </a:rPr>
                        <a:t>【</a:t>
                      </a:r>
                      <a:r>
                        <a:rPr lang="en-US" sz="2500" kern="100">
                          <a:solidFill>
                            <a:srgbClr val="0000FF"/>
                          </a:solidFill>
                          <a:effectLst/>
                          <a:latin typeface="Times New Roman" panose="02020603050405020304" pitchFamily="18" charset="0"/>
                          <a:ea typeface="宋体" panose="02010600030101010101" pitchFamily="2" charset="-122"/>
                          <a:sym typeface="+mn-ea"/>
                        </a:rPr>
                        <a:t>2022</a:t>
                      </a:r>
                      <a:r>
                        <a:rPr lang="zh-CN" sz="2500" kern="100">
                          <a:solidFill>
                            <a:srgbClr val="0000FF"/>
                          </a:solidFill>
                          <a:effectLst/>
                          <a:latin typeface="Times New Roman" panose="02020603050405020304" pitchFamily="18" charset="0"/>
                          <a:ea typeface="宋体" panose="02010600030101010101" pitchFamily="2" charset="-122"/>
                        </a:rPr>
                        <a:t>新高考 </a:t>
                      </a:r>
                      <a:r>
                        <a:rPr lang="zh-CN" sz="2500" kern="100">
                          <a:solidFill>
                            <a:srgbClr val="0000FF"/>
                          </a:solidFill>
                          <a:effectLst/>
                          <a:latin typeface="Times New Roman" panose="02020603050405020304" pitchFamily="18" charset="0"/>
                          <a:ea typeface="宋体" panose="02010600030101010101" pitchFamily="2" charset="-122"/>
                          <a:cs typeface="宋体" panose="02010600030101010101" pitchFamily="2" charset="-122"/>
                        </a:rPr>
                        <a:t>Ⅰ</a:t>
                      </a:r>
                      <a:r>
                        <a:rPr lang="zh-CN" sz="2500" kern="100">
                          <a:solidFill>
                            <a:srgbClr val="0000FF"/>
                          </a:solidFill>
                          <a:effectLst/>
                          <a:latin typeface="Times New Roman" panose="02020603050405020304" pitchFamily="18" charset="0"/>
                          <a:ea typeface="宋体" panose="02010600030101010101" pitchFamily="2" charset="-122"/>
                        </a:rPr>
                        <a:t> 卷】</a:t>
                      </a:r>
                      <a:endParaRPr lang="zh-CN" sz="25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sld>
</file>

<file path=ppt/tags/tag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3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3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3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4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7.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58.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5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2.xml><?xml version="1.0" encoding="utf-8"?>
<p:tagLst xmlns:p="http://schemas.openxmlformats.org/presentationml/2006/main">
  <p:tag name="KSO_WM_BEAUTIFY_FLAG" val="#wm#"/>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63.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custom20205081_1*b*1"/>
  <p:tag name="KSO_WM_UNIT_INDEX" val="1"/>
  <p:tag name="KSO_WM_UNIT_ISCONTENTSTITLE" val="0"/>
  <p:tag name="KSO_WM_UNIT_ISNUMDGMTITLE" val="0"/>
  <p:tag name="KSO_WM_UNIT_LAYERLEVEL" val="1"/>
  <p:tag name="KSO_WM_UNIT_NOCLEAR" val="0"/>
  <p:tag name="KSO_WM_UNIT_SHOW_EDIT_AREA_INDICATION" val="1"/>
  <p:tag name="KSO_WM_UNIT_TYPE" val="b"/>
  <p:tag name="KSO_WM_UNIT_VALUE" val="111"/>
</p:tagLst>
</file>

<file path=ppt/tags/tag64.xml><?xml version="1.0" encoding="utf-8"?>
<p:tagLst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65.xml><?xml version="1.0" encoding="utf-8"?>
<p:tagLst xmlns:p="http://schemas.openxmlformats.org/presentationml/2006/main">
  <p:tag name="TABLE_ENDDRAG_ORIGIN_RECT" val="978*406"/>
  <p:tag name="TABLE_ENDDRAG_RECT" val="35*153*978*406"/>
</p:tagLst>
</file>

<file path=ppt/tags/tag66.xml><?xml version="1.0" encoding="utf-8"?>
<p:tagLst xmlns:p="http://schemas.openxmlformats.org/presentationml/2006/main">
  <p:tag name="AS_OS" val="Unix 3.10 unknown"/>
  <p:tag name="AS_RELEASE_DATE" val="2023.03.31"/>
  <p:tag name="AS_TITLE" val="Aspose.Slides for Java"/>
  <p:tag name="AS_VERSION" val="23.3"/>
  <p:tag name="COMMONDATA" val="eyJoZGlkIjoiZjgyZmZhYjFlODliMjVlMjhmZmU1Y2ZlZmViZTBiYWYifQ=="/>
  <p:tag name="KSO_WPP_MARK_KEY" val="fd6d4fc7-3877-46e0-a3e4-f9546e5763fb"/>
</p:tagLst>
</file>

<file path=ppt/theme/theme1.xml><?xml version="1.0" encoding="utf-8"?>
<a:theme xmlns:r="http://schemas.openxmlformats.org/officeDocument/2006/relationships"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Arial"/>
      </a:majorFont>
      <a:minorFont>
        <a:latin typeface="Arial"/>
        <a:ea typeface="微软雅黑"/>
        <a:cs typeface="Arial"/>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学科网</Company>
  <Paragraphs>24</Paragraphs>
  <Slides>12</Slides>
  <Notes>0</Notes>
  <TotalTime>0</TotalTime>
  <HiddenSlides>0</HiddenSlides>
  <MMClips>0</MMClips>
  <ScaleCrop>0</ScaleCrop>
  <HeadingPairs>
    <vt:vector baseType="variant" size="6">
      <vt:variant>
        <vt:lpstr>Fonts used</vt:lpstr>
      </vt:variant>
      <vt:variant>
        <vt:i4>7</vt:i4>
      </vt:variant>
      <vt:variant>
        <vt:lpstr>Theme</vt:lpstr>
      </vt:variant>
      <vt:variant>
        <vt:i4>1</vt:i4>
      </vt:variant>
      <vt:variant>
        <vt:lpstr>Slide Titles</vt:lpstr>
      </vt:variant>
      <vt:variant>
        <vt:i4>12</vt:i4>
      </vt:variant>
    </vt:vector>
  </HeadingPairs>
  <TitlesOfParts>
    <vt:vector baseType="lpstr" size="20">
      <vt:lpstr>Arial</vt:lpstr>
      <vt:lpstr>微软雅黑</vt:lpstr>
      <vt:lpstr>Wingdings</vt:lpstr>
      <vt:lpstr>Calibri Light</vt:lpstr>
      <vt:lpstr>Calibri</vt:lpstr>
      <vt:lpstr>Times New Roman</vt:lpstr>
      <vt:lpstr>宋体</vt:lpstr>
      <vt:lpstr>WPS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Java</Application>
  <AppVersion>23.0300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creator>rbm.xkw.com</dc:creator>
  <cp:revision>1</cp:revision>
  <cp:lastPrinted>2024-05-30T10:35:32.807</cp:lastPrinted>
  <dcterms:created xsi:type="dcterms:W3CDTF">2024-05-30T10:35:32Z</dcterms:created>
  <dcterms:modified xsi:type="dcterms:W3CDTF">2024-05-30T02:35:32Z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